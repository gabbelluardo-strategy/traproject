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11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6"/>
  </p:normalViewPr>
  <p:slideViewPr>
    <p:cSldViewPr snapToGrid="0">
      <p:cViewPr varScale="1">
        <p:scale>
          <a:sx n="102" d="100"/>
          <a:sy n="102" d="100"/>
        </p:scale>
        <p:origin x="19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FDD16-F13B-A44B-8DF9-99A422E2EC0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043EA-61BB-5748-A937-A87EBBDAB1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9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for the International Volunteering Day (5 December) video on Motor Citizens, Stellantis' global employee volunteering program. Structure: opening, core message, optional employee cuts, ending with the Stellantis Motor Citizens end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A69F4A-E475-F0B7-1FFB-258074F920B5}"/>
              </a:ext>
            </a:extLst>
          </p:cNvPr>
          <p:cNvSpPr/>
          <p:nvPr userDrawn="1"/>
        </p:nvSpPr>
        <p:spPr>
          <a:xfrm>
            <a:off x="-4172" y="-3176"/>
            <a:ext cx="12196171" cy="6861175"/>
          </a:xfrm>
          <a:prstGeom prst="rect">
            <a:avLst/>
          </a:prstGeom>
          <a:gradFill>
            <a:gsLst>
              <a:gs pos="20000">
                <a:srgbClr val="011845">
                  <a:alpha val="80000"/>
                </a:srgbClr>
              </a:gs>
              <a:gs pos="0">
                <a:srgbClr val="011845"/>
              </a:gs>
              <a:gs pos="100000">
                <a:schemeClr val="accent1">
                  <a:alpha val="0"/>
                </a:schemeClr>
              </a:gs>
            </a:gsLst>
            <a:lin ang="1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buClrTx/>
              <a:defRPr/>
            </a:pPr>
            <a:endParaRPr lang="fr-FR" sz="1800" kern="1200">
              <a:solidFill>
                <a:prstClr val="white"/>
              </a:solidFill>
              <a:latin typeface="Encode Sans ExpandedLight"/>
            </a:endParaRPr>
          </a:p>
        </p:txBody>
      </p:sp>
      <p:sp>
        <p:nvSpPr>
          <p:cNvPr id="4" name="Parallelogram 22">
            <a:extLst>
              <a:ext uri="{FF2B5EF4-FFF2-40B4-BE49-F238E27FC236}">
                <a16:creationId xmlns:a16="http://schemas.microsoft.com/office/drawing/2014/main" id="{2DFE77F4-468B-D729-08D3-5500FA4A0C9F}"/>
              </a:ext>
            </a:extLst>
          </p:cNvPr>
          <p:cNvSpPr/>
          <p:nvPr userDrawn="1"/>
        </p:nvSpPr>
        <p:spPr>
          <a:xfrm>
            <a:off x="-4171" y="-3176"/>
            <a:ext cx="5967314" cy="6867365"/>
          </a:xfrm>
          <a:custGeom>
            <a:avLst/>
            <a:gdLst>
              <a:gd name="connsiteX0" fmla="*/ 0 w 8345097"/>
              <a:gd name="connsiteY0" fmla="*/ 7086360 h 7086360"/>
              <a:gd name="connsiteX1" fmla="*/ 4731137 w 8345097"/>
              <a:gd name="connsiteY1" fmla="*/ 0 h 7086360"/>
              <a:gd name="connsiteX2" fmla="*/ 8345097 w 8345097"/>
              <a:gd name="connsiteY2" fmla="*/ 0 h 7086360"/>
              <a:gd name="connsiteX3" fmla="*/ 3613960 w 8345097"/>
              <a:gd name="connsiteY3" fmla="*/ 7086360 h 7086360"/>
              <a:gd name="connsiteX4" fmla="*/ 0 w 8345097"/>
              <a:gd name="connsiteY4" fmla="*/ 7086360 h 7086360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613960 w 8345097"/>
              <a:gd name="connsiteY3" fmla="*/ 7097935 h 7097935"/>
              <a:gd name="connsiteX4" fmla="*/ 0 w 8345097"/>
              <a:gd name="connsiteY4" fmla="*/ 7097935 h 7097935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752856 w 8345097"/>
              <a:gd name="connsiteY3" fmla="*/ 6889590 h 7097935"/>
              <a:gd name="connsiteX4" fmla="*/ 0 w 8345097"/>
              <a:gd name="connsiteY4" fmla="*/ 7097935 h 7097935"/>
              <a:gd name="connsiteX0" fmla="*/ 49207 w 5963621"/>
              <a:gd name="connsiteY0" fmla="*/ 6415028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49207 w 5963621"/>
              <a:gd name="connsiteY4" fmla="*/ 6415028 h 6889590"/>
              <a:gd name="connsiteX0" fmla="*/ 2909 w 5963621"/>
              <a:gd name="connsiteY0" fmla="*/ 6866441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2909 w 5963621"/>
              <a:gd name="connsiteY4" fmla="*/ 6866441 h 6889590"/>
              <a:gd name="connsiteX0" fmla="*/ 3 w 5960715"/>
              <a:gd name="connsiteY0" fmla="*/ 6854866 h 6878015"/>
              <a:gd name="connsiteX1" fmla="*/ 330469 w 5960715"/>
              <a:gd name="connsiteY1" fmla="*/ 321800 h 6878015"/>
              <a:gd name="connsiteX2" fmla="*/ 5960715 w 5960715"/>
              <a:gd name="connsiteY2" fmla="*/ 0 h 6878015"/>
              <a:gd name="connsiteX3" fmla="*/ 1368474 w 5960715"/>
              <a:gd name="connsiteY3" fmla="*/ 6878015 h 6878015"/>
              <a:gd name="connsiteX4" fmla="*/ 3 w 5960715"/>
              <a:gd name="connsiteY4" fmla="*/ 6854866 h 6878015"/>
              <a:gd name="connsiteX0" fmla="*/ 2909 w 5963621"/>
              <a:gd name="connsiteY0" fmla="*/ 6856916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909 w 5963621"/>
              <a:gd name="connsiteY4" fmla="*/ 6856916 h 6880065"/>
              <a:gd name="connsiteX0" fmla="*/ 215634 w 5963621"/>
              <a:gd name="connsiteY0" fmla="*/ 66822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15634 w 5963621"/>
              <a:gd name="connsiteY4" fmla="*/ 6682291 h 6880065"/>
              <a:gd name="connsiteX0" fmla="*/ 94984 w 5963621"/>
              <a:gd name="connsiteY0" fmla="*/ 67584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94984 w 5963621"/>
              <a:gd name="connsiteY4" fmla="*/ 6758491 h 6880065"/>
              <a:gd name="connsiteX0" fmla="*/ 252 w 5964139"/>
              <a:gd name="connsiteY0" fmla="*/ 6856916 h 6880065"/>
              <a:gd name="connsiteX1" fmla="*/ 518 w 5964139"/>
              <a:gd name="connsiteY1" fmla="*/ 0 h 6880065"/>
              <a:gd name="connsiteX2" fmla="*/ 5964139 w 5964139"/>
              <a:gd name="connsiteY2" fmla="*/ 2050 h 6880065"/>
              <a:gd name="connsiteX3" fmla="*/ 1371898 w 5964139"/>
              <a:gd name="connsiteY3" fmla="*/ 6880065 h 6880065"/>
              <a:gd name="connsiteX4" fmla="*/ 252 w 5964139"/>
              <a:gd name="connsiteY4" fmla="*/ 6856916 h 6880065"/>
              <a:gd name="connsiteX0" fmla="*/ 252 w 5964139"/>
              <a:gd name="connsiteY0" fmla="*/ 6856916 h 6864190"/>
              <a:gd name="connsiteX1" fmla="*/ 518 w 5964139"/>
              <a:gd name="connsiteY1" fmla="*/ 0 h 6864190"/>
              <a:gd name="connsiteX2" fmla="*/ 5964139 w 5964139"/>
              <a:gd name="connsiteY2" fmla="*/ 2050 h 6864190"/>
              <a:gd name="connsiteX3" fmla="*/ 1381423 w 5964139"/>
              <a:gd name="connsiteY3" fmla="*/ 6864190 h 6864190"/>
              <a:gd name="connsiteX4" fmla="*/ 252 w 5964139"/>
              <a:gd name="connsiteY4" fmla="*/ 6856916 h 6864190"/>
              <a:gd name="connsiteX0" fmla="*/ 117 w 5967179"/>
              <a:gd name="connsiteY0" fmla="*/ 685691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56916 h 6864190"/>
              <a:gd name="connsiteX0" fmla="*/ 117 w 5967179"/>
              <a:gd name="connsiteY0" fmla="*/ 686326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63266 h 6864190"/>
              <a:gd name="connsiteX0" fmla="*/ 252 w 5967314"/>
              <a:gd name="connsiteY0" fmla="*/ 6866441 h 6867365"/>
              <a:gd name="connsiteX1" fmla="*/ 518 w 5967314"/>
              <a:gd name="connsiteY1" fmla="*/ 0 h 6867365"/>
              <a:gd name="connsiteX2" fmla="*/ 5967314 w 5967314"/>
              <a:gd name="connsiteY2" fmla="*/ 5225 h 6867365"/>
              <a:gd name="connsiteX3" fmla="*/ 1384598 w 5967314"/>
              <a:gd name="connsiteY3" fmla="*/ 6867365 h 6867365"/>
              <a:gd name="connsiteX4" fmla="*/ 252 w 5967314"/>
              <a:gd name="connsiteY4" fmla="*/ 6866441 h 686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7314" h="6867365">
                <a:moveTo>
                  <a:pt x="252" y="6866441"/>
                </a:moveTo>
                <a:cubicBezTo>
                  <a:pt x="-718" y="4577627"/>
                  <a:pt x="1488" y="2288814"/>
                  <a:pt x="518" y="0"/>
                </a:cubicBezTo>
                <a:lnTo>
                  <a:pt x="5967314" y="5225"/>
                </a:lnTo>
                <a:lnTo>
                  <a:pt x="1384598" y="6867365"/>
                </a:lnTo>
                <a:lnTo>
                  <a:pt x="252" y="68664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defRPr/>
            </a:pPr>
            <a:endParaRPr lang="ru-RU" sz="2489" kern="1200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2AB36124-2255-AEF0-B398-493EE7C60D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35" y="619184"/>
            <a:ext cx="3882500" cy="10196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889" y="2090899"/>
            <a:ext cx="10440000" cy="1548000"/>
          </a:xfrm>
        </p:spPr>
        <p:txBody>
          <a:bodyPr anchor="b"/>
          <a:lstStyle>
            <a:lvl1pPr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889" y="3709352"/>
            <a:ext cx="10440000" cy="792000"/>
          </a:xfrm>
        </p:spPr>
        <p:txBody>
          <a:bodyPr/>
          <a:lstStyle>
            <a:lvl1pPr>
              <a:defRPr sz="2900" b="0">
                <a:solidFill>
                  <a:schemeClr val="bg1"/>
                </a:solidFill>
                <a:latin typeface="+mn-lt"/>
              </a:defRPr>
            </a:lvl1pPr>
            <a:lvl2pPr>
              <a:defRPr sz="2500">
                <a:latin typeface="Encode Sans ExpandedLight" pitchFamily="2" charset="0"/>
              </a:defRPr>
            </a:lvl2pPr>
            <a:lvl3pPr>
              <a:defRPr sz="2500">
                <a:latin typeface="Encode Sans ExpandedLight" pitchFamily="2" charset="0"/>
              </a:defRPr>
            </a:lvl3pPr>
            <a:lvl4pPr>
              <a:defRPr sz="2500">
                <a:latin typeface="Encode Sans ExpandedLight" pitchFamily="2" charset="0"/>
              </a:defRPr>
            </a:lvl4pPr>
            <a:lvl5pPr>
              <a:defRPr sz="2500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3680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56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805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2938" y="3425825"/>
            <a:ext cx="10906128" cy="2916609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3BBE2E00-CF31-C8D9-48EA-8017A8D9990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30617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8CEB9FB4-F871-B6D2-0CE7-A4E25AE2A24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40755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7;p18">
            <a:extLst>
              <a:ext uri="{FF2B5EF4-FFF2-40B4-BE49-F238E27FC236}">
                <a16:creationId xmlns:a16="http://schemas.microsoft.com/office/drawing/2014/main" id="{AC926F41-199E-5813-86A7-D60C7A20C1CF}"/>
              </a:ext>
            </a:extLst>
          </p:cNvPr>
          <p:cNvSpPr/>
          <p:nvPr userDrawn="1"/>
        </p:nvSpPr>
        <p:spPr>
          <a:xfrm>
            <a:off x="9138483" y="0"/>
            <a:ext cx="3067543" cy="6869574"/>
          </a:xfrm>
          <a:custGeom>
            <a:avLst/>
            <a:gdLst>
              <a:gd name="connsiteX0" fmla="*/ 0 w 7111431"/>
              <a:gd name="connsiteY0" fmla="*/ 6858000 h 6858000"/>
              <a:gd name="connsiteX1" fmla="*/ 3060040 w 7111431"/>
              <a:gd name="connsiteY1" fmla="*/ 0 h 6858000"/>
              <a:gd name="connsiteX2" fmla="*/ 7111431 w 7111431"/>
              <a:gd name="connsiteY2" fmla="*/ 0 h 6858000"/>
              <a:gd name="connsiteX3" fmla="*/ 4051391 w 7111431"/>
              <a:gd name="connsiteY3" fmla="*/ 6858000 h 6858000"/>
              <a:gd name="connsiteX4" fmla="*/ 0 w 7111431"/>
              <a:gd name="connsiteY4" fmla="*/ 6858000 h 6858000"/>
              <a:gd name="connsiteX0" fmla="*/ 0 w 4051391"/>
              <a:gd name="connsiteY0" fmla="*/ 6858000 h 6858000"/>
              <a:gd name="connsiteX1" fmla="*/ 3060040 w 4051391"/>
              <a:gd name="connsiteY1" fmla="*/ 0 h 6858000"/>
              <a:gd name="connsiteX2" fmla="*/ 4051391 w 4051391"/>
              <a:gd name="connsiteY2" fmla="*/ 6858000 h 6858000"/>
              <a:gd name="connsiteX3" fmla="*/ 0 w 4051391"/>
              <a:gd name="connsiteY3" fmla="*/ 6858000 h 6858000"/>
              <a:gd name="connsiteX0" fmla="*/ 0 w 3067543"/>
              <a:gd name="connsiteY0" fmla="*/ 6858000 h 6869574"/>
              <a:gd name="connsiteX1" fmla="*/ 3060040 w 3067543"/>
              <a:gd name="connsiteY1" fmla="*/ 0 h 6869574"/>
              <a:gd name="connsiteX2" fmla="*/ 3067543 w 3067543"/>
              <a:gd name="connsiteY2" fmla="*/ 6869574 h 6869574"/>
              <a:gd name="connsiteX3" fmla="*/ 0 w 3067543"/>
              <a:gd name="connsiteY3" fmla="*/ 6858000 h 686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7543" h="6869574">
                <a:moveTo>
                  <a:pt x="0" y="6858000"/>
                </a:moveTo>
                <a:lnTo>
                  <a:pt x="3060040" y="0"/>
                </a:lnTo>
                <a:lnTo>
                  <a:pt x="3067543" y="6869574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89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927612"/>
            <a:ext cx="7206312" cy="3240000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635098"/>
            <a:ext cx="7206312" cy="122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019936" y="1357932"/>
            <a:ext cx="3575434" cy="4809680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923D940D-6189-0632-C553-784DD079DE8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1029439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sma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927612"/>
            <a:ext cx="7206312" cy="3240000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635098"/>
            <a:ext cx="7206312" cy="122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718825" y="1091196"/>
            <a:ext cx="4917367" cy="5772030"/>
          </a:xfrm>
          <a:custGeom>
            <a:avLst/>
            <a:gdLst>
              <a:gd name="connsiteX0" fmla="*/ 0 w 4901492"/>
              <a:gd name="connsiteY0" fmla="*/ 0 h 5769980"/>
              <a:gd name="connsiteX1" fmla="*/ 4901492 w 4901492"/>
              <a:gd name="connsiteY1" fmla="*/ 0 h 5769980"/>
              <a:gd name="connsiteX2" fmla="*/ 4901492 w 4901492"/>
              <a:gd name="connsiteY2" fmla="*/ 5769980 h 5769980"/>
              <a:gd name="connsiteX3" fmla="*/ 0 w 4901492"/>
              <a:gd name="connsiteY3" fmla="*/ 5769980 h 5769980"/>
              <a:gd name="connsiteX4" fmla="*/ 0 w 4901492"/>
              <a:gd name="connsiteY4" fmla="*/ 0 h 5769980"/>
              <a:gd name="connsiteX0" fmla="*/ 0 w 4901492"/>
              <a:gd name="connsiteY0" fmla="*/ 0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0 w 4901492"/>
              <a:gd name="connsiteY4" fmla="*/ 0 h 5781555"/>
              <a:gd name="connsiteX0" fmla="*/ 2152891 w 4901492"/>
              <a:gd name="connsiteY0" fmla="*/ 0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2152891 w 4901492"/>
              <a:gd name="connsiteY4" fmla="*/ 0 h 5781555"/>
              <a:gd name="connsiteX0" fmla="*/ 2419108 w 4901492"/>
              <a:gd name="connsiteY0" fmla="*/ 0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2419108 w 4901492"/>
              <a:gd name="connsiteY4" fmla="*/ 0 h 5781555"/>
              <a:gd name="connsiteX0" fmla="*/ 2641358 w 4901492"/>
              <a:gd name="connsiteY0" fmla="*/ 3175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2641358 w 4901492"/>
              <a:gd name="connsiteY4" fmla="*/ 3175 h 5781555"/>
              <a:gd name="connsiteX0" fmla="*/ 2441333 w 4901492"/>
              <a:gd name="connsiteY0" fmla="*/ 3175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2441333 w 4901492"/>
              <a:gd name="connsiteY4" fmla="*/ 3175 h 5781555"/>
              <a:gd name="connsiteX0" fmla="*/ 2441333 w 4901492"/>
              <a:gd name="connsiteY0" fmla="*/ 3175 h 5769980"/>
              <a:gd name="connsiteX1" fmla="*/ 4901492 w 4901492"/>
              <a:gd name="connsiteY1" fmla="*/ 0 h 5769980"/>
              <a:gd name="connsiteX2" fmla="*/ 2344933 w 4901492"/>
              <a:gd name="connsiteY2" fmla="*/ 5743455 h 5769980"/>
              <a:gd name="connsiteX3" fmla="*/ 0 w 4901492"/>
              <a:gd name="connsiteY3" fmla="*/ 5769980 h 5769980"/>
              <a:gd name="connsiteX4" fmla="*/ 2441333 w 4901492"/>
              <a:gd name="connsiteY4" fmla="*/ 3175 h 5769980"/>
              <a:gd name="connsiteX0" fmla="*/ 2441333 w 4901492"/>
              <a:gd name="connsiteY0" fmla="*/ 3175 h 5775205"/>
              <a:gd name="connsiteX1" fmla="*/ 4901492 w 4901492"/>
              <a:gd name="connsiteY1" fmla="*/ 0 h 5775205"/>
              <a:gd name="connsiteX2" fmla="*/ 2446533 w 4901492"/>
              <a:gd name="connsiteY2" fmla="*/ 5775205 h 5775205"/>
              <a:gd name="connsiteX3" fmla="*/ 0 w 4901492"/>
              <a:gd name="connsiteY3" fmla="*/ 5769980 h 5775205"/>
              <a:gd name="connsiteX4" fmla="*/ 2441333 w 4901492"/>
              <a:gd name="connsiteY4" fmla="*/ 3175 h 5775205"/>
              <a:gd name="connsiteX0" fmla="*/ 2441333 w 4917367"/>
              <a:gd name="connsiteY0" fmla="*/ 0 h 5772030"/>
              <a:gd name="connsiteX1" fmla="*/ 4917367 w 4917367"/>
              <a:gd name="connsiteY1" fmla="*/ 0 h 5772030"/>
              <a:gd name="connsiteX2" fmla="*/ 2446533 w 4917367"/>
              <a:gd name="connsiteY2" fmla="*/ 5772030 h 5772030"/>
              <a:gd name="connsiteX3" fmla="*/ 0 w 4917367"/>
              <a:gd name="connsiteY3" fmla="*/ 5766805 h 5772030"/>
              <a:gd name="connsiteX4" fmla="*/ 2441333 w 4917367"/>
              <a:gd name="connsiteY4" fmla="*/ 0 h 577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7367" h="5772030">
                <a:moveTo>
                  <a:pt x="2441333" y="0"/>
                </a:moveTo>
                <a:lnTo>
                  <a:pt x="4917367" y="0"/>
                </a:lnTo>
                <a:lnTo>
                  <a:pt x="2446533" y="5772030"/>
                </a:lnTo>
                <a:lnTo>
                  <a:pt x="0" y="5766805"/>
                </a:lnTo>
                <a:lnTo>
                  <a:pt x="2441333" y="0"/>
                </a:lnTo>
                <a:close/>
              </a:path>
            </a:pathLst>
          </a:cu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923D940D-6189-0632-C553-784DD079DE8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F5406160-AFD8-CAB4-BD34-E0159F65C63C}"/>
              </a:ext>
            </a:extLst>
          </p:cNvPr>
          <p:cNvSpPr/>
          <p:nvPr userDrawn="1"/>
        </p:nvSpPr>
        <p:spPr>
          <a:xfrm>
            <a:off x="11157996" y="4445448"/>
            <a:ext cx="1034004" cy="2412552"/>
          </a:xfrm>
          <a:custGeom>
            <a:avLst/>
            <a:gdLst>
              <a:gd name="connsiteX0" fmla="*/ 0 w 1034004"/>
              <a:gd name="connsiteY0" fmla="*/ 0 h 2412552"/>
              <a:gd name="connsiteX1" fmla="*/ 1034004 w 1034004"/>
              <a:gd name="connsiteY1" fmla="*/ 0 h 2412552"/>
              <a:gd name="connsiteX2" fmla="*/ 1034004 w 1034004"/>
              <a:gd name="connsiteY2" fmla="*/ 2412552 h 2412552"/>
              <a:gd name="connsiteX3" fmla="*/ 0 w 1034004"/>
              <a:gd name="connsiteY3" fmla="*/ 2412552 h 2412552"/>
              <a:gd name="connsiteX4" fmla="*/ 0 w 1034004"/>
              <a:gd name="connsiteY4" fmla="*/ 0 h 2412552"/>
              <a:gd name="connsiteX0" fmla="*/ 0 w 1034004"/>
              <a:gd name="connsiteY0" fmla="*/ 2412552 h 2412552"/>
              <a:gd name="connsiteX1" fmla="*/ 1034004 w 1034004"/>
              <a:gd name="connsiteY1" fmla="*/ 0 h 2412552"/>
              <a:gd name="connsiteX2" fmla="*/ 1034004 w 1034004"/>
              <a:gd name="connsiteY2" fmla="*/ 2412552 h 2412552"/>
              <a:gd name="connsiteX3" fmla="*/ 0 w 1034004"/>
              <a:gd name="connsiteY3" fmla="*/ 2412552 h 241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004" h="2412552">
                <a:moveTo>
                  <a:pt x="0" y="2412552"/>
                </a:moveTo>
                <a:lnTo>
                  <a:pt x="1034004" y="0"/>
                </a:lnTo>
                <a:lnTo>
                  <a:pt x="1034004" y="2412552"/>
                </a:lnTo>
                <a:lnTo>
                  <a:pt x="0" y="241255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71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890" y="1128410"/>
            <a:ext cx="5452110" cy="50392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" y="2927612"/>
            <a:ext cx="4932000" cy="2880000"/>
          </a:xfrm>
        </p:spPr>
        <p:txBody>
          <a:bodyPr/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4DFCB1D7-DA62-A3FE-87CB-3CA04AA3E6F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4343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997200" y="3898800"/>
            <a:ext cx="2520000" cy="133200"/>
          </a:xfrm>
          <a:prstGeom prst="rect">
            <a:avLst/>
          </a:prstGeom>
        </p:spPr>
        <p:txBody>
          <a:bodyPr/>
          <a:lstStyle/>
          <a:p>
            <a:r>
              <a:rPr lang="en-US" b="0" noProof="0"/>
              <a:t>Talent Acquisition Global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3890" y="1128410"/>
            <a:ext cx="545400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00" y="1128410"/>
            <a:ext cx="5500800" cy="50392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0B1F49C4-DCB1-96F8-2BE8-EDBF7591D12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85721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890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96868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022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409000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20F472E6-E78E-1155-4F89-819AD2E61E7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  <p:sp>
        <p:nvSpPr>
          <p:cNvPr id="3" name="Espace réservé du numéro de diapositive 7">
            <a:extLst>
              <a:ext uri="{FF2B5EF4-FFF2-40B4-BE49-F238E27FC236}">
                <a16:creationId xmlns:a16="http://schemas.microsoft.com/office/drawing/2014/main" id="{3D75D980-E4C1-70A5-D305-99DEF2F7D6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28548" y="6397368"/>
            <a:ext cx="541454" cy="184666"/>
          </a:xfrm>
        </p:spPr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</p:spTree>
    <p:extLst>
      <p:ext uri="{BB962C8B-B14F-4D97-AF65-F5344CB8AC3E}">
        <p14:creationId xmlns:p14="http://schemas.microsoft.com/office/powerpoint/2010/main" val="3139935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6319" y="1128407"/>
            <a:ext cx="5462565" cy="5256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21428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04733"/>
            <a:ext cx="5076000" cy="1707159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Espace réservé du texte 16">
            <a:extLst>
              <a:ext uri="{FF2B5EF4-FFF2-40B4-BE49-F238E27FC236}">
                <a16:creationId xmlns:a16="http://schemas.microsoft.com/office/drawing/2014/main" id="{47F0136F-2D64-433D-A5B2-DB1BA419C0CC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578259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7;p18">
            <a:extLst>
              <a:ext uri="{FF2B5EF4-FFF2-40B4-BE49-F238E27FC236}">
                <a16:creationId xmlns:a16="http://schemas.microsoft.com/office/drawing/2014/main" id="{2DFB32D6-DA7A-B5AB-6F9C-0D80D5E3B3DF}"/>
              </a:ext>
            </a:extLst>
          </p:cNvPr>
          <p:cNvSpPr/>
          <p:nvPr userDrawn="1"/>
        </p:nvSpPr>
        <p:spPr>
          <a:xfrm>
            <a:off x="9138483" y="0"/>
            <a:ext cx="3067543" cy="6869574"/>
          </a:xfrm>
          <a:custGeom>
            <a:avLst/>
            <a:gdLst>
              <a:gd name="connsiteX0" fmla="*/ 0 w 7111431"/>
              <a:gd name="connsiteY0" fmla="*/ 6858000 h 6858000"/>
              <a:gd name="connsiteX1" fmla="*/ 3060040 w 7111431"/>
              <a:gd name="connsiteY1" fmla="*/ 0 h 6858000"/>
              <a:gd name="connsiteX2" fmla="*/ 7111431 w 7111431"/>
              <a:gd name="connsiteY2" fmla="*/ 0 h 6858000"/>
              <a:gd name="connsiteX3" fmla="*/ 4051391 w 7111431"/>
              <a:gd name="connsiteY3" fmla="*/ 6858000 h 6858000"/>
              <a:gd name="connsiteX4" fmla="*/ 0 w 7111431"/>
              <a:gd name="connsiteY4" fmla="*/ 6858000 h 6858000"/>
              <a:gd name="connsiteX0" fmla="*/ 0 w 4051391"/>
              <a:gd name="connsiteY0" fmla="*/ 6858000 h 6858000"/>
              <a:gd name="connsiteX1" fmla="*/ 3060040 w 4051391"/>
              <a:gd name="connsiteY1" fmla="*/ 0 h 6858000"/>
              <a:gd name="connsiteX2" fmla="*/ 4051391 w 4051391"/>
              <a:gd name="connsiteY2" fmla="*/ 6858000 h 6858000"/>
              <a:gd name="connsiteX3" fmla="*/ 0 w 4051391"/>
              <a:gd name="connsiteY3" fmla="*/ 6858000 h 6858000"/>
              <a:gd name="connsiteX0" fmla="*/ 0 w 3067543"/>
              <a:gd name="connsiteY0" fmla="*/ 6858000 h 6869574"/>
              <a:gd name="connsiteX1" fmla="*/ 3060040 w 3067543"/>
              <a:gd name="connsiteY1" fmla="*/ 0 h 6869574"/>
              <a:gd name="connsiteX2" fmla="*/ 3067543 w 3067543"/>
              <a:gd name="connsiteY2" fmla="*/ 6869574 h 6869574"/>
              <a:gd name="connsiteX3" fmla="*/ 0 w 3067543"/>
              <a:gd name="connsiteY3" fmla="*/ 6858000 h 686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7543" h="6869574">
                <a:moveTo>
                  <a:pt x="0" y="6858000"/>
                </a:moveTo>
                <a:lnTo>
                  <a:pt x="3060040" y="0"/>
                </a:lnTo>
                <a:lnTo>
                  <a:pt x="3067543" y="6869574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89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11052484" cy="3744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B419FC59-E72A-9E22-FA92-D938437A06E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1807780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7019999" cy="3600138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399" y="1337159"/>
            <a:ext cx="7020000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BE6F09B7-3337-9809-7A66-378FD8DD802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442684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7;p18">
            <a:extLst>
              <a:ext uri="{FF2B5EF4-FFF2-40B4-BE49-F238E27FC236}">
                <a16:creationId xmlns:a16="http://schemas.microsoft.com/office/drawing/2014/main" id="{7A71E5F9-2365-0D29-820A-7C151A43798F}"/>
              </a:ext>
            </a:extLst>
          </p:cNvPr>
          <p:cNvSpPr/>
          <p:nvPr userDrawn="1"/>
        </p:nvSpPr>
        <p:spPr>
          <a:xfrm>
            <a:off x="9138483" y="0"/>
            <a:ext cx="3067543" cy="6869574"/>
          </a:xfrm>
          <a:custGeom>
            <a:avLst/>
            <a:gdLst>
              <a:gd name="connsiteX0" fmla="*/ 0 w 7111431"/>
              <a:gd name="connsiteY0" fmla="*/ 6858000 h 6858000"/>
              <a:gd name="connsiteX1" fmla="*/ 3060040 w 7111431"/>
              <a:gd name="connsiteY1" fmla="*/ 0 h 6858000"/>
              <a:gd name="connsiteX2" fmla="*/ 7111431 w 7111431"/>
              <a:gd name="connsiteY2" fmla="*/ 0 h 6858000"/>
              <a:gd name="connsiteX3" fmla="*/ 4051391 w 7111431"/>
              <a:gd name="connsiteY3" fmla="*/ 6858000 h 6858000"/>
              <a:gd name="connsiteX4" fmla="*/ 0 w 7111431"/>
              <a:gd name="connsiteY4" fmla="*/ 6858000 h 6858000"/>
              <a:gd name="connsiteX0" fmla="*/ 0 w 4051391"/>
              <a:gd name="connsiteY0" fmla="*/ 6858000 h 6858000"/>
              <a:gd name="connsiteX1" fmla="*/ 3060040 w 4051391"/>
              <a:gd name="connsiteY1" fmla="*/ 0 h 6858000"/>
              <a:gd name="connsiteX2" fmla="*/ 4051391 w 4051391"/>
              <a:gd name="connsiteY2" fmla="*/ 6858000 h 6858000"/>
              <a:gd name="connsiteX3" fmla="*/ 0 w 4051391"/>
              <a:gd name="connsiteY3" fmla="*/ 6858000 h 6858000"/>
              <a:gd name="connsiteX0" fmla="*/ 0 w 3067543"/>
              <a:gd name="connsiteY0" fmla="*/ 6858000 h 6869574"/>
              <a:gd name="connsiteX1" fmla="*/ 3060040 w 3067543"/>
              <a:gd name="connsiteY1" fmla="*/ 0 h 6869574"/>
              <a:gd name="connsiteX2" fmla="*/ 3067543 w 3067543"/>
              <a:gd name="connsiteY2" fmla="*/ 6869574 h 6869574"/>
              <a:gd name="connsiteX3" fmla="*/ 0 w 3067543"/>
              <a:gd name="connsiteY3" fmla="*/ 6858000 h 686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7543" h="6869574">
                <a:moveTo>
                  <a:pt x="0" y="6858000"/>
                </a:moveTo>
                <a:lnTo>
                  <a:pt x="3060040" y="0"/>
                </a:lnTo>
                <a:lnTo>
                  <a:pt x="3067543" y="6869574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89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1337159"/>
            <a:ext cx="5400000" cy="4819801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3028" y="128806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3028" y="385600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BF144683-448B-AEEC-9E1B-EE5A080FBBA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686383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56" y="3023085"/>
            <a:ext cx="3384000" cy="684000"/>
          </a:xfrm>
          <a:solidFill>
            <a:schemeClr val="tx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3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9106" y="3023085"/>
            <a:ext cx="3384000" cy="684000"/>
          </a:xfrm>
          <a:solidFill>
            <a:schemeClr val="tx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194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4656" y="3023085"/>
            <a:ext cx="3384000" cy="684000"/>
          </a:xfrm>
          <a:solidFill>
            <a:schemeClr val="tx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74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9FC375D8-754D-F925-D386-C531E063BFA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4217412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7127143" cy="1296000"/>
          </a:xfrm>
        </p:spPr>
        <p:txBody>
          <a:bodyPr/>
          <a:lstStyle>
            <a:lvl1pPr>
              <a:defRPr sz="2400"/>
            </a:lvl1pPr>
            <a:lvl2pPr>
              <a:buNone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5543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7B4C1293-FFAD-77B0-06A2-4C97EB91E39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415846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A37B1C57-DE1C-3D55-9AA6-2EC73EA09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3733233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ac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FEBD29-A2FA-59FB-FF78-3F8070935093}"/>
              </a:ext>
            </a:extLst>
          </p:cNvPr>
          <p:cNvSpPr/>
          <p:nvPr userDrawn="1"/>
        </p:nvSpPr>
        <p:spPr>
          <a:xfrm>
            <a:off x="-4172" y="-3173"/>
            <a:ext cx="12196171" cy="6861175"/>
          </a:xfrm>
          <a:prstGeom prst="rect">
            <a:avLst/>
          </a:prstGeom>
          <a:gradFill flip="none" rotWithShape="1">
            <a:gsLst>
              <a:gs pos="1500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7788">
              <a:buClrTx/>
              <a:defRPr/>
            </a:pPr>
            <a:endParaRPr lang="fr-FR" sz="1669" kern="1200">
              <a:solidFill>
                <a:prstClr val="white"/>
              </a:solidFill>
              <a:latin typeface="Encode Sans ExpandedLight"/>
            </a:endParaRPr>
          </a:p>
        </p:txBody>
      </p:sp>
      <p:sp>
        <p:nvSpPr>
          <p:cNvPr id="4" name="Parallelogram 22">
            <a:extLst>
              <a:ext uri="{FF2B5EF4-FFF2-40B4-BE49-F238E27FC236}">
                <a16:creationId xmlns:a16="http://schemas.microsoft.com/office/drawing/2014/main" id="{0E3CF52A-2667-3E70-2B15-C411A883EBA1}"/>
              </a:ext>
            </a:extLst>
          </p:cNvPr>
          <p:cNvSpPr/>
          <p:nvPr userDrawn="1"/>
        </p:nvSpPr>
        <p:spPr>
          <a:xfrm>
            <a:off x="-4169" y="-3174"/>
            <a:ext cx="5967314" cy="6867365"/>
          </a:xfrm>
          <a:custGeom>
            <a:avLst/>
            <a:gdLst>
              <a:gd name="connsiteX0" fmla="*/ 0 w 8345097"/>
              <a:gd name="connsiteY0" fmla="*/ 7086360 h 7086360"/>
              <a:gd name="connsiteX1" fmla="*/ 4731137 w 8345097"/>
              <a:gd name="connsiteY1" fmla="*/ 0 h 7086360"/>
              <a:gd name="connsiteX2" fmla="*/ 8345097 w 8345097"/>
              <a:gd name="connsiteY2" fmla="*/ 0 h 7086360"/>
              <a:gd name="connsiteX3" fmla="*/ 3613960 w 8345097"/>
              <a:gd name="connsiteY3" fmla="*/ 7086360 h 7086360"/>
              <a:gd name="connsiteX4" fmla="*/ 0 w 8345097"/>
              <a:gd name="connsiteY4" fmla="*/ 7086360 h 7086360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613960 w 8345097"/>
              <a:gd name="connsiteY3" fmla="*/ 7097935 h 7097935"/>
              <a:gd name="connsiteX4" fmla="*/ 0 w 8345097"/>
              <a:gd name="connsiteY4" fmla="*/ 7097935 h 7097935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752856 w 8345097"/>
              <a:gd name="connsiteY3" fmla="*/ 6889590 h 7097935"/>
              <a:gd name="connsiteX4" fmla="*/ 0 w 8345097"/>
              <a:gd name="connsiteY4" fmla="*/ 7097935 h 7097935"/>
              <a:gd name="connsiteX0" fmla="*/ 49207 w 5963621"/>
              <a:gd name="connsiteY0" fmla="*/ 6415028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49207 w 5963621"/>
              <a:gd name="connsiteY4" fmla="*/ 6415028 h 6889590"/>
              <a:gd name="connsiteX0" fmla="*/ 2909 w 5963621"/>
              <a:gd name="connsiteY0" fmla="*/ 6866441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2909 w 5963621"/>
              <a:gd name="connsiteY4" fmla="*/ 6866441 h 6889590"/>
              <a:gd name="connsiteX0" fmla="*/ 3 w 5960715"/>
              <a:gd name="connsiteY0" fmla="*/ 6854866 h 6878015"/>
              <a:gd name="connsiteX1" fmla="*/ 330469 w 5960715"/>
              <a:gd name="connsiteY1" fmla="*/ 321800 h 6878015"/>
              <a:gd name="connsiteX2" fmla="*/ 5960715 w 5960715"/>
              <a:gd name="connsiteY2" fmla="*/ 0 h 6878015"/>
              <a:gd name="connsiteX3" fmla="*/ 1368474 w 5960715"/>
              <a:gd name="connsiteY3" fmla="*/ 6878015 h 6878015"/>
              <a:gd name="connsiteX4" fmla="*/ 3 w 5960715"/>
              <a:gd name="connsiteY4" fmla="*/ 6854866 h 6878015"/>
              <a:gd name="connsiteX0" fmla="*/ 2909 w 5963621"/>
              <a:gd name="connsiteY0" fmla="*/ 6856916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909 w 5963621"/>
              <a:gd name="connsiteY4" fmla="*/ 6856916 h 6880065"/>
              <a:gd name="connsiteX0" fmla="*/ 215634 w 5963621"/>
              <a:gd name="connsiteY0" fmla="*/ 66822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15634 w 5963621"/>
              <a:gd name="connsiteY4" fmla="*/ 6682291 h 6880065"/>
              <a:gd name="connsiteX0" fmla="*/ 94984 w 5963621"/>
              <a:gd name="connsiteY0" fmla="*/ 67584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94984 w 5963621"/>
              <a:gd name="connsiteY4" fmla="*/ 6758491 h 6880065"/>
              <a:gd name="connsiteX0" fmla="*/ 252 w 5964139"/>
              <a:gd name="connsiteY0" fmla="*/ 6856916 h 6880065"/>
              <a:gd name="connsiteX1" fmla="*/ 518 w 5964139"/>
              <a:gd name="connsiteY1" fmla="*/ 0 h 6880065"/>
              <a:gd name="connsiteX2" fmla="*/ 5964139 w 5964139"/>
              <a:gd name="connsiteY2" fmla="*/ 2050 h 6880065"/>
              <a:gd name="connsiteX3" fmla="*/ 1371898 w 5964139"/>
              <a:gd name="connsiteY3" fmla="*/ 6880065 h 6880065"/>
              <a:gd name="connsiteX4" fmla="*/ 252 w 5964139"/>
              <a:gd name="connsiteY4" fmla="*/ 6856916 h 6880065"/>
              <a:gd name="connsiteX0" fmla="*/ 252 w 5964139"/>
              <a:gd name="connsiteY0" fmla="*/ 6856916 h 6864190"/>
              <a:gd name="connsiteX1" fmla="*/ 518 w 5964139"/>
              <a:gd name="connsiteY1" fmla="*/ 0 h 6864190"/>
              <a:gd name="connsiteX2" fmla="*/ 5964139 w 5964139"/>
              <a:gd name="connsiteY2" fmla="*/ 2050 h 6864190"/>
              <a:gd name="connsiteX3" fmla="*/ 1381423 w 5964139"/>
              <a:gd name="connsiteY3" fmla="*/ 6864190 h 6864190"/>
              <a:gd name="connsiteX4" fmla="*/ 252 w 5964139"/>
              <a:gd name="connsiteY4" fmla="*/ 6856916 h 6864190"/>
              <a:gd name="connsiteX0" fmla="*/ 117 w 5967179"/>
              <a:gd name="connsiteY0" fmla="*/ 685691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56916 h 6864190"/>
              <a:gd name="connsiteX0" fmla="*/ 117 w 5967179"/>
              <a:gd name="connsiteY0" fmla="*/ 686326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63266 h 6864190"/>
              <a:gd name="connsiteX0" fmla="*/ 252 w 5967314"/>
              <a:gd name="connsiteY0" fmla="*/ 6866441 h 6867365"/>
              <a:gd name="connsiteX1" fmla="*/ 518 w 5967314"/>
              <a:gd name="connsiteY1" fmla="*/ 0 h 6867365"/>
              <a:gd name="connsiteX2" fmla="*/ 5967314 w 5967314"/>
              <a:gd name="connsiteY2" fmla="*/ 5225 h 6867365"/>
              <a:gd name="connsiteX3" fmla="*/ 1384598 w 5967314"/>
              <a:gd name="connsiteY3" fmla="*/ 6867365 h 6867365"/>
              <a:gd name="connsiteX4" fmla="*/ 252 w 5967314"/>
              <a:gd name="connsiteY4" fmla="*/ 6866441 h 686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7314" h="6867365">
                <a:moveTo>
                  <a:pt x="252" y="6866441"/>
                </a:moveTo>
                <a:cubicBezTo>
                  <a:pt x="-718" y="4577627"/>
                  <a:pt x="1488" y="2288814"/>
                  <a:pt x="518" y="0"/>
                </a:cubicBezTo>
                <a:lnTo>
                  <a:pt x="5967314" y="5225"/>
                </a:lnTo>
                <a:lnTo>
                  <a:pt x="1384598" y="6867365"/>
                </a:lnTo>
                <a:lnTo>
                  <a:pt x="252" y="68664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847788">
              <a:defRPr/>
            </a:pPr>
            <a:endParaRPr lang="ru-RU" sz="2307" kern="120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48C02172-7393-35AD-4902-73735A5DF4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35" y="619186"/>
            <a:ext cx="3882500" cy="10196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AE01D72-D317-48EB-8946-13EE8EFCE2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1297" y="2971780"/>
            <a:ext cx="5400000" cy="1799999"/>
          </a:xfrm>
        </p:spPr>
        <p:txBody>
          <a:bodyPr anchor="b"/>
          <a:lstStyle>
            <a:lvl1pPr>
              <a:defRPr sz="3152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121B9EDF-81A4-4116-AE20-E6C846380D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1297" y="4838359"/>
            <a:ext cx="5400000" cy="1296000"/>
          </a:xfrm>
        </p:spPr>
        <p:txBody>
          <a:bodyPr/>
          <a:lstStyle>
            <a:lvl1pPr>
              <a:defRPr sz="1113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113">
                <a:solidFill>
                  <a:schemeClr val="bg1"/>
                </a:solidFill>
              </a:defRPr>
            </a:lvl2pPr>
            <a:lvl3pPr>
              <a:defRPr sz="1113">
                <a:solidFill>
                  <a:schemeClr val="bg1"/>
                </a:solidFill>
              </a:defRPr>
            </a:lvl3pPr>
            <a:lvl4pPr>
              <a:defRPr sz="1113">
                <a:solidFill>
                  <a:schemeClr val="bg1"/>
                </a:solidFill>
              </a:defRPr>
            </a:lvl4pPr>
            <a:lvl5pPr>
              <a:defRPr sz="11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6934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ac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FEBD29-A2FA-59FB-FF78-3F8070935093}"/>
              </a:ext>
            </a:extLst>
          </p:cNvPr>
          <p:cNvSpPr/>
          <p:nvPr userDrawn="1"/>
        </p:nvSpPr>
        <p:spPr>
          <a:xfrm>
            <a:off x="-4172" y="-3173"/>
            <a:ext cx="12196171" cy="6861175"/>
          </a:xfrm>
          <a:prstGeom prst="rect">
            <a:avLst/>
          </a:prstGeom>
          <a:gradFill flip="none" rotWithShape="1">
            <a:gsLst>
              <a:gs pos="1500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7788">
              <a:buClrTx/>
              <a:defRPr/>
            </a:pPr>
            <a:endParaRPr lang="fr-FR" sz="1669" kern="1200">
              <a:solidFill>
                <a:prstClr val="white"/>
              </a:solidFill>
              <a:latin typeface="Encode Sans ExpandedLight"/>
            </a:endParaRPr>
          </a:p>
        </p:txBody>
      </p:sp>
      <p:sp>
        <p:nvSpPr>
          <p:cNvPr id="4" name="Parallelogram 22">
            <a:extLst>
              <a:ext uri="{FF2B5EF4-FFF2-40B4-BE49-F238E27FC236}">
                <a16:creationId xmlns:a16="http://schemas.microsoft.com/office/drawing/2014/main" id="{0E3CF52A-2667-3E70-2B15-C411A883EBA1}"/>
              </a:ext>
            </a:extLst>
          </p:cNvPr>
          <p:cNvSpPr/>
          <p:nvPr userDrawn="1"/>
        </p:nvSpPr>
        <p:spPr>
          <a:xfrm>
            <a:off x="-4169" y="-3174"/>
            <a:ext cx="5967314" cy="6867365"/>
          </a:xfrm>
          <a:custGeom>
            <a:avLst/>
            <a:gdLst>
              <a:gd name="connsiteX0" fmla="*/ 0 w 8345097"/>
              <a:gd name="connsiteY0" fmla="*/ 7086360 h 7086360"/>
              <a:gd name="connsiteX1" fmla="*/ 4731137 w 8345097"/>
              <a:gd name="connsiteY1" fmla="*/ 0 h 7086360"/>
              <a:gd name="connsiteX2" fmla="*/ 8345097 w 8345097"/>
              <a:gd name="connsiteY2" fmla="*/ 0 h 7086360"/>
              <a:gd name="connsiteX3" fmla="*/ 3613960 w 8345097"/>
              <a:gd name="connsiteY3" fmla="*/ 7086360 h 7086360"/>
              <a:gd name="connsiteX4" fmla="*/ 0 w 8345097"/>
              <a:gd name="connsiteY4" fmla="*/ 7086360 h 7086360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613960 w 8345097"/>
              <a:gd name="connsiteY3" fmla="*/ 7097935 h 7097935"/>
              <a:gd name="connsiteX4" fmla="*/ 0 w 8345097"/>
              <a:gd name="connsiteY4" fmla="*/ 7097935 h 7097935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752856 w 8345097"/>
              <a:gd name="connsiteY3" fmla="*/ 6889590 h 7097935"/>
              <a:gd name="connsiteX4" fmla="*/ 0 w 8345097"/>
              <a:gd name="connsiteY4" fmla="*/ 7097935 h 7097935"/>
              <a:gd name="connsiteX0" fmla="*/ 49207 w 5963621"/>
              <a:gd name="connsiteY0" fmla="*/ 6415028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49207 w 5963621"/>
              <a:gd name="connsiteY4" fmla="*/ 6415028 h 6889590"/>
              <a:gd name="connsiteX0" fmla="*/ 2909 w 5963621"/>
              <a:gd name="connsiteY0" fmla="*/ 6866441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2909 w 5963621"/>
              <a:gd name="connsiteY4" fmla="*/ 6866441 h 6889590"/>
              <a:gd name="connsiteX0" fmla="*/ 3 w 5960715"/>
              <a:gd name="connsiteY0" fmla="*/ 6854866 h 6878015"/>
              <a:gd name="connsiteX1" fmla="*/ 330469 w 5960715"/>
              <a:gd name="connsiteY1" fmla="*/ 321800 h 6878015"/>
              <a:gd name="connsiteX2" fmla="*/ 5960715 w 5960715"/>
              <a:gd name="connsiteY2" fmla="*/ 0 h 6878015"/>
              <a:gd name="connsiteX3" fmla="*/ 1368474 w 5960715"/>
              <a:gd name="connsiteY3" fmla="*/ 6878015 h 6878015"/>
              <a:gd name="connsiteX4" fmla="*/ 3 w 5960715"/>
              <a:gd name="connsiteY4" fmla="*/ 6854866 h 6878015"/>
              <a:gd name="connsiteX0" fmla="*/ 2909 w 5963621"/>
              <a:gd name="connsiteY0" fmla="*/ 6856916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909 w 5963621"/>
              <a:gd name="connsiteY4" fmla="*/ 6856916 h 6880065"/>
              <a:gd name="connsiteX0" fmla="*/ 215634 w 5963621"/>
              <a:gd name="connsiteY0" fmla="*/ 66822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15634 w 5963621"/>
              <a:gd name="connsiteY4" fmla="*/ 6682291 h 6880065"/>
              <a:gd name="connsiteX0" fmla="*/ 94984 w 5963621"/>
              <a:gd name="connsiteY0" fmla="*/ 67584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94984 w 5963621"/>
              <a:gd name="connsiteY4" fmla="*/ 6758491 h 6880065"/>
              <a:gd name="connsiteX0" fmla="*/ 252 w 5964139"/>
              <a:gd name="connsiteY0" fmla="*/ 6856916 h 6880065"/>
              <a:gd name="connsiteX1" fmla="*/ 518 w 5964139"/>
              <a:gd name="connsiteY1" fmla="*/ 0 h 6880065"/>
              <a:gd name="connsiteX2" fmla="*/ 5964139 w 5964139"/>
              <a:gd name="connsiteY2" fmla="*/ 2050 h 6880065"/>
              <a:gd name="connsiteX3" fmla="*/ 1371898 w 5964139"/>
              <a:gd name="connsiteY3" fmla="*/ 6880065 h 6880065"/>
              <a:gd name="connsiteX4" fmla="*/ 252 w 5964139"/>
              <a:gd name="connsiteY4" fmla="*/ 6856916 h 6880065"/>
              <a:gd name="connsiteX0" fmla="*/ 252 w 5964139"/>
              <a:gd name="connsiteY0" fmla="*/ 6856916 h 6864190"/>
              <a:gd name="connsiteX1" fmla="*/ 518 w 5964139"/>
              <a:gd name="connsiteY1" fmla="*/ 0 h 6864190"/>
              <a:gd name="connsiteX2" fmla="*/ 5964139 w 5964139"/>
              <a:gd name="connsiteY2" fmla="*/ 2050 h 6864190"/>
              <a:gd name="connsiteX3" fmla="*/ 1381423 w 5964139"/>
              <a:gd name="connsiteY3" fmla="*/ 6864190 h 6864190"/>
              <a:gd name="connsiteX4" fmla="*/ 252 w 5964139"/>
              <a:gd name="connsiteY4" fmla="*/ 6856916 h 6864190"/>
              <a:gd name="connsiteX0" fmla="*/ 117 w 5967179"/>
              <a:gd name="connsiteY0" fmla="*/ 685691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56916 h 6864190"/>
              <a:gd name="connsiteX0" fmla="*/ 117 w 5967179"/>
              <a:gd name="connsiteY0" fmla="*/ 686326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63266 h 6864190"/>
              <a:gd name="connsiteX0" fmla="*/ 252 w 5967314"/>
              <a:gd name="connsiteY0" fmla="*/ 6866441 h 6867365"/>
              <a:gd name="connsiteX1" fmla="*/ 518 w 5967314"/>
              <a:gd name="connsiteY1" fmla="*/ 0 h 6867365"/>
              <a:gd name="connsiteX2" fmla="*/ 5967314 w 5967314"/>
              <a:gd name="connsiteY2" fmla="*/ 5225 h 6867365"/>
              <a:gd name="connsiteX3" fmla="*/ 1384598 w 5967314"/>
              <a:gd name="connsiteY3" fmla="*/ 6867365 h 6867365"/>
              <a:gd name="connsiteX4" fmla="*/ 252 w 5967314"/>
              <a:gd name="connsiteY4" fmla="*/ 6866441 h 686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7314" h="6867365">
                <a:moveTo>
                  <a:pt x="252" y="6866441"/>
                </a:moveTo>
                <a:cubicBezTo>
                  <a:pt x="-718" y="4577627"/>
                  <a:pt x="1488" y="2288814"/>
                  <a:pt x="518" y="0"/>
                </a:cubicBezTo>
                <a:lnTo>
                  <a:pt x="5967314" y="5225"/>
                </a:lnTo>
                <a:lnTo>
                  <a:pt x="1384598" y="6867365"/>
                </a:lnTo>
                <a:lnTo>
                  <a:pt x="252" y="68664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847788">
              <a:defRPr/>
            </a:pPr>
            <a:endParaRPr lang="ru-RU" sz="2307" kern="1200"/>
          </a:p>
        </p:txBody>
      </p:sp>
    </p:spTree>
    <p:extLst>
      <p:ext uri="{BB962C8B-B14F-4D97-AF65-F5344CB8AC3E}">
        <p14:creationId xmlns:p14="http://schemas.microsoft.com/office/powerpoint/2010/main" val="3659723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Placeholder 8">
            <a:extLst>
              <a:ext uri="{FF2B5EF4-FFF2-40B4-BE49-F238E27FC236}">
                <a16:creationId xmlns:a16="http://schemas.microsoft.com/office/drawing/2014/main" id="{1BA5820D-D125-6B36-32C2-883928094B9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9776" y="1804189"/>
            <a:ext cx="11072450" cy="4262751"/>
          </a:xfrm>
          <a:prstGeom prst="rect">
            <a:avLst/>
          </a:prstGeom>
        </p:spPr>
        <p:txBody>
          <a:bodyPr>
            <a:noAutofit/>
          </a:bodyPr>
          <a:lstStyle>
            <a:lvl1pPr marL="12700" indent="-12700"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Encode Sans Expanded Expanded L" pitchFamily="2" charset="77"/>
              </a:defRPr>
            </a:lvl1pPr>
            <a:lvl2pPr>
              <a:defRPr sz="1400" b="1" i="0">
                <a:latin typeface="Encode Sans Expanded Expanded S" pitchFamily="2" charset="77"/>
              </a:defRPr>
            </a:lvl2pPr>
            <a:lvl3pPr>
              <a:defRPr sz="1400" b="1" i="0">
                <a:latin typeface="Encode Sans Expanded Expanded S" pitchFamily="2" charset="77"/>
              </a:defRPr>
            </a:lvl3pPr>
            <a:lvl4pPr>
              <a:defRPr sz="1400" b="1" i="0">
                <a:latin typeface="Encode Sans Expanded Expanded S" pitchFamily="2" charset="77"/>
              </a:defRPr>
            </a:lvl4pPr>
            <a:lvl5pPr>
              <a:defRPr sz="1400" b="1" i="0">
                <a:latin typeface="Encode Sans Expanded Expanded 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6F978A-DD40-416B-1128-C0C86FB2A9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776" y="312618"/>
            <a:ext cx="9210389" cy="67140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buFont typeface="Arial" panose="020B0604020202020204" pitchFamily="34" charset="0"/>
              <a:buNone/>
              <a:defRPr sz="3600" b="1" i="0" cap="none">
                <a:solidFill>
                  <a:srgbClr val="243782"/>
                </a:solidFill>
                <a:latin typeface="Encode Sans Expanded Expanded 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8367D7C7-224D-7E60-96F4-714E2C668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775" y="984024"/>
            <a:ext cx="7255267" cy="649283"/>
          </a:xfrm>
          <a:prstGeom prst="rect">
            <a:avLst/>
          </a:prstGeom>
        </p:spPr>
        <p:txBody>
          <a:bodyPr>
            <a:noAutofit/>
          </a:bodyPr>
          <a:lstStyle>
            <a:lvl1pPr marL="12700" indent="-12700">
              <a:buFont typeface="Arial" panose="020B0604020202020204" pitchFamily="34" charset="0"/>
              <a:buNone/>
              <a:tabLst/>
              <a:defRPr sz="1800" b="0" i="0">
                <a:solidFill>
                  <a:srgbClr val="243782"/>
                </a:solidFill>
                <a:latin typeface="Encode Sans Expanded Expanded L" pitchFamily="2" charset="77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D4DAF9A-CC82-232C-7366-8A2028BD0E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605" t="14035" r="11222" b="15322"/>
          <a:stretch>
            <a:fillRect/>
          </a:stretch>
        </p:blipFill>
        <p:spPr>
          <a:xfrm>
            <a:off x="10406787" y="471807"/>
            <a:ext cx="1254673" cy="319253"/>
          </a:xfrm>
          <a:prstGeom prst="rect">
            <a:avLst/>
          </a:prstGeom>
        </p:spPr>
      </p:pic>
      <p:sp>
        <p:nvSpPr>
          <p:cNvPr id="2" name="Espace réservé du numéro de diapositive 7">
            <a:extLst>
              <a:ext uri="{FF2B5EF4-FFF2-40B4-BE49-F238E27FC236}">
                <a16:creationId xmlns:a16="http://schemas.microsoft.com/office/drawing/2014/main" id="{7C285708-436C-E0FE-72D1-36BA922875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28548" y="6397368"/>
            <a:ext cx="541454" cy="184666"/>
          </a:xfrm>
        </p:spPr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</p:spTree>
    <p:extLst>
      <p:ext uri="{BB962C8B-B14F-4D97-AF65-F5344CB8AC3E}">
        <p14:creationId xmlns:p14="http://schemas.microsoft.com/office/powerpoint/2010/main" val="269727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0915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1" y="1535088"/>
            <a:ext cx="108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81" y="2624771"/>
            <a:ext cx="10800000" cy="36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056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8548" y="6397368"/>
            <a:ext cx="541454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1200" b="0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Image 15" descr="Une image contenant texte&#10;&#10;Description générée automatiquement">
            <a:extLst>
              <a:ext uri="{FF2B5EF4-FFF2-40B4-BE49-F238E27FC236}">
                <a16:creationId xmlns:a16="http://schemas.microsoft.com/office/drawing/2014/main" id="{C3BC85E7-A235-4FF4-9B8B-EFEEC472A8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6940" y="350044"/>
            <a:ext cx="1904048" cy="557212"/>
          </a:xfrm>
          <a:prstGeom prst="rect">
            <a:avLst/>
          </a:prstGeom>
        </p:spPr>
      </p:pic>
      <p:sp>
        <p:nvSpPr>
          <p:cNvPr id="12" name="Google Shape;88;p3">
            <a:extLst>
              <a:ext uri="{FF2B5EF4-FFF2-40B4-BE49-F238E27FC236}">
                <a16:creationId xmlns:a16="http://schemas.microsoft.com/office/drawing/2014/main" id="{9CC1F3B9-2D6B-B620-6DC4-E74D7296A69E}"/>
              </a:ext>
            </a:extLst>
          </p:cNvPr>
          <p:cNvSpPr/>
          <p:nvPr userDrawn="1"/>
        </p:nvSpPr>
        <p:spPr>
          <a:xfrm>
            <a:off x="11431928" y="6335801"/>
            <a:ext cx="307800" cy="307800"/>
          </a:xfrm>
          <a:prstGeom prst="ellipse">
            <a:avLst/>
          </a:prstGeom>
          <a:noFill/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4378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112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dt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2"/>
          </a:solidFill>
          <a:latin typeface="+mj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7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0" algn="l" defTabSz="685800" rtl="0" eaLnBrk="1" latinLnBrk="0" hangingPunct="1">
        <a:lnSpc>
          <a:spcPct val="105000"/>
        </a:lnSpc>
        <a:spcBef>
          <a:spcPts val="700"/>
        </a:spcBef>
        <a:buSzPct val="120000"/>
        <a:buFont typeface="Encode Sans" pitchFamily="2" charset="0"/>
        <a:buNone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0" algn="l" defTabSz="685800" rtl="0" eaLnBrk="1" latinLnBrk="0" hangingPunct="1">
        <a:lnSpc>
          <a:spcPct val="105000"/>
        </a:lnSpc>
        <a:spcBef>
          <a:spcPts val="400"/>
        </a:spcBef>
        <a:buFont typeface="Encode Sans" pitchFamily="2" charset="0"/>
        <a:buNone/>
        <a:defRPr sz="14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360000" indent="-144000" algn="l" defTabSz="685800" rtl="0" eaLnBrk="1" latinLnBrk="0" hangingPunct="1">
        <a:lnSpc>
          <a:spcPct val="105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sz="1600"/>
              <a:t>Stellantis Motor Citizens · Script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D0474-A8EA-D308-D45D-381C5C56CF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lang="en-GB" sz="1200" b="0" i="0" u="none" strike="noStrike" kern="1200" cap="none" spc="100" normalizeH="0" baseline="0" noProof="1" smtClean="0">
                <a:ln>
                  <a:noFill/>
                </a:ln>
                <a:solidFill>
                  <a:srgbClr val="243782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100" normalizeH="0" baseline="0" noProof="1">
              <a:ln>
                <a:noFill/>
              </a:ln>
              <a:solidFill>
                <a:srgbClr val="243782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612648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43782"/>
                </a:solidFill>
                <a:latin typeface="Encode Sans Expanded"/>
              </a:rPr>
              <a:t>International Volunteering Day</a:t>
            </a:r>
            <a:r>
              <a:rPr sz="2200" b="1" i="0">
                <a:solidFill>
                  <a:srgbClr val="E94E24"/>
                </a:solidFill>
                <a:latin typeface="Encode Sans Expanded"/>
              </a:rPr>
              <a:t>  ·  December 5th</a:t>
            </a:r>
          </a:p>
        </p:txBody>
      </p:sp>
      <p:sp>
        <p:nvSpPr>
          <p:cNvPr id="7" name="Scene 01"/>
          <p:cNvSpPr/>
          <p:nvPr/>
        </p:nvSpPr>
        <p:spPr>
          <a:xfrm>
            <a:off x="612648" y="164592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cene 01 head"/>
          <p:cNvSpPr/>
          <p:nvPr/>
        </p:nvSpPr>
        <p:spPr>
          <a:xfrm>
            <a:off x="612648" y="1645920"/>
            <a:ext cx="2651760" cy="502920"/>
          </a:xfrm>
          <a:prstGeom prst="rect">
            <a:avLst/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Encode Sans ExpandedLight"/>
              </a:rPr>
              <a:t/>
            </a:r>
          </a:p>
        </p:txBody>
      </p:sp>
      <p:sp>
        <p:nvSpPr>
          <p:cNvPr id="9" name="Scene 01 title"/>
          <p:cNvSpPr txBox="1"/>
          <p:nvPr/>
        </p:nvSpPr>
        <p:spPr>
          <a:xfrm>
            <a:off x="795528" y="1691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94E24"/>
                </a:solidFill>
                <a:latin typeface="Encode Sans Expanded"/>
              </a:rPr>
              <a:t>01  </a:t>
            </a:r>
            <a:r>
              <a:rPr sz="1400" b="1" i="0">
                <a:solidFill>
                  <a:srgbClr val="FFFFFF"/>
                </a:solidFill>
                <a:latin typeface="Encode Sans Expanded"/>
              </a:rPr>
              <a:t>Opening</a:t>
            </a:r>
          </a:p>
        </p:txBody>
      </p:sp>
      <p:sp>
        <p:nvSpPr>
          <p:cNvPr id="10" name="Scene 01 text"/>
          <p:cNvSpPr txBox="1"/>
          <p:nvPr/>
        </p:nvSpPr>
        <p:spPr>
          <a:xfrm>
            <a:off x="813816" y="2377440"/>
            <a:ext cx="224942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Making a difference starts with </a:t>
            </a:r>
            <a:r>
              <a:rPr sz="1200" b="1" i="0">
                <a:solidFill>
                  <a:srgbClr val="243782"/>
                </a:solidFill>
                <a:latin typeface="Encode Sans Expanded"/>
              </a:rPr>
              <a:t>people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People who </a:t>
            </a:r>
            <a:r>
              <a:rPr sz="1200" b="1" i="0">
                <a:solidFill>
                  <a:srgbClr val="243782"/>
                </a:solidFill>
                <a:latin typeface="Encode Sans Expanded"/>
              </a:rPr>
              <a:t>care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People who </a:t>
            </a:r>
            <a:r>
              <a:rPr sz="1200" b="1" i="0">
                <a:solidFill>
                  <a:srgbClr val="243782"/>
                </a:solidFill>
                <a:latin typeface="Encode Sans Expanded"/>
              </a:rPr>
              <a:t>take action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People who </a:t>
            </a:r>
            <a:r>
              <a:rPr sz="1200" b="1" i="0">
                <a:solidFill>
                  <a:srgbClr val="243782"/>
                </a:solidFill>
                <a:latin typeface="Encode Sans Expanded"/>
              </a:rPr>
              <a:t>give their time to help others</a:t>
            </a:r>
          </a:p>
        </p:txBody>
      </p:sp>
      <p:sp>
        <p:nvSpPr>
          <p:cNvPr id="11" name="Scene 02"/>
          <p:cNvSpPr/>
          <p:nvPr/>
        </p:nvSpPr>
        <p:spPr>
          <a:xfrm>
            <a:off x="3383279" y="164592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cene 02 head"/>
          <p:cNvSpPr/>
          <p:nvPr/>
        </p:nvSpPr>
        <p:spPr>
          <a:xfrm>
            <a:off x="3383279" y="1645920"/>
            <a:ext cx="2651760" cy="502920"/>
          </a:xfrm>
          <a:prstGeom prst="rect">
            <a:avLst/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Encode Sans ExpandedLight"/>
              </a:rPr>
              <a:t/>
            </a:r>
          </a:p>
        </p:txBody>
      </p:sp>
      <p:sp>
        <p:nvSpPr>
          <p:cNvPr id="13" name="Scene 02 title"/>
          <p:cNvSpPr txBox="1"/>
          <p:nvPr/>
        </p:nvSpPr>
        <p:spPr>
          <a:xfrm>
            <a:off x="3566160" y="1691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94E24"/>
                </a:solidFill>
                <a:latin typeface="Encode Sans Expanded"/>
              </a:rPr>
              <a:t>02  </a:t>
            </a:r>
            <a:r>
              <a:rPr sz="1400" b="1" i="0">
                <a:solidFill>
                  <a:srgbClr val="FFFFFF"/>
                </a:solidFill>
                <a:latin typeface="Encode Sans Expanded"/>
              </a:rPr>
              <a:t>Core</a:t>
            </a:r>
          </a:p>
        </p:txBody>
      </p:sp>
      <p:sp>
        <p:nvSpPr>
          <p:cNvPr id="14" name="Scene 02 text"/>
          <p:cNvSpPr txBox="1"/>
          <p:nvPr/>
        </p:nvSpPr>
        <p:spPr>
          <a:xfrm>
            <a:off x="3584448" y="2377440"/>
            <a:ext cx="224942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At Stellantis, this spirit comes to life through </a:t>
            </a:r>
            <a:r>
              <a:rPr sz="1200" b="1" i="0">
                <a:solidFill>
                  <a:srgbClr val="243782"/>
                </a:solidFill>
                <a:latin typeface="Encode Sans Expanded"/>
              </a:rPr>
              <a:t>Motor Citizens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Our global employee volunteering program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It connects our people with local projects and organizations where their skills can make a difference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From supporting young people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To protecting the environment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To sharing knowledge and experience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Every action starts with a simple idea: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43782"/>
                </a:solidFill>
                <a:latin typeface="Encode Sans Expanded"/>
              </a:rPr>
              <a:t>We can all contribute.</a:t>
            </a:r>
          </a:p>
        </p:txBody>
      </p:sp>
      <p:sp>
        <p:nvSpPr>
          <p:cNvPr id="15" name="Scene 03"/>
          <p:cNvSpPr/>
          <p:nvPr/>
        </p:nvSpPr>
        <p:spPr>
          <a:xfrm>
            <a:off x="6153912" y="164592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cene 03 head"/>
          <p:cNvSpPr/>
          <p:nvPr/>
        </p:nvSpPr>
        <p:spPr>
          <a:xfrm>
            <a:off x="6153912" y="1645920"/>
            <a:ext cx="2651760" cy="502920"/>
          </a:xfrm>
          <a:prstGeom prst="rect">
            <a:avLst/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Encode Sans ExpandedLight"/>
              </a:rPr>
              <a:t/>
            </a:r>
          </a:p>
        </p:txBody>
      </p:sp>
      <p:sp>
        <p:nvSpPr>
          <p:cNvPr id="17" name="Scene 03 title"/>
          <p:cNvSpPr txBox="1"/>
          <p:nvPr/>
        </p:nvSpPr>
        <p:spPr>
          <a:xfrm>
            <a:off x="6336792" y="1691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94E24"/>
                </a:solidFill>
                <a:latin typeface="Encode Sans Expanded"/>
              </a:rPr>
              <a:t>03  </a:t>
            </a:r>
            <a:r>
              <a:rPr sz="1400" b="1" i="0">
                <a:solidFill>
                  <a:srgbClr val="FFFFFF"/>
                </a:solidFill>
                <a:latin typeface="Encode Sans Expanded"/>
              </a:rPr>
              <a:t>Employee cuts</a:t>
            </a:r>
          </a:p>
        </p:txBody>
      </p:sp>
      <p:sp>
        <p:nvSpPr>
          <p:cNvPr id="18" name="Scene 03 tag"/>
          <p:cNvSpPr/>
          <p:nvPr/>
        </p:nvSpPr>
        <p:spPr>
          <a:xfrm>
            <a:off x="7571231" y="2240280"/>
            <a:ext cx="1097280" cy="256032"/>
          </a:xfrm>
          <a:prstGeom prst="roundRect">
            <a:avLst>
              <a:gd name="adj" fmla="val 30000"/>
            </a:avLst>
          </a:prstGeom>
          <a:solidFill>
            <a:srgbClr val="FC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900" b="1" i="0">
                <a:solidFill>
                  <a:srgbClr val="E94E24"/>
                </a:solidFill>
                <a:latin typeface="Encode Sans Expanded"/>
              </a:rPr>
              <a:t>Nice to have</a:t>
            </a:r>
          </a:p>
        </p:txBody>
      </p:sp>
      <p:sp>
        <p:nvSpPr>
          <p:cNvPr id="19" name="Scene 03 text"/>
          <p:cNvSpPr txBox="1"/>
          <p:nvPr/>
        </p:nvSpPr>
        <p:spPr>
          <a:xfrm>
            <a:off x="6355079" y="2606040"/>
            <a:ext cx="224942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E94E24"/>
                </a:solidFill>
                <a:latin typeface="Encode Sans Expanded"/>
              </a:rPr>
              <a:t>EMPLOYEE 1</a:t>
            </a:r>
          </a:p>
          <a:p>
            <a:pPr algn="l">
              <a:spcAft>
                <a:spcPts val="1000"/>
              </a:spcAft>
            </a:pPr>
            <a:r>
              <a:rPr sz="1200" b="0" i="1">
                <a:solidFill>
                  <a:srgbClr val="272B35"/>
                </a:solidFill>
                <a:latin typeface="Encode Sans ExpandedLight"/>
              </a:rPr>
              <a:t>“I wanted to give something back to my community.”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E94E24"/>
                </a:solidFill>
                <a:latin typeface="Encode Sans Expanded"/>
              </a:rPr>
              <a:t>EMPLOYEE 2</a:t>
            </a:r>
          </a:p>
          <a:p>
            <a:pPr algn="l">
              <a:spcAft>
                <a:spcPts val="1000"/>
              </a:spcAft>
            </a:pPr>
            <a:r>
              <a:rPr sz="1200" b="0" i="1">
                <a:solidFill>
                  <a:srgbClr val="272B35"/>
                </a:solidFill>
                <a:latin typeface="Encode Sans ExpandedLight"/>
              </a:rPr>
              <a:t>“It’s a chance to share what I know and learn something new.”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E94E24"/>
                </a:solidFill>
                <a:latin typeface="Encode Sans Expanded"/>
              </a:rPr>
              <a:t>EMPLOYEE 3</a:t>
            </a:r>
          </a:p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272B35"/>
                </a:solidFill>
                <a:latin typeface="Encode Sans ExpandedLight"/>
              </a:rPr>
              <a:t>“And to see the difference we can make, together.”</a:t>
            </a:r>
          </a:p>
        </p:txBody>
      </p:sp>
      <p:sp>
        <p:nvSpPr>
          <p:cNvPr id="20" name="Scene 04"/>
          <p:cNvSpPr/>
          <p:nvPr/>
        </p:nvSpPr>
        <p:spPr>
          <a:xfrm>
            <a:off x="8924544" y="164592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cene 04 head"/>
          <p:cNvSpPr/>
          <p:nvPr/>
        </p:nvSpPr>
        <p:spPr>
          <a:xfrm>
            <a:off x="8924544" y="1645920"/>
            <a:ext cx="2651760" cy="502920"/>
          </a:xfrm>
          <a:prstGeom prst="rect">
            <a:avLst/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Encode Sans ExpandedLight"/>
              </a:rPr>
              <a:t/>
            </a:r>
          </a:p>
        </p:txBody>
      </p:sp>
      <p:sp>
        <p:nvSpPr>
          <p:cNvPr id="22" name="Scene 04 title"/>
          <p:cNvSpPr txBox="1"/>
          <p:nvPr/>
        </p:nvSpPr>
        <p:spPr>
          <a:xfrm>
            <a:off x="9107424" y="1691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94E24"/>
                </a:solidFill>
                <a:latin typeface="Encode Sans Expanded"/>
              </a:rPr>
              <a:t>04  </a:t>
            </a:r>
            <a:r>
              <a:rPr sz="1400" b="1" i="0">
                <a:solidFill>
                  <a:srgbClr val="FFFFFF"/>
                </a:solidFill>
                <a:latin typeface="Encode Sans Expanded"/>
              </a:rPr>
              <a:t>Ending</a:t>
            </a:r>
          </a:p>
        </p:txBody>
      </p:sp>
      <p:sp>
        <p:nvSpPr>
          <p:cNvPr id="23" name="Scene 04 text"/>
          <p:cNvSpPr txBox="1"/>
          <p:nvPr/>
        </p:nvSpPr>
        <p:spPr>
          <a:xfrm>
            <a:off x="9125712" y="2377440"/>
            <a:ext cx="224942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Because making a difference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doesn’t take just one person</a:t>
            </a:r>
          </a:p>
          <a:p>
            <a:pPr algn="l">
              <a:spcAft>
                <a:spcPts val="1400"/>
              </a:spcAft>
            </a:pPr>
            <a:r>
              <a:rPr sz="1200" b="0" i="0">
                <a:solidFill>
                  <a:srgbClr val="272B35"/>
                </a:solidFill>
                <a:latin typeface="Encode Sans ExpandedLight"/>
              </a:rPr>
              <a:t>It takes </a:t>
            </a:r>
            <a:r>
              <a:rPr sz="1200" b="1" i="0">
                <a:solidFill>
                  <a:srgbClr val="243782"/>
                </a:solidFill>
                <a:latin typeface="Encode Sans Expanded"/>
              </a:rPr>
              <a:t>all of us.</a:t>
            </a:r>
          </a:p>
        </p:txBody>
      </p:sp>
      <p:sp>
        <p:nvSpPr>
          <p:cNvPr id="24" name="End card"/>
          <p:cNvSpPr/>
          <p:nvPr/>
        </p:nvSpPr>
        <p:spPr>
          <a:xfrm>
            <a:off x="9125712" y="5166360"/>
            <a:ext cx="2249424" cy="685800"/>
          </a:xfrm>
          <a:prstGeom prst="roundRect">
            <a:avLst>
              <a:gd name="adj" fmla="val 30000"/>
            </a:avLst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Encode Sans ExpandedLight"/>
              </a:rPr>
              <a:t/>
            </a:r>
          </a:p>
        </p:txBody>
      </p:sp>
      <p:sp>
        <p:nvSpPr>
          <p:cNvPr id="25" name="End card text"/>
          <p:cNvSpPr txBox="1"/>
          <p:nvPr/>
        </p:nvSpPr>
        <p:spPr>
          <a:xfrm>
            <a:off x="9198864" y="521208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Encode Sans ExpandedLight"/>
              </a:rPr>
              <a:t>Stellantis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Encode Sans Expanded"/>
              </a:rPr>
              <a:t>Motor Citizens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tellantis - Chapter blue">
  <a:themeElements>
    <a:clrScheme name="Stellantis">
      <a:dk1>
        <a:srgbClr val="272B35"/>
      </a:dk1>
      <a:lt1>
        <a:sysClr val="window" lastClr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00DDCD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llantis MAJ Template PowerPoint 16-9 v6.potx" id="{6D4861F8-6CFD-4766-879B-EB53A8634C9E}" vid="{29660903-2CB7-4750-896F-355319F97F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</Words>
  <Application>Microsoft Macintosh PowerPoint</Application>
  <PresentationFormat>Widescreen</PresentationFormat>
  <Paragraphs>56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Aptos</vt:lpstr>
      <vt:lpstr>Arial</vt:lpstr>
      <vt:lpstr>Calibri</vt:lpstr>
      <vt:lpstr>Encode Sans</vt:lpstr>
      <vt:lpstr>Encode Sans Expanded</vt:lpstr>
      <vt:lpstr>Encode Sans Expanded Expanded</vt:lpstr>
      <vt:lpstr>Encode Sans Expanded Expanded L</vt:lpstr>
      <vt:lpstr>Encode Sans Expanded Expanded S</vt:lpstr>
      <vt:lpstr>Encode Sans Expanded Light</vt:lpstr>
      <vt:lpstr>Encode Sans ExpandedLight</vt:lpstr>
      <vt:lpstr>Encode Sans ExpandedSemiBold</vt:lpstr>
      <vt:lpstr>Work Sans SemiBold</vt:lpstr>
      <vt:lpstr>1_Stellantis - Chapter blue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Belluardo,Gabriele,ES-Esplugues Llobregat</dc:creator>
  <cp:lastModifiedBy>Belluardo,Gabriele,ES-Esplugues Llobregat</cp:lastModifiedBy>
  <cp:revision>1</cp:revision>
  <dcterms:created xsi:type="dcterms:W3CDTF">2026-10-14T10:14:03Z</dcterms:created>
  <dcterms:modified xsi:type="dcterms:W3CDTF">2026-10-14T10:17:26Z</dcterms:modified>
</cp:coreProperties>
</file>