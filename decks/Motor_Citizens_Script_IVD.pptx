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8"/>
  </p:notesMasterIdLst>
  <p:sldIdLst>
    <p:sldId id="1117" r:id="rId13"/>
    <p:sldId id="111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6"/>
  </p:normalViewPr>
  <p:slideViewPr>
    <p:cSldViewPr snapToGrid="0">
      <p:cViewPr varScale="1">
        <p:scale>
          <a:sx n="102" d="100"/>
          <a:sy n="102" d="100"/>
        </p:scale>
        <p:origin x="192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FFDD16-F13B-A44B-8DF9-99A422E2EC0F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3043EA-61BB-5748-A937-A87EBBDAB1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7969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 for the International Volunteering Day (5 December) video on Motor Citizens, Stellantis' global employee volunteering program. Structure: opening, core message, optional employee cuts, ending with the Stellantis Motor Citizens end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Requested material for the International Volunteering Day video. The arrows map interview questions to the three employee cuts in the script (cut 1: give something back; cut 2: share what I know and learn; cut 3: the difference we can make, together). Questions are a draft to be finalised together; deadlines and named contacts to be agreed with the Stellantis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2A69F4A-E475-F0B7-1FFB-258074F920B5}"/>
              </a:ext>
            </a:extLst>
          </p:cNvPr>
          <p:cNvSpPr/>
          <p:nvPr userDrawn="1"/>
        </p:nvSpPr>
        <p:spPr>
          <a:xfrm>
            <a:off x="-4172" y="-3176"/>
            <a:ext cx="12196171" cy="6861175"/>
          </a:xfrm>
          <a:prstGeom prst="rect">
            <a:avLst/>
          </a:prstGeom>
          <a:gradFill>
            <a:gsLst>
              <a:gs pos="20000">
                <a:srgbClr val="011845">
                  <a:alpha val="80000"/>
                </a:srgbClr>
              </a:gs>
              <a:gs pos="0">
                <a:srgbClr val="011845"/>
              </a:gs>
              <a:gs pos="100000">
                <a:schemeClr val="accent1">
                  <a:alpha val="0"/>
                </a:schemeClr>
              </a:gs>
            </a:gsLst>
            <a:lin ang="15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>
              <a:buClrTx/>
              <a:defRPr/>
            </a:pPr>
            <a:endParaRPr lang="fr-FR" sz="1800" kern="1200">
              <a:solidFill>
                <a:prstClr val="white"/>
              </a:solidFill>
              <a:latin typeface="Encode Sans ExpandedLight"/>
            </a:endParaRPr>
          </a:p>
        </p:txBody>
      </p:sp>
      <p:sp>
        <p:nvSpPr>
          <p:cNvPr id="4" name="Parallelogram 22">
            <a:extLst>
              <a:ext uri="{FF2B5EF4-FFF2-40B4-BE49-F238E27FC236}">
                <a16:creationId xmlns:a16="http://schemas.microsoft.com/office/drawing/2014/main" id="{2DFE77F4-468B-D729-08D3-5500FA4A0C9F}"/>
              </a:ext>
            </a:extLst>
          </p:cNvPr>
          <p:cNvSpPr/>
          <p:nvPr userDrawn="1"/>
        </p:nvSpPr>
        <p:spPr>
          <a:xfrm>
            <a:off x="-4171" y="-3176"/>
            <a:ext cx="5967314" cy="6867365"/>
          </a:xfrm>
          <a:custGeom>
            <a:avLst/>
            <a:gdLst>
              <a:gd name="connsiteX0" fmla="*/ 0 w 8345097"/>
              <a:gd name="connsiteY0" fmla="*/ 7086360 h 7086360"/>
              <a:gd name="connsiteX1" fmla="*/ 4731137 w 8345097"/>
              <a:gd name="connsiteY1" fmla="*/ 0 h 7086360"/>
              <a:gd name="connsiteX2" fmla="*/ 8345097 w 8345097"/>
              <a:gd name="connsiteY2" fmla="*/ 0 h 7086360"/>
              <a:gd name="connsiteX3" fmla="*/ 3613960 w 8345097"/>
              <a:gd name="connsiteY3" fmla="*/ 7086360 h 7086360"/>
              <a:gd name="connsiteX4" fmla="*/ 0 w 8345097"/>
              <a:gd name="connsiteY4" fmla="*/ 7086360 h 7086360"/>
              <a:gd name="connsiteX0" fmla="*/ 0 w 8345097"/>
              <a:gd name="connsiteY0" fmla="*/ 7097935 h 7097935"/>
              <a:gd name="connsiteX1" fmla="*/ 2381476 w 8345097"/>
              <a:gd name="connsiteY1" fmla="*/ 0 h 7097935"/>
              <a:gd name="connsiteX2" fmla="*/ 8345097 w 8345097"/>
              <a:gd name="connsiteY2" fmla="*/ 11575 h 7097935"/>
              <a:gd name="connsiteX3" fmla="*/ 3613960 w 8345097"/>
              <a:gd name="connsiteY3" fmla="*/ 7097935 h 7097935"/>
              <a:gd name="connsiteX4" fmla="*/ 0 w 8345097"/>
              <a:gd name="connsiteY4" fmla="*/ 7097935 h 7097935"/>
              <a:gd name="connsiteX0" fmla="*/ 0 w 8345097"/>
              <a:gd name="connsiteY0" fmla="*/ 7097935 h 7097935"/>
              <a:gd name="connsiteX1" fmla="*/ 2381476 w 8345097"/>
              <a:gd name="connsiteY1" fmla="*/ 0 h 7097935"/>
              <a:gd name="connsiteX2" fmla="*/ 8345097 w 8345097"/>
              <a:gd name="connsiteY2" fmla="*/ 11575 h 7097935"/>
              <a:gd name="connsiteX3" fmla="*/ 3752856 w 8345097"/>
              <a:gd name="connsiteY3" fmla="*/ 6889590 h 7097935"/>
              <a:gd name="connsiteX4" fmla="*/ 0 w 8345097"/>
              <a:gd name="connsiteY4" fmla="*/ 7097935 h 7097935"/>
              <a:gd name="connsiteX0" fmla="*/ 49207 w 5963621"/>
              <a:gd name="connsiteY0" fmla="*/ 6415028 h 6889590"/>
              <a:gd name="connsiteX1" fmla="*/ 0 w 5963621"/>
              <a:gd name="connsiteY1" fmla="*/ 0 h 6889590"/>
              <a:gd name="connsiteX2" fmla="*/ 5963621 w 5963621"/>
              <a:gd name="connsiteY2" fmla="*/ 11575 h 6889590"/>
              <a:gd name="connsiteX3" fmla="*/ 1371380 w 5963621"/>
              <a:gd name="connsiteY3" fmla="*/ 6889590 h 6889590"/>
              <a:gd name="connsiteX4" fmla="*/ 49207 w 5963621"/>
              <a:gd name="connsiteY4" fmla="*/ 6415028 h 6889590"/>
              <a:gd name="connsiteX0" fmla="*/ 2909 w 5963621"/>
              <a:gd name="connsiteY0" fmla="*/ 6866441 h 6889590"/>
              <a:gd name="connsiteX1" fmla="*/ 0 w 5963621"/>
              <a:gd name="connsiteY1" fmla="*/ 0 h 6889590"/>
              <a:gd name="connsiteX2" fmla="*/ 5963621 w 5963621"/>
              <a:gd name="connsiteY2" fmla="*/ 11575 h 6889590"/>
              <a:gd name="connsiteX3" fmla="*/ 1371380 w 5963621"/>
              <a:gd name="connsiteY3" fmla="*/ 6889590 h 6889590"/>
              <a:gd name="connsiteX4" fmla="*/ 2909 w 5963621"/>
              <a:gd name="connsiteY4" fmla="*/ 6866441 h 6889590"/>
              <a:gd name="connsiteX0" fmla="*/ 3 w 5960715"/>
              <a:gd name="connsiteY0" fmla="*/ 6854866 h 6878015"/>
              <a:gd name="connsiteX1" fmla="*/ 330469 w 5960715"/>
              <a:gd name="connsiteY1" fmla="*/ 321800 h 6878015"/>
              <a:gd name="connsiteX2" fmla="*/ 5960715 w 5960715"/>
              <a:gd name="connsiteY2" fmla="*/ 0 h 6878015"/>
              <a:gd name="connsiteX3" fmla="*/ 1368474 w 5960715"/>
              <a:gd name="connsiteY3" fmla="*/ 6878015 h 6878015"/>
              <a:gd name="connsiteX4" fmla="*/ 3 w 5960715"/>
              <a:gd name="connsiteY4" fmla="*/ 6854866 h 6878015"/>
              <a:gd name="connsiteX0" fmla="*/ 2909 w 5963621"/>
              <a:gd name="connsiteY0" fmla="*/ 6856916 h 6880065"/>
              <a:gd name="connsiteX1" fmla="*/ 0 w 5963621"/>
              <a:gd name="connsiteY1" fmla="*/ 0 h 6880065"/>
              <a:gd name="connsiteX2" fmla="*/ 5963621 w 5963621"/>
              <a:gd name="connsiteY2" fmla="*/ 2050 h 6880065"/>
              <a:gd name="connsiteX3" fmla="*/ 1371380 w 5963621"/>
              <a:gd name="connsiteY3" fmla="*/ 6880065 h 6880065"/>
              <a:gd name="connsiteX4" fmla="*/ 2909 w 5963621"/>
              <a:gd name="connsiteY4" fmla="*/ 6856916 h 6880065"/>
              <a:gd name="connsiteX0" fmla="*/ 215634 w 5963621"/>
              <a:gd name="connsiteY0" fmla="*/ 6682291 h 6880065"/>
              <a:gd name="connsiteX1" fmla="*/ 0 w 5963621"/>
              <a:gd name="connsiteY1" fmla="*/ 0 h 6880065"/>
              <a:gd name="connsiteX2" fmla="*/ 5963621 w 5963621"/>
              <a:gd name="connsiteY2" fmla="*/ 2050 h 6880065"/>
              <a:gd name="connsiteX3" fmla="*/ 1371380 w 5963621"/>
              <a:gd name="connsiteY3" fmla="*/ 6880065 h 6880065"/>
              <a:gd name="connsiteX4" fmla="*/ 215634 w 5963621"/>
              <a:gd name="connsiteY4" fmla="*/ 6682291 h 6880065"/>
              <a:gd name="connsiteX0" fmla="*/ 94984 w 5963621"/>
              <a:gd name="connsiteY0" fmla="*/ 6758491 h 6880065"/>
              <a:gd name="connsiteX1" fmla="*/ 0 w 5963621"/>
              <a:gd name="connsiteY1" fmla="*/ 0 h 6880065"/>
              <a:gd name="connsiteX2" fmla="*/ 5963621 w 5963621"/>
              <a:gd name="connsiteY2" fmla="*/ 2050 h 6880065"/>
              <a:gd name="connsiteX3" fmla="*/ 1371380 w 5963621"/>
              <a:gd name="connsiteY3" fmla="*/ 6880065 h 6880065"/>
              <a:gd name="connsiteX4" fmla="*/ 94984 w 5963621"/>
              <a:gd name="connsiteY4" fmla="*/ 6758491 h 6880065"/>
              <a:gd name="connsiteX0" fmla="*/ 252 w 5964139"/>
              <a:gd name="connsiteY0" fmla="*/ 6856916 h 6880065"/>
              <a:gd name="connsiteX1" fmla="*/ 518 w 5964139"/>
              <a:gd name="connsiteY1" fmla="*/ 0 h 6880065"/>
              <a:gd name="connsiteX2" fmla="*/ 5964139 w 5964139"/>
              <a:gd name="connsiteY2" fmla="*/ 2050 h 6880065"/>
              <a:gd name="connsiteX3" fmla="*/ 1371898 w 5964139"/>
              <a:gd name="connsiteY3" fmla="*/ 6880065 h 6880065"/>
              <a:gd name="connsiteX4" fmla="*/ 252 w 5964139"/>
              <a:gd name="connsiteY4" fmla="*/ 6856916 h 6880065"/>
              <a:gd name="connsiteX0" fmla="*/ 252 w 5964139"/>
              <a:gd name="connsiteY0" fmla="*/ 6856916 h 6864190"/>
              <a:gd name="connsiteX1" fmla="*/ 518 w 5964139"/>
              <a:gd name="connsiteY1" fmla="*/ 0 h 6864190"/>
              <a:gd name="connsiteX2" fmla="*/ 5964139 w 5964139"/>
              <a:gd name="connsiteY2" fmla="*/ 2050 h 6864190"/>
              <a:gd name="connsiteX3" fmla="*/ 1381423 w 5964139"/>
              <a:gd name="connsiteY3" fmla="*/ 6864190 h 6864190"/>
              <a:gd name="connsiteX4" fmla="*/ 252 w 5964139"/>
              <a:gd name="connsiteY4" fmla="*/ 6856916 h 6864190"/>
              <a:gd name="connsiteX0" fmla="*/ 117 w 5967179"/>
              <a:gd name="connsiteY0" fmla="*/ 6856916 h 6864190"/>
              <a:gd name="connsiteX1" fmla="*/ 3558 w 5967179"/>
              <a:gd name="connsiteY1" fmla="*/ 0 h 6864190"/>
              <a:gd name="connsiteX2" fmla="*/ 5967179 w 5967179"/>
              <a:gd name="connsiteY2" fmla="*/ 2050 h 6864190"/>
              <a:gd name="connsiteX3" fmla="*/ 1384463 w 5967179"/>
              <a:gd name="connsiteY3" fmla="*/ 6864190 h 6864190"/>
              <a:gd name="connsiteX4" fmla="*/ 117 w 5967179"/>
              <a:gd name="connsiteY4" fmla="*/ 6856916 h 6864190"/>
              <a:gd name="connsiteX0" fmla="*/ 117 w 5967179"/>
              <a:gd name="connsiteY0" fmla="*/ 6863266 h 6864190"/>
              <a:gd name="connsiteX1" fmla="*/ 3558 w 5967179"/>
              <a:gd name="connsiteY1" fmla="*/ 0 h 6864190"/>
              <a:gd name="connsiteX2" fmla="*/ 5967179 w 5967179"/>
              <a:gd name="connsiteY2" fmla="*/ 2050 h 6864190"/>
              <a:gd name="connsiteX3" fmla="*/ 1384463 w 5967179"/>
              <a:gd name="connsiteY3" fmla="*/ 6864190 h 6864190"/>
              <a:gd name="connsiteX4" fmla="*/ 117 w 5967179"/>
              <a:gd name="connsiteY4" fmla="*/ 6863266 h 6864190"/>
              <a:gd name="connsiteX0" fmla="*/ 252 w 5967314"/>
              <a:gd name="connsiteY0" fmla="*/ 6866441 h 6867365"/>
              <a:gd name="connsiteX1" fmla="*/ 518 w 5967314"/>
              <a:gd name="connsiteY1" fmla="*/ 0 h 6867365"/>
              <a:gd name="connsiteX2" fmla="*/ 5967314 w 5967314"/>
              <a:gd name="connsiteY2" fmla="*/ 5225 h 6867365"/>
              <a:gd name="connsiteX3" fmla="*/ 1384598 w 5967314"/>
              <a:gd name="connsiteY3" fmla="*/ 6867365 h 6867365"/>
              <a:gd name="connsiteX4" fmla="*/ 252 w 5967314"/>
              <a:gd name="connsiteY4" fmla="*/ 6866441 h 6867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967314" h="6867365">
                <a:moveTo>
                  <a:pt x="252" y="6866441"/>
                </a:moveTo>
                <a:cubicBezTo>
                  <a:pt x="-718" y="4577627"/>
                  <a:pt x="1488" y="2288814"/>
                  <a:pt x="518" y="0"/>
                </a:cubicBezTo>
                <a:lnTo>
                  <a:pt x="5967314" y="5225"/>
                </a:lnTo>
                <a:lnTo>
                  <a:pt x="1384598" y="6867365"/>
                </a:lnTo>
                <a:lnTo>
                  <a:pt x="252" y="6866441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defTabSz="914377">
              <a:defRPr/>
            </a:pPr>
            <a:endParaRPr lang="ru-RU" sz="2489" kern="1200"/>
          </a:p>
        </p:txBody>
      </p:sp>
      <p:pic>
        <p:nvPicPr>
          <p:cNvPr id="10" name="Image 1">
            <a:extLst>
              <a:ext uri="{FF2B5EF4-FFF2-40B4-BE49-F238E27FC236}">
                <a16:creationId xmlns:a16="http://schemas.microsoft.com/office/drawing/2014/main" id="{2AB36124-2255-AEF0-B398-493EE7C60D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335" y="619184"/>
            <a:ext cx="3882500" cy="101967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31889" y="2090899"/>
            <a:ext cx="10440000" cy="1548000"/>
          </a:xfrm>
        </p:spPr>
        <p:txBody>
          <a:bodyPr anchor="b"/>
          <a:lstStyle>
            <a:lvl1pPr>
              <a:defRPr sz="50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31889" y="3709352"/>
            <a:ext cx="10440000" cy="792000"/>
          </a:xfrm>
        </p:spPr>
        <p:txBody>
          <a:bodyPr/>
          <a:lstStyle>
            <a:lvl1pPr>
              <a:defRPr sz="2900" b="0">
                <a:solidFill>
                  <a:schemeClr val="bg1"/>
                </a:solidFill>
                <a:latin typeface="+mn-lt"/>
              </a:defRPr>
            </a:lvl1pPr>
            <a:lvl2pPr>
              <a:defRPr sz="2500">
                <a:latin typeface="Encode Sans ExpandedLight" pitchFamily="2" charset="0"/>
              </a:defRPr>
            </a:lvl2pPr>
            <a:lvl3pPr>
              <a:defRPr sz="2500">
                <a:latin typeface="Encode Sans ExpandedLight" pitchFamily="2" charset="0"/>
              </a:defRPr>
            </a:lvl3pPr>
            <a:lvl4pPr>
              <a:defRPr sz="2500">
                <a:latin typeface="Encode Sans ExpandedLight" pitchFamily="2" charset="0"/>
              </a:defRPr>
            </a:lvl4pPr>
            <a:lvl5pPr>
              <a:defRPr sz="2500">
                <a:latin typeface="Encode Sans ExpandedLight" pitchFamily="2" charset="0"/>
              </a:defRPr>
            </a:lvl5pPr>
          </a:lstStyle>
          <a:p>
            <a:pPr lvl="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836800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with 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456" y="1440919"/>
            <a:ext cx="5472000" cy="183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13" name="Espace réservé du texte 10">
            <a:extLst>
              <a:ext uri="{FF2B5EF4-FFF2-40B4-BE49-F238E27FC236}">
                <a16:creationId xmlns:a16="http://schemas.microsoft.com/office/drawing/2014/main" id="{C616F341-424E-4ECC-B11D-0008CB10FA1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62805" y="1440919"/>
            <a:ext cx="5472000" cy="183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Espace réservé pour une image  33">
            <a:extLst>
              <a:ext uri="{FF2B5EF4-FFF2-40B4-BE49-F238E27FC236}">
                <a16:creationId xmlns:a16="http://schemas.microsoft.com/office/drawing/2014/main" id="{4DCA1355-34B5-49FC-BA6B-273A843D5348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642938" y="3425825"/>
            <a:ext cx="10906128" cy="2916609"/>
          </a:xfrm>
          <a:prstGeom prst="rect">
            <a:avLst/>
          </a:prstGeom>
          <a:noFill/>
          <a:ln w="3175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 b="0" cap="none" baseline="0">
                <a:solidFill>
                  <a:schemeClr val="tx2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noProof="0"/>
              <a:t>Photo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3BBE2E00-CF31-C8D9-48EA-8017A8D9990D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306170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400" y="2624400"/>
            <a:ext cx="10800000" cy="3600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10" name="Titre 9">
            <a:extLst>
              <a:ext uri="{FF2B5EF4-FFF2-40B4-BE49-F238E27FC236}">
                <a16:creationId xmlns:a16="http://schemas.microsoft.com/office/drawing/2014/main" id="{E51F8B3E-14FB-4855-BA2B-DAC0E96F21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6400" y="1535088"/>
            <a:ext cx="10800000" cy="864000"/>
          </a:xfr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8CEB9FB4-F871-B6D2-0CE7-A4E25AE2A245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4075598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7;p18">
            <a:extLst>
              <a:ext uri="{FF2B5EF4-FFF2-40B4-BE49-F238E27FC236}">
                <a16:creationId xmlns:a16="http://schemas.microsoft.com/office/drawing/2014/main" id="{AC926F41-199E-5813-86A7-D60C7A20C1CF}"/>
              </a:ext>
            </a:extLst>
          </p:cNvPr>
          <p:cNvSpPr/>
          <p:nvPr userDrawn="1"/>
        </p:nvSpPr>
        <p:spPr>
          <a:xfrm>
            <a:off x="9138483" y="0"/>
            <a:ext cx="3067543" cy="6869574"/>
          </a:xfrm>
          <a:custGeom>
            <a:avLst/>
            <a:gdLst>
              <a:gd name="connsiteX0" fmla="*/ 0 w 7111431"/>
              <a:gd name="connsiteY0" fmla="*/ 6858000 h 6858000"/>
              <a:gd name="connsiteX1" fmla="*/ 3060040 w 7111431"/>
              <a:gd name="connsiteY1" fmla="*/ 0 h 6858000"/>
              <a:gd name="connsiteX2" fmla="*/ 7111431 w 7111431"/>
              <a:gd name="connsiteY2" fmla="*/ 0 h 6858000"/>
              <a:gd name="connsiteX3" fmla="*/ 4051391 w 7111431"/>
              <a:gd name="connsiteY3" fmla="*/ 6858000 h 6858000"/>
              <a:gd name="connsiteX4" fmla="*/ 0 w 7111431"/>
              <a:gd name="connsiteY4" fmla="*/ 6858000 h 6858000"/>
              <a:gd name="connsiteX0" fmla="*/ 0 w 4051391"/>
              <a:gd name="connsiteY0" fmla="*/ 6858000 h 6858000"/>
              <a:gd name="connsiteX1" fmla="*/ 3060040 w 4051391"/>
              <a:gd name="connsiteY1" fmla="*/ 0 h 6858000"/>
              <a:gd name="connsiteX2" fmla="*/ 4051391 w 4051391"/>
              <a:gd name="connsiteY2" fmla="*/ 6858000 h 6858000"/>
              <a:gd name="connsiteX3" fmla="*/ 0 w 4051391"/>
              <a:gd name="connsiteY3" fmla="*/ 6858000 h 6858000"/>
              <a:gd name="connsiteX0" fmla="*/ 0 w 3067543"/>
              <a:gd name="connsiteY0" fmla="*/ 6858000 h 6869574"/>
              <a:gd name="connsiteX1" fmla="*/ 3060040 w 3067543"/>
              <a:gd name="connsiteY1" fmla="*/ 0 h 6869574"/>
              <a:gd name="connsiteX2" fmla="*/ 3067543 w 3067543"/>
              <a:gd name="connsiteY2" fmla="*/ 6869574 h 6869574"/>
              <a:gd name="connsiteX3" fmla="*/ 0 w 3067543"/>
              <a:gd name="connsiteY3" fmla="*/ 6858000 h 6869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67543" h="6869574">
                <a:moveTo>
                  <a:pt x="0" y="6858000"/>
                </a:moveTo>
                <a:lnTo>
                  <a:pt x="3060040" y="0"/>
                </a:lnTo>
                <a:lnTo>
                  <a:pt x="3067543" y="6869574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89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400" y="2927612"/>
            <a:ext cx="7206312" cy="3240000"/>
          </a:xfrm>
        </p:spPr>
        <p:txBody>
          <a:bodyPr/>
          <a:lstStyle>
            <a:lvl1pPr>
              <a:defRPr sz="1900"/>
            </a:lvl1pPr>
            <a:lvl2pPr>
              <a:defRPr sz="19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10" name="Titre 9">
            <a:extLst>
              <a:ext uri="{FF2B5EF4-FFF2-40B4-BE49-F238E27FC236}">
                <a16:creationId xmlns:a16="http://schemas.microsoft.com/office/drawing/2014/main" id="{E51F8B3E-14FB-4855-BA2B-DAC0E96F21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6400" y="1635098"/>
            <a:ext cx="7206312" cy="122400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2" name="Espace réservé pour une image  33">
            <a:extLst>
              <a:ext uri="{FF2B5EF4-FFF2-40B4-BE49-F238E27FC236}">
                <a16:creationId xmlns:a16="http://schemas.microsoft.com/office/drawing/2014/main" id="{895E04EA-65C6-4AA2-8F1E-9A4E11C6614A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8019936" y="1357932"/>
            <a:ext cx="3575434" cy="4809680"/>
          </a:xfrm>
          <a:prstGeom prst="rect">
            <a:avLst/>
          </a:prstGeom>
          <a:noFill/>
          <a:ln w="3175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 b="0" cap="none" baseline="0">
                <a:solidFill>
                  <a:schemeClr val="tx2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noProof="0"/>
              <a:t>Photo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923D940D-6189-0632-C553-784DD079DE8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1029439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a sma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400" y="2927612"/>
            <a:ext cx="7206312" cy="3240000"/>
          </a:xfrm>
        </p:spPr>
        <p:txBody>
          <a:bodyPr/>
          <a:lstStyle>
            <a:lvl1pPr>
              <a:defRPr sz="1900"/>
            </a:lvl1pPr>
            <a:lvl2pPr>
              <a:defRPr sz="19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10" name="Titre 9">
            <a:extLst>
              <a:ext uri="{FF2B5EF4-FFF2-40B4-BE49-F238E27FC236}">
                <a16:creationId xmlns:a16="http://schemas.microsoft.com/office/drawing/2014/main" id="{E51F8B3E-14FB-4855-BA2B-DAC0E96F21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6400" y="1635098"/>
            <a:ext cx="7206312" cy="122400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2" name="Espace réservé pour une image  33">
            <a:extLst>
              <a:ext uri="{FF2B5EF4-FFF2-40B4-BE49-F238E27FC236}">
                <a16:creationId xmlns:a16="http://schemas.microsoft.com/office/drawing/2014/main" id="{895E04EA-65C6-4AA2-8F1E-9A4E11C6614A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8718825" y="1091196"/>
            <a:ext cx="4917367" cy="5772030"/>
          </a:xfrm>
          <a:custGeom>
            <a:avLst/>
            <a:gdLst>
              <a:gd name="connsiteX0" fmla="*/ 0 w 4901492"/>
              <a:gd name="connsiteY0" fmla="*/ 0 h 5769980"/>
              <a:gd name="connsiteX1" fmla="*/ 4901492 w 4901492"/>
              <a:gd name="connsiteY1" fmla="*/ 0 h 5769980"/>
              <a:gd name="connsiteX2" fmla="*/ 4901492 w 4901492"/>
              <a:gd name="connsiteY2" fmla="*/ 5769980 h 5769980"/>
              <a:gd name="connsiteX3" fmla="*/ 0 w 4901492"/>
              <a:gd name="connsiteY3" fmla="*/ 5769980 h 5769980"/>
              <a:gd name="connsiteX4" fmla="*/ 0 w 4901492"/>
              <a:gd name="connsiteY4" fmla="*/ 0 h 5769980"/>
              <a:gd name="connsiteX0" fmla="*/ 0 w 4901492"/>
              <a:gd name="connsiteY0" fmla="*/ 0 h 5781555"/>
              <a:gd name="connsiteX1" fmla="*/ 4901492 w 4901492"/>
              <a:gd name="connsiteY1" fmla="*/ 0 h 5781555"/>
              <a:gd name="connsiteX2" fmla="*/ 2459233 w 4901492"/>
              <a:gd name="connsiteY2" fmla="*/ 5781555 h 5781555"/>
              <a:gd name="connsiteX3" fmla="*/ 0 w 4901492"/>
              <a:gd name="connsiteY3" fmla="*/ 5769980 h 5781555"/>
              <a:gd name="connsiteX4" fmla="*/ 0 w 4901492"/>
              <a:gd name="connsiteY4" fmla="*/ 0 h 5781555"/>
              <a:gd name="connsiteX0" fmla="*/ 2152891 w 4901492"/>
              <a:gd name="connsiteY0" fmla="*/ 0 h 5781555"/>
              <a:gd name="connsiteX1" fmla="*/ 4901492 w 4901492"/>
              <a:gd name="connsiteY1" fmla="*/ 0 h 5781555"/>
              <a:gd name="connsiteX2" fmla="*/ 2459233 w 4901492"/>
              <a:gd name="connsiteY2" fmla="*/ 5781555 h 5781555"/>
              <a:gd name="connsiteX3" fmla="*/ 0 w 4901492"/>
              <a:gd name="connsiteY3" fmla="*/ 5769980 h 5781555"/>
              <a:gd name="connsiteX4" fmla="*/ 2152891 w 4901492"/>
              <a:gd name="connsiteY4" fmla="*/ 0 h 5781555"/>
              <a:gd name="connsiteX0" fmla="*/ 2419108 w 4901492"/>
              <a:gd name="connsiteY0" fmla="*/ 0 h 5781555"/>
              <a:gd name="connsiteX1" fmla="*/ 4901492 w 4901492"/>
              <a:gd name="connsiteY1" fmla="*/ 0 h 5781555"/>
              <a:gd name="connsiteX2" fmla="*/ 2459233 w 4901492"/>
              <a:gd name="connsiteY2" fmla="*/ 5781555 h 5781555"/>
              <a:gd name="connsiteX3" fmla="*/ 0 w 4901492"/>
              <a:gd name="connsiteY3" fmla="*/ 5769980 h 5781555"/>
              <a:gd name="connsiteX4" fmla="*/ 2419108 w 4901492"/>
              <a:gd name="connsiteY4" fmla="*/ 0 h 5781555"/>
              <a:gd name="connsiteX0" fmla="*/ 2641358 w 4901492"/>
              <a:gd name="connsiteY0" fmla="*/ 3175 h 5781555"/>
              <a:gd name="connsiteX1" fmla="*/ 4901492 w 4901492"/>
              <a:gd name="connsiteY1" fmla="*/ 0 h 5781555"/>
              <a:gd name="connsiteX2" fmla="*/ 2459233 w 4901492"/>
              <a:gd name="connsiteY2" fmla="*/ 5781555 h 5781555"/>
              <a:gd name="connsiteX3" fmla="*/ 0 w 4901492"/>
              <a:gd name="connsiteY3" fmla="*/ 5769980 h 5781555"/>
              <a:gd name="connsiteX4" fmla="*/ 2641358 w 4901492"/>
              <a:gd name="connsiteY4" fmla="*/ 3175 h 5781555"/>
              <a:gd name="connsiteX0" fmla="*/ 2441333 w 4901492"/>
              <a:gd name="connsiteY0" fmla="*/ 3175 h 5781555"/>
              <a:gd name="connsiteX1" fmla="*/ 4901492 w 4901492"/>
              <a:gd name="connsiteY1" fmla="*/ 0 h 5781555"/>
              <a:gd name="connsiteX2" fmla="*/ 2459233 w 4901492"/>
              <a:gd name="connsiteY2" fmla="*/ 5781555 h 5781555"/>
              <a:gd name="connsiteX3" fmla="*/ 0 w 4901492"/>
              <a:gd name="connsiteY3" fmla="*/ 5769980 h 5781555"/>
              <a:gd name="connsiteX4" fmla="*/ 2441333 w 4901492"/>
              <a:gd name="connsiteY4" fmla="*/ 3175 h 5781555"/>
              <a:gd name="connsiteX0" fmla="*/ 2441333 w 4901492"/>
              <a:gd name="connsiteY0" fmla="*/ 3175 h 5769980"/>
              <a:gd name="connsiteX1" fmla="*/ 4901492 w 4901492"/>
              <a:gd name="connsiteY1" fmla="*/ 0 h 5769980"/>
              <a:gd name="connsiteX2" fmla="*/ 2344933 w 4901492"/>
              <a:gd name="connsiteY2" fmla="*/ 5743455 h 5769980"/>
              <a:gd name="connsiteX3" fmla="*/ 0 w 4901492"/>
              <a:gd name="connsiteY3" fmla="*/ 5769980 h 5769980"/>
              <a:gd name="connsiteX4" fmla="*/ 2441333 w 4901492"/>
              <a:gd name="connsiteY4" fmla="*/ 3175 h 5769980"/>
              <a:gd name="connsiteX0" fmla="*/ 2441333 w 4901492"/>
              <a:gd name="connsiteY0" fmla="*/ 3175 h 5775205"/>
              <a:gd name="connsiteX1" fmla="*/ 4901492 w 4901492"/>
              <a:gd name="connsiteY1" fmla="*/ 0 h 5775205"/>
              <a:gd name="connsiteX2" fmla="*/ 2446533 w 4901492"/>
              <a:gd name="connsiteY2" fmla="*/ 5775205 h 5775205"/>
              <a:gd name="connsiteX3" fmla="*/ 0 w 4901492"/>
              <a:gd name="connsiteY3" fmla="*/ 5769980 h 5775205"/>
              <a:gd name="connsiteX4" fmla="*/ 2441333 w 4901492"/>
              <a:gd name="connsiteY4" fmla="*/ 3175 h 5775205"/>
              <a:gd name="connsiteX0" fmla="*/ 2441333 w 4917367"/>
              <a:gd name="connsiteY0" fmla="*/ 0 h 5772030"/>
              <a:gd name="connsiteX1" fmla="*/ 4917367 w 4917367"/>
              <a:gd name="connsiteY1" fmla="*/ 0 h 5772030"/>
              <a:gd name="connsiteX2" fmla="*/ 2446533 w 4917367"/>
              <a:gd name="connsiteY2" fmla="*/ 5772030 h 5772030"/>
              <a:gd name="connsiteX3" fmla="*/ 0 w 4917367"/>
              <a:gd name="connsiteY3" fmla="*/ 5766805 h 5772030"/>
              <a:gd name="connsiteX4" fmla="*/ 2441333 w 4917367"/>
              <a:gd name="connsiteY4" fmla="*/ 0 h 5772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17367" h="5772030">
                <a:moveTo>
                  <a:pt x="2441333" y="0"/>
                </a:moveTo>
                <a:lnTo>
                  <a:pt x="4917367" y="0"/>
                </a:lnTo>
                <a:lnTo>
                  <a:pt x="2446533" y="5772030"/>
                </a:lnTo>
                <a:lnTo>
                  <a:pt x="0" y="5766805"/>
                </a:lnTo>
                <a:lnTo>
                  <a:pt x="2441333" y="0"/>
                </a:lnTo>
                <a:close/>
              </a:path>
            </a:pathLst>
          </a:custGeom>
          <a:noFill/>
          <a:ln w="3175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 b="0" cap="none" baseline="0">
                <a:solidFill>
                  <a:schemeClr val="tx2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noProof="0"/>
              <a:t>Photo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923D940D-6189-0632-C553-784DD079DE8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  <p:sp>
        <p:nvSpPr>
          <p:cNvPr id="13" name="Rectangle 7">
            <a:extLst>
              <a:ext uri="{FF2B5EF4-FFF2-40B4-BE49-F238E27FC236}">
                <a16:creationId xmlns:a16="http://schemas.microsoft.com/office/drawing/2014/main" id="{F5406160-AFD8-CAB4-BD34-E0159F65C63C}"/>
              </a:ext>
            </a:extLst>
          </p:cNvPr>
          <p:cNvSpPr/>
          <p:nvPr userDrawn="1"/>
        </p:nvSpPr>
        <p:spPr>
          <a:xfrm>
            <a:off x="11157996" y="4445448"/>
            <a:ext cx="1034004" cy="2412552"/>
          </a:xfrm>
          <a:custGeom>
            <a:avLst/>
            <a:gdLst>
              <a:gd name="connsiteX0" fmla="*/ 0 w 1034004"/>
              <a:gd name="connsiteY0" fmla="*/ 0 h 2412552"/>
              <a:gd name="connsiteX1" fmla="*/ 1034004 w 1034004"/>
              <a:gd name="connsiteY1" fmla="*/ 0 h 2412552"/>
              <a:gd name="connsiteX2" fmla="*/ 1034004 w 1034004"/>
              <a:gd name="connsiteY2" fmla="*/ 2412552 h 2412552"/>
              <a:gd name="connsiteX3" fmla="*/ 0 w 1034004"/>
              <a:gd name="connsiteY3" fmla="*/ 2412552 h 2412552"/>
              <a:gd name="connsiteX4" fmla="*/ 0 w 1034004"/>
              <a:gd name="connsiteY4" fmla="*/ 0 h 2412552"/>
              <a:gd name="connsiteX0" fmla="*/ 0 w 1034004"/>
              <a:gd name="connsiteY0" fmla="*/ 2412552 h 2412552"/>
              <a:gd name="connsiteX1" fmla="*/ 1034004 w 1034004"/>
              <a:gd name="connsiteY1" fmla="*/ 0 h 2412552"/>
              <a:gd name="connsiteX2" fmla="*/ 1034004 w 1034004"/>
              <a:gd name="connsiteY2" fmla="*/ 2412552 h 2412552"/>
              <a:gd name="connsiteX3" fmla="*/ 0 w 1034004"/>
              <a:gd name="connsiteY3" fmla="*/ 2412552 h 241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34004" h="2412552">
                <a:moveTo>
                  <a:pt x="0" y="2412552"/>
                </a:moveTo>
                <a:lnTo>
                  <a:pt x="1034004" y="0"/>
                </a:lnTo>
                <a:lnTo>
                  <a:pt x="1034004" y="2412552"/>
                </a:lnTo>
                <a:lnTo>
                  <a:pt x="0" y="2412552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7120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hite with 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12" name="Espace réservé pour une image  33">
            <a:extLst>
              <a:ext uri="{FF2B5EF4-FFF2-40B4-BE49-F238E27FC236}">
                <a16:creationId xmlns:a16="http://schemas.microsoft.com/office/drawing/2014/main" id="{895E04EA-65C6-4AA2-8F1E-9A4E11C6614A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6096000" y="1128410"/>
            <a:ext cx="5499370" cy="5039202"/>
          </a:xfrm>
          <a:prstGeom prst="rect">
            <a:avLst/>
          </a:prstGeom>
          <a:noFill/>
          <a:ln w="3175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 b="0" cap="none" baseline="0">
                <a:solidFill>
                  <a:schemeClr val="tx2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noProof="0"/>
              <a:t>Photo</a:t>
            </a:r>
          </a:p>
        </p:txBody>
      </p:sp>
      <p:sp>
        <p:nvSpPr>
          <p:cNvPr id="14" name="Titre 13">
            <a:extLst>
              <a:ext uri="{FF2B5EF4-FFF2-40B4-BE49-F238E27FC236}">
                <a16:creationId xmlns:a16="http://schemas.microsoft.com/office/drawing/2014/main" id="{8038BA85-2084-4869-B223-D5D52B6CE4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890" y="1128410"/>
            <a:ext cx="5452110" cy="5039202"/>
          </a:xfrm>
          <a:custGeom>
            <a:avLst/>
            <a:gdLst>
              <a:gd name="connsiteX0" fmla="*/ 0 w 5452110"/>
              <a:gd name="connsiteY0" fmla="*/ 0 h 5039202"/>
              <a:gd name="connsiteX1" fmla="*/ 5452110 w 5452110"/>
              <a:gd name="connsiteY1" fmla="*/ 0 h 5039202"/>
              <a:gd name="connsiteX2" fmla="*/ 5452110 w 5452110"/>
              <a:gd name="connsiteY2" fmla="*/ 5039202 h 5039202"/>
              <a:gd name="connsiteX3" fmla="*/ 0 w 5452110"/>
              <a:gd name="connsiteY3" fmla="*/ 5039202 h 5039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52110" h="5039202">
                <a:moveTo>
                  <a:pt x="0" y="0"/>
                </a:moveTo>
                <a:lnTo>
                  <a:pt x="5452110" y="0"/>
                </a:lnTo>
                <a:lnTo>
                  <a:pt x="5452110" y="5039202"/>
                </a:lnTo>
                <a:lnTo>
                  <a:pt x="0" y="5039202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360000" tIns="540000" rIns="360000" bIns="36000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536" y="2927612"/>
            <a:ext cx="4932000" cy="2880000"/>
          </a:xfrm>
        </p:spPr>
        <p:txBody>
          <a:bodyPr/>
          <a:lstStyle>
            <a:lvl1pPr>
              <a:defRPr sz="1900">
                <a:solidFill>
                  <a:schemeClr val="bg1"/>
                </a:solidFill>
              </a:defRPr>
            </a:lvl1pPr>
            <a:lvl2pPr>
              <a:defRPr sz="19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4DFCB1D7-DA62-A3FE-87CB-3CA04AA3E6F3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43434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highlightin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09EADAA-0C96-4D73-B394-C1A53CEA102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>
            <a:off x="-997200" y="3898800"/>
            <a:ext cx="2520000" cy="133200"/>
          </a:xfrm>
          <a:prstGeom prst="rect">
            <a:avLst/>
          </a:prstGeom>
        </p:spPr>
        <p:txBody>
          <a:bodyPr/>
          <a:lstStyle/>
          <a:p>
            <a:r>
              <a:rPr lang="en-US" b="0" noProof="0"/>
              <a:t>Talent Acquisition Global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12" name="Espace réservé pour une image  33">
            <a:extLst>
              <a:ext uri="{FF2B5EF4-FFF2-40B4-BE49-F238E27FC236}">
                <a16:creationId xmlns:a16="http://schemas.microsoft.com/office/drawing/2014/main" id="{895E04EA-65C6-4AA2-8F1E-9A4E11C6614A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643890" y="1128410"/>
            <a:ext cx="5454000" cy="5039202"/>
          </a:xfrm>
          <a:prstGeom prst="rect">
            <a:avLst/>
          </a:prstGeom>
          <a:noFill/>
          <a:ln w="3175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 b="0" cap="none" baseline="0">
                <a:solidFill>
                  <a:schemeClr val="tx2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noProof="0"/>
              <a:t>Photo</a:t>
            </a:r>
          </a:p>
        </p:txBody>
      </p:sp>
      <p:sp>
        <p:nvSpPr>
          <p:cNvPr id="15" name="Titre 14">
            <a:extLst>
              <a:ext uri="{FF2B5EF4-FFF2-40B4-BE49-F238E27FC236}">
                <a16:creationId xmlns:a16="http://schemas.microsoft.com/office/drawing/2014/main" id="{135F8181-64D0-4B6F-93D7-8C10D48D5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4800" y="1128410"/>
            <a:ext cx="5500800" cy="5039202"/>
          </a:xfrm>
          <a:custGeom>
            <a:avLst/>
            <a:gdLst>
              <a:gd name="connsiteX0" fmla="*/ 0 w 5500800"/>
              <a:gd name="connsiteY0" fmla="*/ 0 h 5039202"/>
              <a:gd name="connsiteX1" fmla="*/ 5500800 w 5500800"/>
              <a:gd name="connsiteY1" fmla="*/ 0 h 5039202"/>
              <a:gd name="connsiteX2" fmla="*/ 5500800 w 5500800"/>
              <a:gd name="connsiteY2" fmla="*/ 5039202 h 5039202"/>
              <a:gd name="connsiteX3" fmla="*/ 0 w 5500800"/>
              <a:gd name="connsiteY3" fmla="*/ 5039202 h 5039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00800" h="5039202">
                <a:moveTo>
                  <a:pt x="0" y="0"/>
                </a:moveTo>
                <a:lnTo>
                  <a:pt x="5500800" y="0"/>
                </a:lnTo>
                <a:lnTo>
                  <a:pt x="5500800" y="5039202"/>
                </a:lnTo>
                <a:lnTo>
                  <a:pt x="0" y="5039202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648000" tIns="360000" rIns="360000" bIns="360000" anchor="ctr">
            <a:noAutofit/>
          </a:bodyPr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0B1F49C4-DCB1-96F8-2BE8-EDBF7591D129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857214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in 2 frames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space réservé du texte 19">
            <a:extLst>
              <a:ext uri="{FF2B5EF4-FFF2-40B4-BE49-F238E27FC236}">
                <a16:creationId xmlns:a16="http://schemas.microsoft.com/office/drawing/2014/main" id="{230AACEC-8150-4E58-B999-2C8E63E1A3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3890" y="1128409"/>
            <a:ext cx="5292090" cy="5039202"/>
          </a:xfrm>
          <a:custGeom>
            <a:avLst/>
            <a:gdLst>
              <a:gd name="connsiteX0" fmla="*/ 0 w 5292090"/>
              <a:gd name="connsiteY0" fmla="*/ 0 h 5039202"/>
              <a:gd name="connsiteX1" fmla="*/ 5292090 w 5292090"/>
              <a:gd name="connsiteY1" fmla="*/ 0 h 5039202"/>
              <a:gd name="connsiteX2" fmla="*/ 5292090 w 5292090"/>
              <a:gd name="connsiteY2" fmla="*/ 5039202 h 5039202"/>
              <a:gd name="connsiteX3" fmla="*/ 0 w 5292090"/>
              <a:gd name="connsiteY3" fmla="*/ 5039202 h 5039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090" h="5039202">
                <a:moveTo>
                  <a:pt x="0" y="0"/>
                </a:moveTo>
                <a:lnTo>
                  <a:pt x="5292090" y="0"/>
                </a:lnTo>
                <a:lnTo>
                  <a:pt x="5292090" y="5039202"/>
                </a:lnTo>
                <a:lnTo>
                  <a:pt x="0" y="5039202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360000" tIns="216000" rIns="360000" bIns="360000">
            <a:noAutofit/>
          </a:bodyPr>
          <a:lstStyle>
            <a:lvl1pPr>
              <a:defRPr sz="1900">
                <a:solidFill>
                  <a:schemeClr val="bg1"/>
                </a:solidFill>
              </a:defRPr>
            </a:lvl1pPr>
            <a:lvl2pPr>
              <a:defRPr sz="19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10" name="Espace réservé pour une image  33">
            <a:extLst>
              <a:ext uri="{FF2B5EF4-FFF2-40B4-BE49-F238E27FC236}">
                <a16:creationId xmlns:a16="http://schemas.microsoft.com/office/drawing/2014/main" id="{EB38C0A6-0F71-4D15-A062-D159A2D723C4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796868" y="2838450"/>
            <a:ext cx="4986135" cy="3160273"/>
          </a:xfrm>
          <a:prstGeom prst="rect">
            <a:avLst/>
          </a:prstGeom>
          <a:noFill/>
          <a:ln w="3175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 b="0" cap="none" baseline="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noProof="0"/>
              <a:t>Photo</a:t>
            </a:r>
          </a:p>
        </p:txBody>
      </p:sp>
      <p:sp>
        <p:nvSpPr>
          <p:cNvPr id="21" name="Espace réservé du texte 20">
            <a:extLst>
              <a:ext uri="{FF2B5EF4-FFF2-40B4-BE49-F238E27FC236}">
                <a16:creationId xmlns:a16="http://schemas.microsoft.com/office/drawing/2014/main" id="{BF34C298-6747-4F09-827E-E3C9685ACC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6022" y="1128409"/>
            <a:ext cx="5292090" cy="5039202"/>
          </a:xfrm>
          <a:custGeom>
            <a:avLst/>
            <a:gdLst>
              <a:gd name="connsiteX0" fmla="*/ 0 w 5292090"/>
              <a:gd name="connsiteY0" fmla="*/ 0 h 5039202"/>
              <a:gd name="connsiteX1" fmla="*/ 5292090 w 5292090"/>
              <a:gd name="connsiteY1" fmla="*/ 0 h 5039202"/>
              <a:gd name="connsiteX2" fmla="*/ 5292090 w 5292090"/>
              <a:gd name="connsiteY2" fmla="*/ 5039202 h 5039202"/>
              <a:gd name="connsiteX3" fmla="*/ 0 w 5292090"/>
              <a:gd name="connsiteY3" fmla="*/ 5039202 h 5039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090" h="5039202">
                <a:moveTo>
                  <a:pt x="0" y="0"/>
                </a:moveTo>
                <a:lnTo>
                  <a:pt x="5292090" y="0"/>
                </a:lnTo>
                <a:lnTo>
                  <a:pt x="5292090" y="5039202"/>
                </a:lnTo>
                <a:lnTo>
                  <a:pt x="0" y="5039202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360000" tIns="216000" rIns="360000" bIns="360000">
            <a:noAutofit/>
          </a:bodyPr>
          <a:lstStyle>
            <a:lvl1pPr>
              <a:defRPr sz="1900">
                <a:solidFill>
                  <a:schemeClr val="bg1"/>
                </a:solidFill>
              </a:defRPr>
            </a:lvl1pPr>
            <a:lvl2pPr>
              <a:defRPr sz="19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Espace réservé pour une image  33">
            <a:extLst>
              <a:ext uri="{FF2B5EF4-FFF2-40B4-BE49-F238E27FC236}">
                <a16:creationId xmlns:a16="http://schemas.microsoft.com/office/drawing/2014/main" id="{F597D9F1-2155-4D83-9236-EC04A593F8AA}"/>
              </a:ext>
            </a:extLst>
          </p:cNvPr>
          <p:cNvSpPr>
            <a:spLocks noGrp="1"/>
          </p:cNvSpPr>
          <p:nvPr>
            <p:ph type="pic" idx="19" hasCustomPrompt="1"/>
          </p:nvPr>
        </p:nvSpPr>
        <p:spPr>
          <a:xfrm>
            <a:off x="6409000" y="2838450"/>
            <a:ext cx="4986135" cy="3160273"/>
          </a:xfrm>
          <a:prstGeom prst="rect">
            <a:avLst/>
          </a:prstGeom>
          <a:noFill/>
          <a:ln w="3175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 b="0" cap="none" baseline="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noProof="0"/>
              <a:t>Photo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20F472E6-E78E-1155-4F89-819AD2E61E7E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  <p:sp>
        <p:nvSpPr>
          <p:cNvPr id="3" name="Espace réservé du numéro de diapositive 7">
            <a:extLst>
              <a:ext uri="{FF2B5EF4-FFF2-40B4-BE49-F238E27FC236}">
                <a16:creationId xmlns:a16="http://schemas.microsoft.com/office/drawing/2014/main" id="{3D75D980-E4C1-70A5-D305-99DEF2F7D67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328548" y="6397368"/>
            <a:ext cx="541454" cy="184666"/>
          </a:xfrm>
        </p:spPr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</p:spTree>
    <p:extLst>
      <p:ext uri="{BB962C8B-B14F-4D97-AF65-F5344CB8AC3E}">
        <p14:creationId xmlns:p14="http://schemas.microsoft.com/office/powerpoint/2010/main" val="3139935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2 grap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Espace réservé du texte 22">
            <a:extLst>
              <a:ext uri="{FF2B5EF4-FFF2-40B4-BE49-F238E27FC236}">
                <a16:creationId xmlns:a16="http://schemas.microsoft.com/office/drawing/2014/main" id="{E81FFD1A-90DF-48A1-9716-E41ABD43762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26319" y="1128407"/>
            <a:ext cx="5462565" cy="5256000"/>
          </a:xfrm>
          <a:custGeom>
            <a:avLst/>
            <a:gdLst>
              <a:gd name="connsiteX0" fmla="*/ 0 w 5462565"/>
              <a:gd name="connsiteY0" fmla="*/ 0 h 5256000"/>
              <a:gd name="connsiteX1" fmla="*/ 5462565 w 5462565"/>
              <a:gd name="connsiteY1" fmla="*/ 0 h 5256000"/>
              <a:gd name="connsiteX2" fmla="*/ 5462565 w 5462565"/>
              <a:gd name="connsiteY2" fmla="*/ 5256000 h 5256000"/>
              <a:gd name="connsiteX3" fmla="*/ 0 w 5462565"/>
              <a:gd name="connsiteY3" fmla="*/ 5256000 h 525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62565" h="5256000">
                <a:moveTo>
                  <a:pt x="0" y="0"/>
                </a:moveTo>
                <a:lnTo>
                  <a:pt x="5462565" y="0"/>
                </a:lnTo>
                <a:lnTo>
                  <a:pt x="5462565" y="5256000"/>
                </a:lnTo>
                <a:lnTo>
                  <a:pt x="0" y="525600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lIns="216000" tIns="216000" rIns="216000" bIns="216000">
            <a:noAutofit/>
          </a:bodyPr>
          <a:lstStyle>
            <a:lvl1pPr>
              <a:defRPr sz="1900"/>
            </a:lvl1pPr>
            <a:lvl2pPr>
              <a:defRPr sz="17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20" name="Espace réservé du graphique 2">
            <a:extLst>
              <a:ext uri="{FF2B5EF4-FFF2-40B4-BE49-F238E27FC236}">
                <a16:creationId xmlns:a16="http://schemas.microsoft.com/office/drawing/2014/main" id="{AAABAA74-A49C-4F16-BABB-0A1D93DDA82F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536400" y="2556822"/>
            <a:ext cx="5076000" cy="3636000"/>
          </a:xfrm>
          <a:noFill/>
        </p:spPr>
        <p:txBody>
          <a:bodyPr anchor="ctr"/>
          <a:lstStyle>
            <a:lvl1pPr algn="ctr">
              <a:defRPr sz="1200" b="0"/>
            </a:lvl1pPr>
          </a:lstStyle>
          <a:p>
            <a:r>
              <a:rPr lang="en-US" noProof="0"/>
              <a:t>Graph</a:t>
            </a:r>
          </a:p>
        </p:txBody>
      </p:sp>
      <p:sp>
        <p:nvSpPr>
          <p:cNvPr id="21" name="Espace réservé du graphique 2">
            <a:extLst>
              <a:ext uri="{FF2B5EF4-FFF2-40B4-BE49-F238E27FC236}">
                <a16:creationId xmlns:a16="http://schemas.microsoft.com/office/drawing/2014/main" id="{EBA46C1A-FD0D-44CC-9BA2-F8724E59CBE7}"/>
              </a:ext>
            </a:extLst>
          </p:cNvPr>
          <p:cNvSpPr>
            <a:spLocks noGrp="1"/>
          </p:cNvSpPr>
          <p:nvPr>
            <p:ph type="chart" sz="quarter" idx="21" hasCustomPrompt="1"/>
          </p:nvPr>
        </p:nvSpPr>
        <p:spPr>
          <a:xfrm>
            <a:off x="6321428" y="2556822"/>
            <a:ext cx="5076000" cy="3636000"/>
          </a:xfrm>
          <a:noFill/>
        </p:spPr>
        <p:txBody>
          <a:bodyPr anchor="ctr"/>
          <a:lstStyle>
            <a:lvl1pPr algn="ctr">
              <a:defRPr sz="1200" b="0"/>
            </a:lvl1pPr>
          </a:lstStyle>
          <a:p>
            <a:r>
              <a:rPr lang="en-US" noProof="0"/>
              <a:t>Graph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400" y="1304733"/>
            <a:ext cx="5076000" cy="1707159"/>
          </a:xfrm>
        </p:spPr>
        <p:txBody>
          <a:bodyPr/>
          <a:lstStyle>
            <a:lvl1pPr>
              <a:defRPr sz="1900"/>
            </a:lvl1pPr>
            <a:lvl2pPr>
              <a:defRPr sz="17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Espace réservé du texte 16">
            <a:extLst>
              <a:ext uri="{FF2B5EF4-FFF2-40B4-BE49-F238E27FC236}">
                <a16:creationId xmlns:a16="http://schemas.microsoft.com/office/drawing/2014/main" id="{47F0136F-2D64-433D-A5B2-DB1BA419C0CC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578259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a 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7;p18">
            <a:extLst>
              <a:ext uri="{FF2B5EF4-FFF2-40B4-BE49-F238E27FC236}">
                <a16:creationId xmlns:a16="http://schemas.microsoft.com/office/drawing/2014/main" id="{2DFB32D6-DA7A-B5AB-6F9C-0D80D5E3B3DF}"/>
              </a:ext>
            </a:extLst>
          </p:cNvPr>
          <p:cNvSpPr/>
          <p:nvPr userDrawn="1"/>
        </p:nvSpPr>
        <p:spPr>
          <a:xfrm>
            <a:off x="9138483" y="0"/>
            <a:ext cx="3067543" cy="6869574"/>
          </a:xfrm>
          <a:custGeom>
            <a:avLst/>
            <a:gdLst>
              <a:gd name="connsiteX0" fmla="*/ 0 w 7111431"/>
              <a:gd name="connsiteY0" fmla="*/ 6858000 h 6858000"/>
              <a:gd name="connsiteX1" fmla="*/ 3060040 w 7111431"/>
              <a:gd name="connsiteY1" fmla="*/ 0 h 6858000"/>
              <a:gd name="connsiteX2" fmla="*/ 7111431 w 7111431"/>
              <a:gd name="connsiteY2" fmla="*/ 0 h 6858000"/>
              <a:gd name="connsiteX3" fmla="*/ 4051391 w 7111431"/>
              <a:gd name="connsiteY3" fmla="*/ 6858000 h 6858000"/>
              <a:gd name="connsiteX4" fmla="*/ 0 w 7111431"/>
              <a:gd name="connsiteY4" fmla="*/ 6858000 h 6858000"/>
              <a:gd name="connsiteX0" fmla="*/ 0 w 4051391"/>
              <a:gd name="connsiteY0" fmla="*/ 6858000 h 6858000"/>
              <a:gd name="connsiteX1" fmla="*/ 3060040 w 4051391"/>
              <a:gd name="connsiteY1" fmla="*/ 0 h 6858000"/>
              <a:gd name="connsiteX2" fmla="*/ 4051391 w 4051391"/>
              <a:gd name="connsiteY2" fmla="*/ 6858000 h 6858000"/>
              <a:gd name="connsiteX3" fmla="*/ 0 w 4051391"/>
              <a:gd name="connsiteY3" fmla="*/ 6858000 h 6858000"/>
              <a:gd name="connsiteX0" fmla="*/ 0 w 3067543"/>
              <a:gd name="connsiteY0" fmla="*/ 6858000 h 6869574"/>
              <a:gd name="connsiteX1" fmla="*/ 3060040 w 3067543"/>
              <a:gd name="connsiteY1" fmla="*/ 0 h 6869574"/>
              <a:gd name="connsiteX2" fmla="*/ 3067543 w 3067543"/>
              <a:gd name="connsiteY2" fmla="*/ 6869574 h 6869574"/>
              <a:gd name="connsiteX3" fmla="*/ 0 w 3067543"/>
              <a:gd name="connsiteY3" fmla="*/ 6858000 h 6869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67543" h="6869574">
                <a:moveTo>
                  <a:pt x="0" y="6858000"/>
                </a:moveTo>
                <a:lnTo>
                  <a:pt x="3060040" y="0"/>
                </a:lnTo>
                <a:lnTo>
                  <a:pt x="3067543" y="6869574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lumMod val="20000"/>
              <a:lumOff val="80000"/>
              <a:alpha val="5000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89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20" name="Espace réservé du graphique 2">
            <a:extLst>
              <a:ext uri="{FF2B5EF4-FFF2-40B4-BE49-F238E27FC236}">
                <a16:creationId xmlns:a16="http://schemas.microsoft.com/office/drawing/2014/main" id="{AAABAA74-A49C-4F16-BABB-0A1D93DDA82F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536400" y="2556822"/>
            <a:ext cx="11052484" cy="3744000"/>
          </a:xfrm>
          <a:noFill/>
        </p:spPr>
        <p:txBody>
          <a:bodyPr anchor="ctr"/>
          <a:lstStyle>
            <a:lvl1pPr algn="ctr">
              <a:defRPr sz="1200" b="0"/>
            </a:lvl1pPr>
          </a:lstStyle>
          <a:p>
            <a:r>
              <a:rPr lang="en-US" noProof="0"/>
              <a:t>Graph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400" y="1337159"/>
            <a:ext cx="11052484" cy="1707159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B419FC59-E72A-9E22-FA92-D938437A06E6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1807780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a graph and a fram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20" name="Espace réservé du graphique 2">
            <a:extLst>
              <a:ext uri="{FF2B5EF4-FFF2-40B4-BE49-F238E27FC236}">
                <a16:creationId xmlns:a16="http://schemas.microsoft.com/office/drawing/2014/main" id="{AAABAA74-A49C-4F16-BABB-0A1D93DDA82F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536400" y="2556822"/>
            <a:ext cx="7019999" cy="3600138"/>
          </a:xfrm>
          <a:noFill/>
        </p:spPr>
        <p:txBody>
          <a:bodyPr anchor="ctr"/>
          <a:lstStyle>
            <a:lvl1pPr algn="ctr">
              <a:defRPr sz="1200" b="0"/>
            </a:lvl1pPr>
          </a:lstStyle>
          <a:p>
            <a:r>
              <a:rPr lang="en-US" noProof="0"/>
              <a:t>Graph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399" y="1337159"/>
            <a:ext cx="7020000" cy="1707159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718BF0D1-2051-4CDC-8776-6ACE284695A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917908" y="1288067"/>
            <a:ext cx="3656872" cy="4868893"/>
          </a:xfrm>
          <a:custGeom>
            <a:avLst/>
            <a:gdLst>
              <a:gd name="connsiteX0" fmla="*/ 0 w 3656872"/>
              <a:gd name="connsiteY0" fmla="*/ 0 h 4868893"/>
              <a:gd name="connsiteX1" fmla="*/ 3656872 w 3656872"/>
              <a:gd name="connsiteY1" fmla="*/ 0 h 4868893"/>
              <a:gd name="connsiteX2" fmla="*/ 3656872 w 3656872"/>
              <a:gd name="connsiteY2" fmla="*/ 4868893 h 4868893"/>
              <a:gd name="connsiteX3" fmla="*/ 0 w 3656872"/>
              <a:gd name="connsiteY3" fmla="*/ 4868893 h 48688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56872" h="4868893">
                <a:moveTo>
                  <a:pt x="0" y="0"/>
                </a:moveTo>
                <a:lnTo>
                  <a:pt x="3656872" y="0"/>
                </a:lnTo>
                <a:lnTo>
                  <a:pt x="3656872" y="4868893"/>
                </a:lnTo>
                <a:lnTo>
                  <a:pt x="0" y="4868893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288000" tIns="288000" rIns="288000" bIns="288000">
            <a:noAutofit/>
          </a:bodyPr>
          <a:lstStyle>
            <a:lvl1pPr>
              <a:defRPr sz="1900">
                <a:solidFill>
                  <a:schemeClr val="bg1"/>
                </a:solidFill>
              </a:defRPr>
            </a:lvl1pPr>
            <a:lvl2pPr>
              <a:defRPr sz="19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BE6F09B7-3337-9809-7A66-378FD8DD802E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4426846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with 2 texts in 2 fra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97;p18">
            <a:extLst>
              <a:ext uri="{FF2B5EF4-FFF2-40B4-BE49-F238E27FC236}">
                <a16:creationId xmlns:a16="http://schemas.microsoft.com/office/drawing/2014/main" id="{7A71E5F9-2365-0D29-820A-7C151A43798F}"/>
              </a:ext>
            </a:extLst>
          </p:cNvPr>
          <p:cNvSpPr/>
          <p:nvPr userDrawn="1"/>
        </p:nvSpPr>
        <p:spPr>
          <a:xfrm>
            <a:off x="9138483" y="0"/>
            <a:ext cx="3067543" cy="6869574"/>
          </a:xfrm>
          <a:custGeom>
            <a:avLst/>
            <a:gdLst>
              <a:gd name="connsiteX0" fmla="*/ 0 w 7111431"/>
              <a:gd name="connsiteY0" fmla="*/ 6858000 h 6858000"/>
              <a:gd name="connsiteX1" fmla="*/ 3060040 w 7111431"/>
              <a:gd name="connsiteY1" fmla="*/ 0 h 6858000"/>
              <a:gd name="connsiteX2" fmla="*/ 7111431 w 7111431"/>
              <a:gd name="connsiteY2" fmla="*/ 0 h 6858000"/>
              <a:gd name="connsiteX3" fmla="*/ 4051391 w 7111431"/>
              <a:gd name="connsiteY3" fmla="*/ 6858000 h 6858000"/>
              <a:gd name="connsiteX4" fmla="*/ 0 w 7111431"/>
              <a:gd name="connsiteY4" fmla="*/ 6858000 h 6858000"/>
              <a:gd name="connsiteX0" fmla="*/ 0 w 4051391"/>
              <a:gd name="connsiteY0" fmla="*/ 6858000 h 6858000"/>
              <a:gd name="connsiteX1" fmla="*/ 3060040 w 4051391"/>
              <a:gd name="connsiteY1" fmla="*/ 0 h 6858000"/>
              <a:gd name="connsiteX2" fmla="*/ 4051391 w 4051391"/>
              <a:gd name="connsiteY2" fmla="*/ 6858000 h 6858000"/>
              <a:gd name="connsiteX3" fmla="*/ 0 w 4051391"/>
              <a:gd name="connsiteY3" fmla="*/ 6858000 h 6858000"/>
              <a:gd name="connsiteX0" fmla="*/ 0 w 3067543"/>
              <a:gd name="connsiteY0" fmla="*/ 6858000 h 6869574"/>
              <a:gd name="connsiteX1" fmla="*/ 3060040 w 3067543"/>
              <a:gd name="connsiteY1" fmla="*/ 0 h 6869574"/>
              <a:gd name="connsiteX2" fmla="*/ 3067543 w 3067543"/>
              <a:gd name="connsiteY2" fmla="*/ 6869574 h 6869574"/>
              <a:gd name="connsiteX3" fmla="*/ 0 w 3067543"/>
              <a:gd name="connsiteY3" fmla="*/ 6858000 h 6869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67543" h="6869574">
                <a:moveTo>
                  <a:pt x="0" y="6858000"/>
                </a:moveTo>
                <a:lnTo>
                  <a:pt x="3060040" y="0"/>
                </a:lnTo>
                <a:lnTo>
                  <a:pt x="3067543" y="6869574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lumMod val="20000"/>
              <a:lumOff val="80000"/>
              <a:alpha val="5000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89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20" name="Espace réservé du graphique 2">
            <a:extLst>
              <a:ext uri="{FF2B5EF4-FFF2-40B4-BE49-F238E27FC236}">
                <a16:creationId xmlns:a16="http://schemas.microsoft.com/office/drawing/2014/main" id="{AAABAA74-A49C-4F16-BABB-0A1D93DDA82F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536401" y="1337159"/>
            <a:ext cx="5400000" cy="4819801"/>
          </a:xfrm>
          <a:noFill/>
        </p:spPr>
        <p:txBody>
          <a:bodyPr anchor="ctr"/>
          <a:lstStyle>
            <a:lvl1pPr algn="ctr">
              <a:defRPr sz="1200" b="0"/>
            </a:lvl1pPr>
          </a:lstStyle>
          <a:p>
            <a:r>
              <a:rPr lang="en-US" noProof="0"/>
              <a:t>Graph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9F20727D-5E83-4E0E-9FB9-68D69A7B531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43028" y="1288067"/>
            <a:ext cx="5470432" cy="2300953"/>
          </a:xfrm>
          <a:custGeom>
            <a:avLst/>
            <a:gdLst>
              <a:gd name="connsiteX0" fmla="*/ 0 w 5470432"/>
              <a:gd name="connsiteY0" fmla="*/ 0 h 2300953"/>
              <a:gd name="connsiteX1" fmla="*/ 5470432 w 5470432"/>
              <a:gd name="connsiteY1" fmla="*/ 0 h 2300953"/>
              <a:gd name="connsiteX2" fmla="*/ 5470432 w 5470432"/>
              <a:gd name="connsiteY2" fmla="*/ 2300953 h 2300953"/>
              <a:gd name="connsiteX3" fmla="*/ 0 w 5470432"/>
              <a:gd name="connsiteY3" fmla="*/ 2300953 h 2300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0432" h="2300953">
                <a:moveTo>
                  <a:pt x="0" y="0"/>
                </a:moveTo>
                <a:lnTo>
                  <a:pt x="5470432" y="0"/>
                </a:lnTo>
                <a:lnTo>
                  <a:pt x="5470432" y="2300953"/>
                </a:lnTo>
                <a:lnTo>
                  <a:pt x="0" y="2300953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252000" tIns="252000" rIns="252000" bIns="252000">
            <a:noAutofit/>
          </a:bodyPr>
          <a:lstStyle>
            <a:lvl1pPr>
              <a:defRPr sz="1900">
                <a:solidFill>
                  <a:schemeClr val="bg1"/>
                </a:solidFill>
              </a:defRPr>
            </a:lvl1pPr>
            <a:lvl2pPr>
              <a:defRPr sz="19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A7196165-27AE-443C-AF47-7B6B0DC5965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43028" y="3856007"/>
            <a:ext cx="5470432" cy="2300953"/>
          </a:xfrm>
          <a:custGeom>
            <a:avLst/>
            <a:gdLst>
              <a:gd name="connsiteX0" fmla="*/ 0 w 5470432"/>
              <a:gd name="connsiteY0" fmla="*/ 0 h 2300953"/>
              <a:gd name="connsiteX1" fmla="*/ 5470432 w 5470432"/>
              <a:gd name="connsiteY1" fmla="*/ 0 h 2300953"/>
              <a:gd name="connsiteX2" fmla="*/ 5470432 w 5470432"/>
              <a:gd name="connsiteY2" fmla="*/ 2300953 h 2300953"/>
              <a:gd name="connsiteX3" fmla="*/ 0 w 5470432"/>
              <a:gd name="connsiteY3" fmla="*/ 2300953 h 2300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0432" h="2300953">
                <a:moveTo>
                  <a:pt x="0" y="0"/>
                </a:moveTo>
                <a:lnTo>
                  <a:pt x="5470432" y="0"/>
                </a:lnTo>
                <a:lnTo>
                  <a:pt x="5470432" y="2300953"/>
                </a:lnTo>
                <a:lnTo>
                  <a:pt x="0" y="2300953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252000" tIns="252000" rIns="252000" bIns="252000">
            <a:noAutofit/>
          </a:bodyPr>
          <a:lstStyle>
            <a:lvl1pPr>
              <a:defRPr sz="1900">
                <a:solidFill>
                  <a:schemeClr val="bg1"/>
                </a:solidFill>
              </a:defRPr>
            </a:lvl1pPr>
            <a:lvl2pPr>
              <a:defRPr sz="19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BF144683-448B-AEEC-9E1B-EE5A080FBBA5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686383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highlighting 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400" y="1337159"/>
            <a:ext cx="11052484" cy="1707159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Espace réservé du texte 10">
            <a:extLst>
              <a:ext uri="{FF2B5EF4-FFF2-40B4-BE49-F238E27FC236}">
                <a16:creationId xmlns:a16="http://schemas.microsoft.com/office/drawing/2014/main" id="{429BDA1B-2BC8-40BC-AA30-CF42B5D03C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3556" y="3023085"/>
            <a:ext cx="3384000" cy="684000"/>
          </a:xfrm>
          <a:solidFill>
            <a:schemeClr val="tx2"/>
          </a:solidFill>
        </p:spPr>
        <p:txBody>
          <a:bodyPr anchor="ctr"/>
          <a:lstStyle>
            <a:lvl1pPr algn="ctr">
              <a:defRPr sz="4000">
                <a:solidFill>
                  <a:schemeClr val="bg1"/>
                </a:solidFill>
                <a:latin typeface="+mj-lt"/>
              </a:defRPr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NN</a:t>
            </a:r>
          </a:p>
        </p:txBody>
      </p:sp>
      <p:sp>
        <p:nvSpPr>
          <p:cNvPr id="10" name="Espace réservé du texte 10">
            <a:extLst>
              <a:ext uri="{FF2B5EF4-FFF2-40B4-BE49-F238E27FC236}">
                <a16:creationId xmlns:a16="http://schemas.microsoft.com/office/drawing/2014/main" id="{72106505-DB5F-4F49-8822-4826BDEC7BC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6398" y="3968439"/>
            <a:ext cx="3491157" cy="234000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Espace réservé du texte 10">
            <a:extLst>
              <a:ext uri="{FF2B5EF4-FFF2-40B4-BE49-F238E27FC236}">
                <a16:creationId xmlns:a16="http://schemas.microsoft.com/office/drawing/2014/main" id="{73C17576-3818-4DAF-8697-2FBB1139D9D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09106" y="3023085"/>
            <a:ext cx="3384000" cy="684000"/>
          </a:xfrm>
          <a:solidFill>
            <a:schemeClr val="tx2"/>
          </a:solidFill>
        </p:spPr>
        <p:txBody>
          <a:bodyPr anchor="ctr"/>
          <a:lstStyle>
            <a:lvl1pPr algn="ctr">
              <a:defRPr sz="4000">
                <a:solidFill>
                  <a:schemeClr val="bg1"/>
                </a:solidFill>
                <a:latin typeface="+mj-lt"/>
              </a:defRPr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NN</a:t>
            </a:r>
          </a:p>
        </p:txBody>
      </p: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06D58CD4-C66A-40AB-98B4-535A07E2DB9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01948" y="3968439"/>
            <a:ext cx="3491157" cy="234000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Espace réservé du texte 10">
            <a:extLst>
              <a:ext uri="{FF2B5EF4-FFF2-40B4-BE49-F238E27FC236}">
                <a16:creationId xmlns:a16="http://schemas.microsoft.com/office/drawing/2014/main" id="{929A8655-1F53-480F-8591-3D24D79A7B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74656" y="3023085"/>
            <a:ext cx="3384000" cy="684000"/>
          </a:xfrm>
          <a:solidFill>
            <a:schemeClr val="tx2"/>
          </a:solidFill>
        </p:spPr>
        <p:txBody>
          <a:bodyPr anchor="ctr"/>
          <a:lstStyle>
            <a:lvl1pPr algn="ctr">
              <a:defRPr sz="4000">
                <a:solidFill>
                  <a:schemeClr val="bg1"/>
                </a:solidFill>
                <a:latin typeface="+mj-lt"/>
              </a:defRPr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NN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2B9BEC67-6961-47E7-8313-1489F4F11B5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067498" y="3968439"/>
            <a:ext cx="3491157" cy="234000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9FC375D8-754D-F925-D386-C531E063BFA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42174121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in 2 columns with a fr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400" y="1337159"/>
            <a:ext cx="7127143" cy="1296000"/>
          </a:xfrm>
        </p:spPr>
        <p:txBody>
          <a:bodyPr/>
          <a:lstStyle>
            <a:lvl1pPr>
              <a:defRPr sz="2400"/>
            </a:lvl1pPr>
            <a:lvl2pPr>
              <a:buNone/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2" name="Espace réservé du texte 10">
            <a:extLst>
              <a:ext uri="{FF2B5EF4-FFF2-40B4-BE49-F238E27FC236}">
                <a16:creationId xmlns:a16="http://schemas.microsoft.com/office/drawing/2014/main" id="{66ED2081-D062-47AE-9D57-77E330A954E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6400" y="2690848"/>
            <a:ext cx="3528000" cy="3383381"/>
          </a:xfrm>
        </p:spPr>
        <p:txBody>
          <a:bodyPr/>
          <a:lstStyle>
            <a:lvl1pPr>
              <a:defRPr sz="1900"/>
            </a:lvl1pPr>
            <a:lvl2pPr>
              <a:defRPr sz="19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3" name="Espace réservé du texte 10">
            <a:extLst>
              <a:ext uri="{FF2B5EF4-FFF2-40B4-BE49-F238E27FC236}">
                <a16:creationId xmlns:a16="http://schemas.microsoft.com/office/drawing/2014/main" id="{A24175A2-B90D-4CD9-8997-CD3D3F99148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35543" y="2690848"/>
            <a:ext cx="3528000" cy="3383381"/>
          </a:xfrm>
        </p:spPr>
        <p:txBody>
          <a:bodyPr/>
          <a:lstStyle>
            <a:lvl1pPr>
              <a:defRPr sz="1900"/>
            </a:lvl1pPr>
            <a:lvl2pPr>
              <a:defRPr sz="19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4" name="Espace réservé du texte 23">
            <a:extLst>
              <a:ext uri="{FF2B5EF4-FFF2-40B4-BE49-F238E27FC236}">
                <a16:creationId xmlns:a16="http://schemas.microsoft.com/office/drawing/2014/main" id="{7EDC22B2-698E-4E5B-A0AD-BAE9A52C79F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917908" y="1288067"/>
            <a:ext cx="3656872" cy="4868893"/>
          </a:xfrm>
          <a:custGeom>
            <a:avLst/>
            <a:gdLst>
              <a:gd name="connsiteX0" fmla="*/ 0 w 3656872"/>
              <a:gd name="connsiteY0" fmla="*/ 0 h 4868893"/>
              <a:gd name="connsiteX1" fmla="*/ 3656872 w 3656872"/>
              <a:gd name="connsiteY1" fmla="*/ 0 h 4868893"/>
              <a:gd name="connsiteX2" fmla="*/ 3656872 w 3656872"/>
              <a:gd name="connsiteY2" fmla="*/ 4868893 h 4868893"/>
              <a:gd name="connsiteX3" fmla="*/ 0 w 3656872"/>
              <a:gd name="connsiteY3" fmla="*/ 4868893 h 48688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56872" h="4868893">
                <a:moveTo>
                  <a:pt x="0" y="0"/>
                </a:moveTo>
                <a:lnTo>
                  <a:pt x="3656872" y="0"/>
                </a:lnTo>
                <a:lnTo>
                  <a:pt x="3656872" y="4868893"/>
                </a:lnTo>
                <a:lnTo>
                  <a:pt x="0" y="4868893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288000" tIns="288000" rIns="288000" bIns="288000">
            <a:noAutofit/>
          </a:bodyPr>
          <a:lstStyle>
            <a:lvl1pPr>
              <a:defRPr sz="1900">
                <a:solidFill>
                  <a:schemeClr val="bg1"/>
                </a:solidFill>
              </a:defRPr>
            </a:lvl1pPr>
            <a:lvl2pPr>
              <a:defRPr sz="19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7B4C1293-FFAD-77B0-06A2-4C97EB91E39E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41584614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5">
            <a:extLst>
              <a:ext uri="{FF2B5EF4-FFF2-40B4-BE49-F238E27FC236}">
                <a16:creationId xmlns:a16="http://schemas.microsoft.com/office/drawing/2014/main" id="{A37B1C57-DE1C-3D55-9AA6-2EC73EA097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63526" y="296863"/>
            <a:ext cx="2484438" cy="175577"/>
          </a:xfrm>
        </p:spPr>
        <p:txBody>
          <a:bodyPr/>
          <a:lstStyle>
            <a:lvl1pPr>
              <a:defRPr>
                <a:solidFill>
                  <a:srgbClr val="DA291C"/>
                </a:solidFill>
                <a:latin typeface="Work Sans SemiBold" pitchFamily="2" charset="0"/>
              </a:defRPr>
            </a:lvl1pPr>
          </a:lstStyle>
          <a:p>
            <a:pPr lvl="0"/>
            <a:r>
              <a:rPr lang="en-GB"/>
              <a:t>TAG HERE</a:t>
            </a:r>
          </a:p>
        </p:txBody>
      </p:sp>
    </p:spTree>
    <p:extLst>
      <p:ext uri="{BB962C8B-B14F-4D97-AF65-F5344CB8AC3E}">
        <p14:creationId xmlns:p14="http://schemas.microsoft.com/office/powerpoint/2010/main" val="3733233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17">
          <p15:clr>
            <a:srgbClr val="000000"/>
          </p15:clr>
        </p15:guide>
        <p15:guide id="2" pos="6063">
          <p15:clr>
            <a:srgbClr val="000000"/>
          </p15:clr>
        </p15:guide>
        <p15:guide id="3" pos="4566">
          <p15:clr>
            <a:srgbClr val="000000"/>
          </p15:clr>
        </p15:guide>
        <p15:guide id="4" pos="3114">
          <p15:clr>
            <a:srgbClr val="000000"/>
          </p15:clr>
        </p15:guide>
        <p15:guide id="5" pos="3069">
          <p15:clr>
            <a:srgbClr val="A4A3A4"/>
          </p15:clr>
        </p15:guide>
        <p15:guide id="6" pos="1663">
          <p15:clr>
            <a:srgbClr val="A4A3A4"/>
          </p15:clr>
        </p15:guide>
        <p15:guide id="7" pos="1572">
          <p15:clr>
            <a:srgbClr val="A4A3A4"/>
          </p15:clr>
        </p15:guide>
        <p15:guide id="8" pos="6108">
          <p15:clr>
            <a:srgbClr val="A4A3A4"/>
          </p15:clr>
        </p15:guide>
        <p15:guide id="9" pos="6017">
          <p15:clr>
            <a:srgbClr val="A4A3A4"/>
          </p15:clr>
        </p15:guide>
        <p15:guide id="10" pos="3160">
          <p15:clr>
            <a:srgbClr val="A4A3A4"/>
          </p15:clr>
        </p15:guide>
        <p15:guide id="11" pos="4611">
          <p15:clr>
            <a:srgbClr val="A4A3A4"/>
          </p15:clr>
        </p15:guide>
        <p15:guide id="12" pos="4520">
          <p15:clr>
            <a:srgbClr val="A4A3A4"/>
          </p15:clr>
        </p15:guide>
        <p15:guide id="13" pos="2842">
          <p15:clr>
            <a:srgbClr val="FBAE40"/>
          </p15:clr>
        </p15:guide>
        <p15:guide id="14" pos="1345">
          <p15:clr>
            <a:srgbClr val="FBAE40"/>
          </p15:clr>
        </p15:guide>
        <p15:guide id="15" pos="4294">
          <p15:clr>
            <a:srgbClr val="FBAE40"/>
          </p15:clr>
        </p15:guide>
        <p15:guide id="16" pos="5790">
          <p15:clr>
            <a:srgbClr val="FBAE40"/>
          </p15:clr>
        </p15:guide>
        <p15:guide id="17" pos="728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ac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AFEBD29-A2FA-59FB-FF78-3F8070935093}"/>
              </a:ext>
            </a:extLst>
          </p:cNvPr>
          <p:cNvSpPr/>
          <p:nvPr userDrawn="1"/>
        </p:nvSpPr>
        <p:spPr>
          <a:xfrm>
            <a:off x="-4172" y="-3173"/>
            <a:ext cx="12196171" cy="6861175"/>
          </a:xfrm>
          <a:prstGeom prst="rect">
            <a:avLst/>
          </a:prstGeom>
          <a:gradFill flip="none" rotWithShape="1">
            <a:gsLst>
              <a:gs pos="15000">
                <a:schemeClr val="accent1">
                  <a:lumMod val="50000"/>
                </a:schemeClr>
              </a:gs>
              <a:gs pos="100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47788">
              <a:buClrTx/>
              <a:defRPr/>
            </a:pPr>
            <a:endParaRPr lang="fr-FR" sz="1669" kern="1200">
              <a:solidFill>
                <a:prstClr val="white"/>
              </a:solidFill>
              <a:latin typeface="Encode Sans ExpandedLight"/>
            </a:endParaRPr>
          </a:p>
        </p:txBody>
      </p:sp>
      <p:sp>
        <p:nvSpPr>
          <p:cNvPr id="4" name="Parallelogram 22">
            <a:extLst>
              <a:ext uri="{FF2B5EF4-FFF2-40B4-BE49-F238E27FC236}">
                <a16:creationId xmlns:a16="http://schemas.microsoft.com/office/drawing/2014/main" id="{0E3CF52A-2667-3E70-2B15-C411A883EBA1}"/>
              </a:ext>
            </a:extLst>
          </p:cNvPr>
          <p:cNvSpPr/>
          <p:nvPr userDrawn="1"/>
        </p:nvSpPr>
        <p:spPr>
          <a:xfrm>
            <a:off x="-4169" y="-3174"/>
            <a:ext cx="5967314" cy="6867365"/>
          </a:xfrm>
          <a:custGeom>
            <a:avLst/>
            <a:gdLst>
              <a:gd name="connsiteX0" fmla="*/ 0 w 8345097"/>
              <a:gd name="connsiteY0" fmla="*/ 7086360 h 7086360"/>
              <a:gd name="connsiteX1" fmla="*/ 4731137 w 8345097"/>
              <a:gd name="connsiteY1" fmla="*/ 0 h 7086360"/>
              <a:gd name="connsiteX2" fmla="*/ 8345097 w 8345097"/>
              <a:gd name="connsiteY2" fmla="*/ 0 h 7086360"/>
              <a:gd name="connsiteX3" fmla="*/ 3613960 w 8345097"/>
              <a:gd name="connsiteY3" fmla="*/ 7086360 h 7086360"/>
              <a:gd name="connsiteX4" fmla="*/ 0 w 8345097"/>
              <a:gd name="connsiteY4" fmla="*/ 7086360 h 7086360"/>
              <a:gd name="connsiteX0" fmla="*/ 0 w 8345097"/>
              <a:gd name="connsiteY0" fmla="*/ 7097935 h 7097935"/>
              <a:gd name="connsiteX1" fmla="*/ 2381476 w 8345097"/>
              <a:gd name="connsiteY1" fmla="*/ 0 h 7097935"/>
              <a:gd name="connsiteX2" fmla="*/ 8345097 w 8345097"/>
              <a:gd name="connsiteY2" fmla="*/ 11575 h 7097935"/>
              <a:gd name="connsiteX3" fmla="*/ 3613960 w 8345097"/>
              <a:gd name="connsiteY3" fmla="*/ 7097935 h 7097935"/>
              <a:gd name="connsiteX4" fmla="*/ 0 w 8345097"/>
              <a:gd name="connsiteY4" fmla="*/ 7097935 h 7097935"/>
              <a:gd name="connsiteX0" fmla="*/ 0 w 8345097"/>
              <a:gd name="connsiteY0" fmla="*/ 7097935 h 7097935"/>
              <a:gd name="connsiteX1" fmla="*/ 2381476 w 8345097"/>
              <a:gd name="connsiteY1" fmla="*/ 0 h 7097935"/>
              <a:gd name="connsiteX2" fmla="*/ 8345097 w 8345097"/>
              <a:gd name="connsiteY2" fmla="*/ 11575 h 7097935"/>
              <a:gd name="connsiteX3" fmla="*/ 3752856 w 8345097"/>
              <a:gd name="connsiteY3" fmla="*/ 6889590 h 7097935"/>
              <a:gd name="connsiteX4" fmla="*/ 0 w 8345097"/>
              <a:gd name="connsiteY4" fmla="*/ 7097935 h 7097935"/>
              <a:gd name="connsiteX0" fmla="*/ 49207 w 5963621"/>
              <a:gd name="connsiteY0" fmla="*/ 6415028 h 6889590"/>
              <a:gd name="connsiteX1" fmla="*/ 0 w 5963621"/>
              <a:gd name="connsiteY1" fmla="*/ 0 h 6889590"/>
              <a:gd name="connsiteX2" fmla="*/ 5963621 w 5963621"/>
              <a:gd name="connsiteY2" fmla="*/ 11575 h 6889590"/>
              <a:gd name="connsiteX3" fmla="*/ 1371380 w 5963621"/>
              <a:gd name="connsiteY3" fmla="*/ 6889590 h 6889590"/>
              <a:gd name="connsiteX4" fmla="*/ 49207 w 5963621"/>
              <a:gd name="connsiteY4" fmla="*/ 6415028 h 6889590"/>
              <a:gd name="connsiteX0" fmla="*/ 2909 w 5963621"/>
              <a:gd name="connsiteY0" fmla="*/ 6866441 h 6889590"/>
              <a:gd name="connsiteX1" fmla="*/ 0 w 5963621"/>
              <a:gd name="connsiteY1" fmla="*/ 0 h 6889590"/>
              <a:gd name="connsiteX2" fmla="*/ 5963621 w 5963621"/>
              <a:gd name="connsiteY2" fmla="*/ 11575 h 6889590"/>
              <a:gd name="connsiteX3" fmla="*/ 1371380 w 5963621"/>
              <a:gd name="connsiteY3" fmla="*/ 6889590 h 6889590"/>
              <a:gd name="connsiteX4" fmla="*/ 2909 w 5963621"/>
              <a:gd name="connsiteY4" fmla="*/ 6866441 h 6889590"/>
              <a:gd name="connsiteX0" fmla="*/ 3 w 5960715"/>
              <a:gd name="connsiteY0" fmla="*/ 6854866 h 6878015"/>
              <a:gd name="connsiteX1" fmla="*/ 330469 w 5960715"/>
              <a:gd name="connsiteY1" fmla="*/ 321800 h 6878015"/>
              <a:gd name="connsiteX2" fmla="*/ 5960715 w 5960715"/>
              <a:gd name="connsiteY2" fmla="*/ 0 h 6878015"/>
              <a:gd name="connsiteX3" fmla="*/ 1368474 w 5960715"/>
              <a:gd name="connsiteY3" fmla="*/ 6878015 h 6878015"/>
              <a:gd name="connsiteX4" fmla="*/ 3 w 5960715"/>
              <a:gd name="connsiteY4" fmla="*/ 6854866 h 6878015"/>
              <a:gd name="connsiteX0" fmla="*/ 2909 w 5963621"/>
              <a:gd name="connsiteY0" fmla="*/ 6856916 h 6880065"/>
              <a:gd name="connsiteX1" fmla="*/ 0 w 5963621"/>
              <a:gd name="connsiteY1" fmla="*/ 0 h 6880065"/>
              <a:gd name="connsiteX2" fmla="*/ 5963621 w 5963621"/>
              <a:gd name="connsiteY2" fmla="*/ 2050 h 6880065"/>
              <a:gd name="connsiteX3" fmla="*/ 1371380 w 5963621"/>
              <a:gd name="connsiteY3" fmla="*/ 6880065 h 6880065"/>
              <a:gd name="connsiteX4" fmla="*/ 2909 w 5963621"/>
              <a:gd name="connsiteY4" fmla="*/ 6856916 h 6880065"/>
              <a:gd name="connsiteX0" fmla="*/ 215634 w 5963621"/>
              <a:gd name="connsiteY0" fmla="*/ 6682291 h 6880065"/>
              <a:gd name="connsiteX1" fmla="*/ 0 w 5963621"/>
              <a:gd name="connsiteY1" fmla="*/ 0 h 6880065"/>
              <a:gd name="connsiteX2" fmla="*/ 5963621 w 5963621"/>
              <a:gd name="connsiteY2" fmla="*/ 2050 h 6880065"/>
              <a:gd name="connsiteX3" fmla="*/ 1371380 w 5963621"/>
              <a:gd name="connsiteY3" fmla="*/ 6880065 h 6880065"/>
              <a:gd name="connsiteX4" fmla="*/ 215634 w 5963621"/>
              <a:gd name="connsiteY4" fmla="*/ 6682291 h 6880065"/>
              <a:gd name="connsiteX0" fmla="*/ 94984 w 5963621"/>
              <a:gd name="connsiteY0" fmla="*/ 6758491 h 6880065"/>
              <a:gd name="connsiteX1" fmla="*/ 0 w 5963621"/>
              <a:gd name="connsiteY1" fmla="*/ 0 h 6880065"/>
              <a:gd name="connsiteX2" fmla="*/ 5963621 w 5963621"/>
              <a:gd name="connsiteY2" fmla="*/ 2050 h 6880065"/>
              <a:gd name="connsiteX3" fmla="*/ 1371380 w 5963621"/>
              <a:gd name="connsiteY3" fmla="*/ 6880065 h 6880065"/>
              <a:gd name="connsiteX4" fmla="*/ 94984 w 5963621"/>
              <a:gd name="connsiteY4" fmla="*/ 6758491 h 6880065"/>
              <a:gd name="connsiteX0" fmla="*/ 252 w 5964139"/>
              <a:gd name="connsiteY0" fmla="*/ 6856916 h 6880065"/>
              <a:gd name="connsiteX1" fmla="*/ 518 w 5964139"/>
              <a:gd name="connsiteY1" fmla="*/ 0 h 6880065"/>
              <a:gd name="connsiteX2" fmla="*/ 5964139 w 5964139"/>
              <a:gd name="connsiteY2" fmla="*/ 2050 h 6880065"/>
              <a:gd name="connsiteX3" fmla="*/ 1371898 w 5964139"/>
              <a:gd name="connsiteY3" fmla="*/ 6880065 h 6880065"/>
              <a:gd name="connsiteX4" fmla="*/ 252 w 5964139"/>
              <a:gd name="connsiteY4" fmla="*/ 6856916 h 6880065"/>
              <a:gd name="connsiteX0" fmla="*/ 252 w 5964139"/>
              <a:gd name="connsiteY0" fmla="*/ 6856916 h 6864190"/>
              <a:gd name="connsiteX1" fmla="*/ 518 w 5964139"/>
              <a:gd name="connsiteY1" fmla="*/ 0 h 6864190"/>
              <a:gd name="connsiteX2" fmla="*/ 5964139 w 5964139"/>
              <a:gd name="connsiteY2" fmla="*/ 2050 h 6864190"/>
              <a:gd name="connsiteX3" fmla="*/ 1381423 w 5964139"/>
              <a:gd name="connsiteY3" fmla="*/ 6864190 h 6864190"/>
              <a:gd name="connsiteX4" fmla="*/ 252 w 5964139"/>
              <a:gd name="connsiteY4" fmla="*/ 6856916 h 6864190"/>
              <a:gd name="connsiteX0" fmla="*/ 117 w 5967179"/>
              <a:gd name="connsiteY0" fmla="*/ 6856916 h 6864190"/>
              <a:gd name="connsiteX1" fmla="*/ 3558 w 5967179"/>
              <a:gd name="connsiteY1" fmla="*/ 0 h 6864190"/>
              <a:gd name="connsiteX2" fmla="*/ 5967179 w 5967179"/>
              <a:gd name="connsiteY2" fmla="*/ 2050 h 6864190"/>
              <a:gd name="connsiteX3" fmla="*/ 1384463 w 5967179"/>
              <a:gd name="connsiteY3" fmla="*/ 6864190 h 6864190"/>
              <a:gd name="connsiteX4" fmla="*/ 117 w 5967179"/>
              <a:gd name="connsiteY4" fmla="*/ 6856916 h 6864190"/>
              <a:gd name="connsiteX0" fmla="*/ 117 w 5967179"/>
              <a:gd name="connsiteY0" fmla="*/ 6863266 h 6864190"/>
              <a:gd name="connsiteX1" fmla="*/ 3558 w 5967179"/>
              <a:gd name="connsiteY1" fmla="*/ 0 h 6864190"/>
              <a:gd name="connsiteX2" fmla="*/ 5967179 w 5967179"/>
              <a:gd name="connsiteY2" fmla="*/ 2050 h 6864190"/>
              <a:gd name="connsiteX3" fmla="*/ 1384463 w 5967179"/>
              <a:gd name="connsiteY3" fmla="*/ 6864190 h 6864190"/>
              <a:gd name="connsiteX4" fmla="*/ 117 w 5967179"/>
              <a:gd name="connsiteY4" fmla="*/ 6863266 h 6864190"/>
              <a:gd name="connsiteX0" fmla="*/ 252 w 5967314"/>
              <a:gd name="connsiteY0" fmla="*/ 6866441 h 6867365"/>
              <a:gd name="connsiteX1" fmla="*/ 518 w 5967314"/>
              <a:gd name="connsiteY1" fmla="*/ 0 h 6867365"/>
              <a:gd name="connsiteX2" fmla="*/ 5967314 w 5967314"/>
              <a:gd name="connsiteY2" fmla="*/ 5225 h 6867365"/>
              <a:gd name="connsiteX3" fmla="*/ 1384598 w 5967314"/>
              <a:gd name="connsiteY3" fmla="*/ 6867365 h 6867365"/>
              <a:gd name="connsiteX4" fmla="*/ 252 w 5967314"/>
              <a:gd name="connsiteY4" fmla="*/ 6866441 h 6867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967314" h="6867365">
                <a:moveTo>
                  <a:pt x="252" y="6866441"/>
                </a:moveTo>
                <a:cubicBezTo>
                  <a:pt x="-718" y="4577627"/>
                  <a:pt x="1488" y="2288814"/>
                  <a:pt x="518" y="0"/>
                </a:cubicBezTo>
                <a:lnTo>
                  <a:pt x="5967314" y="5225"/>
                </a:lnTo>
                <a:lnTo>
                  <a:pt x="1384598" y="6867365"/>
                </a:lnTo>
                <a:lnTo>
                  <a:pt x="252" y="6866441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defTabSz="847788">
              <a:defRPr/>
            </a:pPr>
            <a:endParaRPr lang="ru-RU" sz="2307" kern="1200"/>
          </a:p>
        </p:txBody>
      </p:sp>
      <p:pic>
        <p:nvPicPr>
          <p:cNvPr id="6" name="Image 1">
            <a:extLst>
              <a:ext uri="{FF2B5EF4-FFF2-40B4-BE49-F238E27FC236}">
                <a16:creationId xmlns:a16="http://schemas.microsoft.com/office/drawing/2014/main" id="{48C02172-7393-35AD-4902-73735A5DF4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335" y="619186"/>
            <a:ext cx="3882500" cy="101967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AE01D72-D317-48EB-8946-13EE8EFCE2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81297" y="2971780"/>
            <a:ext cx="5400000" cy="1799999"/>
          </a:xfrm>
        </p:spPr>
        <p:txBody>
          <a:bodyPr anchor="b"/>
          <a:lstStyle>
            <a:lvl1pPr>
              <a:defRPr sz="3152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9" name="Espace réservé du texte 10">
            <a:extLst>
              <a:ext uri="{FF2B5EF4-FFF2-40B4-BE49-F238E27FC236}">
                <a16:creationId xmlns:a16="http://schemas.microsoft.com/office/drawing/2014/main" id="{121B9EDF-81A4-4116-AE20-E6C846380D2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81297" y="4838359"/>
            <a:ext cx="5400000" cy="1296000"/>
          </a:xfrm>
        </p:spPr>
        <p:txBody>
          <a:bodyPr/>
          <a:lstStyle>
            <a:lvl1pPr>
              <a:defRPr sz="1113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1113">
                <a:solidFill>
                  <a:schemeClr val="bg1"/>
                </a:solidFill>
              </a:defRPr>
            </a:lvl2pPr>
            <a:lvl3pPr>
              <a:defRPr sz="1113">
                <a:solidFill>
                  <a:schemeClr val="bg1"/>
                </a:solidFill>
              </a:defRPr>
            </a:lvl3pPr>
            <a:lvl4pPr>
              <a:defRPr sz="1113">
                <a:solidFill>
                  <a:schemeClr val="bg1"/>
                </a:solidFill>
              </a:defRPr>
            </a:lvl4pPr>
            <a:lvl5pPr>
              <a:defRPr sz="1113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69346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ac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AFEBD29-A2FA-59FB-FF78-3F8070935093}"/>
              </a:ext>
            </a:extLst>
          </p:cNvPr>
          <p:cNvSpPr/>
          <p:nvPr userDrawn="1"/>
        </p:nvSpPr>
        <p:spPr>
          <a:xfrm>
            <a:off x="-4172" y="-3173"/>
            <a:ext cx="12196171" cy="6861175"/>
          </a:xfrm>
          <a:prstGeom prst="rect">
            <a:avLst/>
          </a:prstGeom>
          <a:gradFill flip="none" rotWithShape="1">
            <a:gsLst>
              <a:gs pos="15000">
                <a:schemeClr val="accent1">
                  <a:lumMod val="50000"/>
                </a:schemeClr>
              </a:gs>
              <a:gs pos="100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47788">
              <a:buClrTx/>
              <a:defRPr/>
            </a:pPr>
            <a:endParaRPr lang="fr-FR" sz="1669" kern="1200">
              <a:solidFill>
                <a:prstClr val="white"/>
              </a:solidFill>
              <a:latin typeface="Encode Sans ExpandedLight"/>
            </a:endParaRPr>
          </a:p>
        </p:txBody>
      </p:sp>
      <p:sp>
        <p:nvSpPr>
          <p:cNvPr id="4" name="Parallelogram 22">
            <a:extLst>
              <a:ext uri="{FF2B5EF4-FFF2-40B4-BE49-F238E27FC236}">
                <a16:creationId xmlns:a16="http://schemas.microsoft.com/office/drawing/2014/main" id="{0E3CF52A-2667-3E70-2B15-C411A883EBA1}"/>
              </a:ext>
            </a:extLst>
          </p:cNvPr>
          <p:cNvSpPr/>
          <p:nvPr userDrawn="1"/>
        </p:nvSpPr>
        <p:spPr>
          <a:xfrm>
            <a:off x="-4169" y="-3174"/>
            <a:ext cx="5967314" cy="6867365"/>
          </a:xfrm>
          <a:custGeom>
            <a:avLst/>
            <a:gdLst>
              <a:gd name="connsiteX0" fmla="*/ 0 w 8345097"/>
              <a:gd name="connsiteY0" fmla="*/ 7086360 h 7086360"/>
              <a:gd name="connsiteX1" fmla="*/ 4731137 w 8345097"/>
              <a:gd name="connsiteY1" fmla="*/ 0 h 7086360"/>
              <a:gd name="connsiteX2" fmla="*/ 8345097 w 8345097"/>
              <a:gd name="connsiteY2" fmla="*/ 0 h 7086360"/>
              <a:gd name="connsiteX3" fmla="*/ 3613960 w 8345097"/>
              <a:gd name="connsiteY3" fmla="*/ 7086360 h 7086360"/>
              <a:gd name="connsiteX4" fmla="*/ 0 w 8345097"/>
              <a:gd name="connsiteY4" fmla="*/ 7086360 h 7086360"/>
              <a:gd name="connsiteX0" fmla="*/ 0 w 8345097"/>
              <a:gd name="connsiteY0" fmla="*/ 7097935 h 7097935"/>
              <a:gd name="connsiteX1" fmla="*/ 2381476 w 8345097"/>
              <a:gd name="connsiteY1" fmla="*/ 0 h 7097935"/>
              <a:gd name="connsiteX2" fmla="*/ 8345097 w 8345097"/>
              <a:gd name="connsiteY2" fmla="*/ 11575 h 7097935"/>
              <a:gd name="connsiteX3" fmla="*/ 3613960 w 8345097"/>
              <a:gd name="connsiteY3" fmla="*/ 7097935 h 7097935"/>
              <a:gd name="connsiteX4" fmla="*/ 0 w 8345097"/>
              <a:gd name="connsiteY4" fmla="*/ 7097935 h 7097935"/>
              <a:gd name="connsiteX0" fmla="*/ 0 w 8345097"/>
              <a:gd name="connsiteY0" fmla="*/ 7097935 h 7097935"/>
              <a:gd name="connsiteX1" fmla="*/ 2381476 w 8345097"/>
              <a:gd name="connsiteY1" fmla="*/ 0 h 7097935"/>
              <a:gd name="connsiteX2" fmla="*/ 8345097 w 8345097"/>
              <a:gd name="connsiteY2" fmla="*/ 11575 h 7097935"/>
              <a:gd name="connsiteX3" fmla="*/ 3752856 w 8345097"/>
              <a:gd name="connsiteY3" fmla="*/ 6889590 h 7097935"/>
              <a:gd name="connsiteX4" fmla="*/ 0 w 8345097"/>
              <a:gd name="connsiteY4" fmla="*/ 7097935 h 7097935"/>
              <a:gd name="connsiteX0" fmla="*/ 49207 w 5963621"/>
              <a:gd name="connsiteY0" fmla="*/ 6415028 h 6889590"/>
              <a:gd name="connsiteX1" fmla="*/ 0 w 5963621"/>
              <a:gd name="connsiteY1" fmla="*/ 0 h 6889590"/>
              <a:gd name="connsiteX2" fmla="*/ 5963621 w 5963621"/>
              <a:gd name="connsiteY2" fmla="*/ 11575 h 6889590"/>
              <a:gd name="connsiteX3" fmla="*/ 1371380 w 5963621"/>
              <a:gd name="connsiteY3" fmla="*/ 6889590 h 6889590"/>
              <a:gd name="connsiteX4" fmla="*/ 49207 w 5963621"/>
              <a:gd name="connsiteY4" fmla="*/ 6415028 h 6889590"/>
              <a:gd name="connsiteX0" fmla="*/ 2909 w 5963621"/>
              <a:gd name="connsiteY0" fmla="*/ 6866441 h 6889590"/>
              <a:gd name="connsiteX1" fmla="*/ 0 w 5963621"/>
              <a:gd name="connsiteY1" fmla="*/ 0 h 6889590"/>
              <a:gd name="connsiteX2" fmla="*/ 5963621 w 5963621"/>
              <a:gd name="connsiteY2" fmla="*/ 11575 h 6889590"/>
              <a:gd name="connsiteX3" fmla="*/ 1371380 w 5963621"/>
              <a:gd name="connsiteY3" fmla="*/ 6889590 h 6889590"/>
              <a:gd name="connsiteX4" fmla="*/ 2909 w 5963621"/>
              <a:gd name="connsiteY4" fmla="*/ 6866441 h 6889590"/>
              <a:gd name="connsiteX0" fmla="*/ 3 w 5960715"/>
              <a:gd name="connsiteY0" fmla="*/ 6854866 h 6878015"/>
              <a:gd name="connsiteX1" fmla="*/ 330469 w 5960715"/>
              <a:gd name="connsiteY1" fmla="*/ 321800 h 6878015"/>
              <a:gd name="connsiteX2" fmla="*/ 5960715 w 5960715"/>
              <a:gd name="connsiteY2" fmla="*/ 0 h 6878015"/>
              <a:gd name="connsiteX3" fmla="*/ 1368474 w 5960715"/>
              <a:gd name="connsiteY3" fmla="*/ 6878015 h 6878015"/>
              <a:gd name="connsiteX4" fmla="*/ 3 w 5960715"/>
              <a:gd name="connsiteY4" fmla="*/ 6854866 h 6878015"/>
              <a:gd name="connsiteX0" fmla="*/ 2909 w 5963621"/>
              <a:gd name="connsiteY0" fmla="*/ 6856916 h 6880065"/>
              <a:gd name="connsiteX1" fmla="*/ 0 w 5963621"/>
              <a:gd name="connsiteY1" fmla="*/ 0 h 6880065"/>
              <a:gd name="connsiteX2" fmla="*/ 5963621 w 5963621"/>
              <a:gd name="connsiteY2" fmla="*/ 2050 h 6880065"/>
              <a:gd name="connsiteX3" fmla="*/ 1371380 w 5963621"/>
              <a:gd name="connsiteY3" fmla="*/ 6880065 h 6880065"/>
              <a:gd name="connsiteX4" fmla="*/ 2909 w 5963621"/>
              <a:gd name="connsiteY4" fmla="*/ 6856916 h 6880065"/>
              <a:gd name="connsiteX0" fmla="*/ 215634 w 5963621"/>
              <a:gd name="connsiteY0" fmla="*/ 6682291 h 6880065"/>
              <a:gd name="connsiteX1" fmla="*/ 0 w 5963621"/>
              <a:gd name="connsiteY1" fmla="*/ 0 h 6880065"/>
              <a:gd name="connsiteX2" fmla="*/ 5963621 w 5963621"/>
              <a:gd name="connsiteY2" fmla="*/ 2050 h 6880065"/>
              <a:gd name="connsiteX3" fmla="*/ 1371380 w 5963621"/>
              <a:gd name="connsiteY3" fmla="*/ 6880065 h 6880065"/>
              <a:gd name="connsiteX4" fmla="*/ 215634 w 5963621"/>
              <a:gd name="connsiteY4" fmla="*/ 6682291 h 6880065"/>
              <a:gd name="connsiteX0" fmla="*/ 94984 w 5963621"/>
              <a:gd name="connsiteY0" fmla="*/ 6758491 h 6880065"/>
              <a:gd name="connsiteX1" fmla="*/ 0 w 5963621"/>
              <a:gd name="connsiteY1" fmla="*/ 0 h 6880065"/>
              <a:gd name="connsiteX2" fmla="*/ 5963621 w 5963621"/>
              <a:gd name="connsiteY2" fmla="*/ 2050 h 6880065"/>
              <a:gd name="connsiteX3" fmla="*/ 1371380 w 5963621"/>
              <a:gd name="connsiteY3" fmla="*/ 6880065 h 6880065"/>
              <a:gd name="connsiteX4" fmla="*/ 94984 w 5963621"/>
              <a:gd name="connsiteY4" fmla="*/ 6758491 h 6880065"/>
              <a:gd name="connsiteX0" fmla="*/ 252 w 5964139"/>
              <a:gd name="connsiteY0" fmla="*/ 6856916 h 6880065"/>
              <a:gd name="connsiteX1" fmla="*/ 518 w 5964139"/>
              <a:gd name="connsiteY1" fmla="*/ 0 h 6880065"/>
              <a:gd name="connsiteX2" fmla="*/ 5964139 w 5964139"/>
              <a:gd name="connsiteY2" fmla="*/ 2050 h 6880065"/>
              <a:gd name="connsiteX3" fmla="*/ 1371898 w 5964139"/>
              <a:gd name="connsiteY3" fmla="*/ 6880065 h 6880065"/>
              <a:gd name="connsiteX4" fmla="*/ 252 w 5964139"/>
              <a:gd name="connsiteY4" fmla="*/ 6856916 h 6880065"/>
              <a:gd name="connsiteX0" fmla="*/ 252 w 5964139"/>
              <a:gd name="connsiteY0" fmla="*/ 6856916 h 6864190"/>
              <a:gd name="connsiteX1" fmla="*/ 518 w 5964139"/>
              <a:gd name="connsiteY1" fmla="*/ 0 h 6864190"/>
              <a:gd name="connsiteX2" fmla="*/ 5964139 w 5964139"/>
              <a:gd name="connsiteY2" fmla="*/ 2050 h 6864190"/>
              <a:gd name="connsiteX3" fmla="*/ 1381423 w 5964139"/>
              <a:gd name="connsiteY3" fmla="*/ 6864190 h 6864190"/>
              <a:gd name="connsiteX4" fmla="*/ 252 w 5964139"/>
              <a:gd name="connsiteY4" fmla="*/ 6856916 h 6864190"/>
              <a:gd name="connsiteX0" fmla="*/ 117 w 5967179"/>
              <a:gd name="connsiteY0" fmla="*/ 6856916 h 6864190"/>
              <a:gd name="connsiteX1" fmla="*/ 3558 w 5967179"/>
              <a:gd name="connsiteY1" fmla="*/ 0 h 6864190"/>
              <a:gd name="connsiteX2" fmla="*/ 5967179 w 5967179"/>
              <a:gd name="connsiteY2" fmla="*/ 2050 h 6864190"/>
              <a:gd name="connsiteX3" fmla="*/ 1384463 w 5967179"/>
              <a:gd name="connsiteY3" fmla="*/ 6864190 h 6864190"/>
              <a:gd name="connsiteX4" fmla="*/ 117 w 5967179"/>
              <a:gd name="connsiteY4" fmla="*/ 6856916 h 6864190"/>
              <a:gd name="connsiteX0" fmla="*/ 117 w 5967179"/>
              <a:gd name="connsiteY0" fmla="*/ 6863266 h 6864190"/>
              <a:gd name="connsiteX1" fmla="*/ 3558 w 5967179"/>
              <a:gd name="connsiteY1" fmla="*/ 0 h 6864190"/>
              <a:gd name="connsiteX2" fmla="*/ 5967179 w 5967179"/>
              <a:gd name="connsiteY2" fmla="*/ 2050 h 6864190"/>
              <a:gd name="connsiteX3" fmla="*/ 1384463 w 5967179"/>
              <a:gd name="connsiteY3" fmla="*/ 6864190 h 6864190"/>
              <a:gd name="connsiteX4" fmla="*/ 117 w 5967179"/>
              <a:gd name="connsiteY4" fmla="*/ 6863266 h 6864190"/>
              <a:gd name="connsiteX0" fmla="*/ 252 w 5967314"/>
              <a:gd name="connsiteY0" fmla="*/ 6866441 h 6867365"/>
              <a:gd name="connsiteX1" fmla="*/ 518 w 5967314"/>
              <a:gd name="connsiteY1" fmla="*/ 0 h 6867365"/>
              <a:gd name="connsiteX2" fmla="*/ 5967314 w 5967314"/>
              <a:gd name="connsiteY2" fmla="*/ 5225 h 6867365"/>
              <a:gd name="connsiteX3" fmla="*/ 1384598 w 5967314"/>
              <a:gd name="connsiteY3" fmla="*/ 6867365 h 6867365"/>
              <a:gd name="connsiteX4" fmla="*/ 252 w 5967314"/>
              <a:gd name="connsiteY4" fmla="*/ 6866441 h 6867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967314" h="6867365">
                <a:moveTo>
                  <a:pt x="252" y="6866441"/>
                </a:moveTo>
                <a:cubicBezTo>
                  <a:pt x="-718" y="4577627"/>
                  <a:pt x="1488" y="2288814"/>
                  <a:pt x="518" y="0"/>
                </a:cubicBezTo>
                <a:lnTo>
                  <a:pt x="5967314" y="5225"/>
                </a:lnTo>
                <a:lnTo>
                  <a:pt x="1384598" y="6867365"/>
                </a:lnTo>
                <a:lnTo>
                  <a:pt x="252" y="6866441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defTabSz="847788">
              <a:defRPr/>
            </a:pPr>
            <a:endParaRPr lang="ru-RU" sz="2307" kern="1200"/>
          </a:p>
        </p:txBody>
      </p:sp>
    </p:spTree>
    <p:extLst>
      <p:ext uri="{BB962C8B-B14F-4D97-AF65-F5344CB8AC3E}">
        <p14:creationId xmlns:p14="http://schemas.microsoft.com/office/powerpoint/2010/main" val="365972366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 Placeholder 8">
            <a:extLst>
              <a:ext uri="{FF2B5EF4-FFF2-40B4-BE49-F238E27FC236}">
                <a16:creationId xmlns:a16="http://schemas.microsoft.com/office/drawing/2014/main" id="{1BA5820D-D125-6B36-32C2-883928094B9A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559776" y="1804189"/>
            <a:ext cx="11072450" cy="4262751"/>
          </a:xfrm>
          <a:prstGeom prst="rect">
            <a:avLst/>
          </a:prstGeom>
        </p:spPr>
        <p:txBody>
          <a:bodyPr>
            <a:noAutofit/>
          </a:bodyPr>
          <a:lstStyle>
            <a:lvl1pPr marL="12700" indent="-12700"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Encode Sans Expanded Expanded L" pitchFamily="2" charset="77"/>
              </a:defRPr>
            </a:lvl1pPr>
            <a:lvl2pPr>
              <a:defRPr sz="1400" b="1" i="0">
                <a:latin typeface="Encode Sans Expanded Expanded S" pitchFamily="2" charset="77"/>
              </a:defRPr>
            </a:lvl2pPr>
            <a:lvl3pPr>
              <a:defRPr sz="1400" b="1" i="0">
                <a:latin typeface="Encode Sans Expanded Expanded S" pitchFamily="2" charset="77"/>
              </a:defRPr>
            </a:lvl3pPr>
            <a:lvl4pPr>
              <a:defRPr sz="1400" b="1" i="0">
                <a:latin typeface="Encode Sans Expanded Expanded S" pitchFamily="2" charset="77"/>
              </a:defRPr>
            </a:lvl4pPr>
            <a:lvl5pPr>
              <a:defRPr sz="1400" b="1" i="0">
                <a:latin typeface="Encode Sans Expanded Expanded S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E6F978A-DD40-416B-1128-C0C86FB2A9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776" y="312618"/>
            <a:ext cx="9210389" cy="67140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buFont typeface="Arial" panose="020B0604020202020204" pitchFamily="34" charset="0"/>
              <a:buNone/>
              <a:defRPr sz="3600" b="1" i="0" cap="none">
                <a:solidFill>
                  <a:srgbClr val="243782"/>
                </a:solidFill>
                <a:latin typeface="Encode Sans Expanded Expanded S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8367D7C7-224D-7E60-96F4-714E2C6682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775" y="984024"/>
            <a:ext cx="7255267" cy="649283"/>
          </a:xfrm>
          <a:prstGeom prst="rect">
            <a:avLst/>
          </a:prstGeom>
        </p:spPr>
        <p:txBody>
          <a:bodyPr>
            <a:noAutofit/>
          </a:bodyPr>
          <a:lstStyle>
            <a:lvl1pPr marL="12700" indent="-12700">
              <a:buFont typeface="Arial" panose="020B0604020202020204" pitchFamily="34" charset="0"/>
              <a:buNone/>
              <a:tabLst/>
              <a:defRPr sz="1800" b="0" i="0">
                <a:solidFill>
                  <a:srgbClr val="243782"/>
                </a:solidFill>
                <a:latin typeface="Encode Sans Expanded Expanded L" pitchFamily="2" charset="77"/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6D4DAF9A-CC82-232C-7366-8A2028BD0EE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1605" t="14035" r="11222" b="15322"/>
          <a:stretch>
            <a:fillRect/>
          </a:stretch>
        </p:blipFill>
        <p:spPr>
          <a:xfrm>
            <a:off x="10406787" y="471807"/>
            <a:ext cx="1254673" cy="319253"/>
          </a:xfrm>
          <a:prstGeom prst="rect">
            <a:avLst/>
          </a:prstGeom>
        </p:spPr>
      </p:pic>
      <p:sp>
        <p:nvSpPr>
          <p:cNvPr id="2" name="Espace réservé du numéro de diapositive 7">
            <a:extLst>
              <a:ext uri="{FF2B5EF4-FFF2-40B4-BE49-F238E27FC236}">
                <a16:creationId xmlns:a16="http://schemas.microsoft.com/office/drawing/2014/main" id="{7C285708-436C-E0FE-72D1-36BA9228751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328548" y="6397368"/>
            <a:ext cx="541454" cy="184666"/>
          </a:xfrm>
        </p:spPr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</p:spTree>
    <p:extLst>
      <p:ext uri="{BB962C8B-B14F-4D97-AF65-F5344CB8AC3E}">
        <p14:creationId xmlns:p14="http://schemas.microsoft.com/office/powerpoint/2010/main" val="26972716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30915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F798E53-107F-468D-A86A-B9E27C8FB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081" y="1535088"/>
            <a:ext cx="10800000" cy="8640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3116353-A2DB-400D-836D-10B770C82C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5081" y="2624771"/>
            <a:ext cx="10800000" cy="3600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DD59078-F0EA-4B2B-B92A-CB1D0AA4F8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6100" y="6489701"/>
            <a:ext cx="1056000" cy="216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900" b="0">
                <a:solidFill>
                  <a:schemeClr val="tx2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1B493F-9EAA-4161-9132-F480E263F1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8548" y="6397368"/>
            <a:ext cx="541454" cy="184666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ctr">
              <a:defRPr sz="1200" b="0" spc="100" baseline="0">
                <a:solidFill>
                  <a:schemeClr val="tx2"/>
                </a:solidFill>
                <a:latin typeface="+mn-lt"/>
              </a:defRPr>
            </a:lvl1pPr>
          </a:lstStyle>
          <a:p>
            <a:fld id="{975A587B-5814-4D9B-9598-FE9CB954CB0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6" name="Image 15" descr="Une image contenant texte&#10;&#10;Description générée automatiquement">
            <a:extLst>
              <a:ext uri="{FF2B5EF4-FFF2-40B4-BE49-F238E27FC236}">
                <a16:creationId xmlns:a16="http://schemas.microsoft.com/office/drawing/2014/main" id="{C3BC85E7-A235-4FF4-9B8B-EFEEC472A8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06940" y="350044"/>
            <a:ext cx="1904048" cy="557212"/>
          </a:xfrm>
          <a:prstGeom prst="rect">
            <a:avLst/>
          </a:prstGeom>
        </p:spPr>
      </p:pic>
      <p:sp>
        <p:nvSpPr>
          <p:cNvPr id="12" name="Google Shape;88;p3">
            <a:extLst>
              <a:ext uri="{FF2B5EF4-FFF2-40B4-BE49-F238E27FC236}">
                <a16:creationId xmlns:a16="http://schemas.microsoft.com/office/drawing/2014/main" id="{9CC1F3B9-2D6B-B620-6DC4-E74D7296A69E}"/>
              </a:ext>
            </a:extLst>
          </p:cNvPr>
          <p:cNvSpPr/>
          <p:nvPr userDrawn="1"/>
        </p:nvSpPr>
        <p:spPr>
          <a:xfrm>
            <a:off x="11431928" y="6335801"/>
            <a:ext cx="307800" cy="307800"/>
          </a:xfrm>
          <a:prstGeom prst="ellipse">
            <a:avLst/>
          </a:prstGeom>
          <a:noFill/>
          <a:ln w="9525" cap="flat" cmpd="sng">
            <a:solidFill>
              <a:schemeClr val="tx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24378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1122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p:hf hdr="0" dt="0"/>
  <p:txStyles>
    <p:titleStyle>
      <a:lvl1pPr algn="l" defTabSz="685800" rtl="0" eaLnBrk="1" latinLnBrk="0" hangingPunct="1">
        <a:lnSpc>
          <a:spcPct val="95000"/>
        </a:lnSpc>
        <a:spcBef>
          <a:spcPct val="0"/>
        </a:spcBef>
        <a:buNone/>
        <a:defRPr sz="2600" b="0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1600" b="0" kern="1200">
          <a:solidFill>
            <a:schemeClr val="tx2"/>
          </a:solidFill>
          <a:latin typeface="+mj-lt"/>
          <a:ea typeface="+mn-ea"/>
          <a:cs typeface="+mn-cs"/>
        </a:defRPr>
      </a:lvl1pPr>
      <a:lvl2pPr marL="216000" indent="-216000" algn="l" defTabSz="685800" rtl="0" eaLnBrk="1" latinLnBrk="0" hangingPunct="1">
        <a:lnSpc>
          <a:spcPct val="105000"/>
        </a:lnSpc>
        <a:spcBef>
          <a:spcPts val="7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216000" indent="0" algn="l" defTabSz="685800" rtl="0" eaLnBrk="1" latinLnBrk="0" hangingPunct="1">
        <a:lnSpc>
          <a:spcPct val="105000"/>
        </a:lnSpc>
        <a:spcBef>
          <a:spcPts val="700"/>
        </a:spcBef>
        <a:buSzPct val="120000"/>
        <a:buFont typeface="Encode Sans" pitchFamily="2" charset="0"/>
        <a:buNone/>
        <a:defRPr sz="1400" b="0" kern="1200">
          <a:solidFill>
            <a:schemeClr val="accent1"/>
          </a:solidFill>
          <a:latin typeface="+mn-lt"/>
          <a:ea typeface="+mn-ea"/>
          <a:cs typeface="+mn-cs"/>
        </a:defRPr>
      </a:lvl3pPr>
      <a:lvl4pPr marL="216000" indent="0" algn="l" defTabSz="685800" rtl="0" eaLnBrk="1" latinLnBrk="0" hangingPunct="1">
        <a:lnSpc>
          <a:spcPct val="105000"/>
        </a:lnSpc>
        <a:spcBef>
          <a:spcPts val="400"/>
        </a:spcBef>
        <a:buFont typeface="Encode Sans" pitchFamily="2" charset="0"/>
        <a:buNone/>
        <a:defRPr sz="1400" b="0" kern="1200">
          <a:solidFill>
            <a:schemeClr val="accent1"/>
          </a:solidFill>
          <a:latin typeface="+mj-lt"/>
          <a:ea typeface="+mn-ea"/>
          <a:cs typeface="+mn-cs"/>
        </a:defRPr>
      </a:lvl4pPr>
      <a:lvl5pPr marL="360000" indent="-144000" algn="l" defTabSz="685800" rtl="0" eaLnBrk="1" latinLnBrk="0" hangingPunct="1">
        <a:lnSpc>
          <a:spcPct val="105000"/>
        </a:lnSpc>
        <a:spcBef>
          <a:spcPts val="400"/>
        </a:spcBef>
        <a:buFont typeface="Arial" panose="020B0604020202020204" pitchFamily="34" charset="0"/>
        <a:buChar char="•"/>
        <a:defRPr sz="14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 Placeholder 4"/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r>
              <a:rPr sz="1600"/>
              <a:t>Stellantis Motor Citizens · Script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4D0474-A8EA-D308-D45D-381C5C56CFF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5A587B-5814-4D9B-9598-FE9CB954CB01}" type="slidenum">
              <a:rPr kumimoji="0" lang="en-GB" sz="1200" b="0" i="0" u="none" strike="noStrike" kern="1200" cap="none" spc="100" normalizeH="0" baseline="0" noProof="1" smtClean="0">
                <a:ln>
                  <a:noFill/>
                </a:ln>
                <a:solidFill>
                  <a:srgbClr val="243782"/>
                </a:solidFill>
                <a:effectLst/>
                <a:uLnTx/>
                <a:uFillTx/>
                <a:latin typeface="Encode Sans ExpandedLigh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GB" sz="1200" b="0" i="0" u="none" strike="noStrike" kern="1200" cap="none" spc="100" normalizeH="0" baseline="0" noProof="1">
              <a:ln>
                <a:noFill/>
              </a:ln>
              <a:solidFill>
                <a:srgbClr val="243782"/>
              </a:solidFill>
              <a:effectLst/>
              <a:uLnTx/>
              <a:uFillTx/>
              <a:latin typeface="Encode Sans ExpandedLight"/>
              <a:ea typeface="+mn-ea"/>
              <a:cs typeface="+mn-cs"/>
            </a:endParaRPr>
          </a:p>
        </p:txBody>
      </p:sp>
      <p:sp>
        <p:nvSpPr>
          <p:cNvPr id="6" name="Title"/>
          <p:cNvSpPr txBox="1"/>
          <p:nvPr/>
        </p:nvSpPr>
        <p:spPr>
          <a:xfrm>
            <a:off x="612648" y="960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43782"/>
                </a:solidFill>
                <a:latin typeface="Encode Sans Expanded"/>
              </a:rPr>
              <a:t>International Volunteering Day</a:t>
            </a:r>
            <a:r>
              <a:rPr sz="2200" b="1" i="0">
                <a:solidFill>
                  <a:srgbClr val="E94E24"/>
                </a:solidFill>
                <a:latin typeface="Encode Sans Expanded"/>
              </a:rPr>
              <a:t>  ·  December 5th</a:t>
            </a:r>
          </a:p>
        </p:txBody>
      </p:sp>
      <p:sp>
        <p:nvSpPr>
          <p:cNvPr id="7" name="Scene 01"/>
          <p:cNvSpPr/>
          <p:nvPr/>
        </p:nvSpPr>
        <p:spPr>
          <a:xfrm>
            <a:off x="612648" y="1645920"/>
            <a:ext cx="2651760" cy="4526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Scene 01 head"/>
          <p:cNvSpPr/>
          <p:nvPr/>
        </p:nvSpPr>
        <p:spPr>
          <a:xfrm>
            <a:off x="612648" y="1645920"/>
            <a:ext cx="2651760" cy="502920"/>
          </a:xfrm>
          <a:prstGeom prst="rect">
            <a:avLst/>
          </a:prstGeom>
          <a:solidFill>
            <a:srgbClr val="2437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Encode Sans ExpandedLight"/>
              </a:rPr>
              <a:t/>
            </a:r>
          </a:p>
        </p:txBody>
      </p:sp>
      <p:sp>
        <p:nvSpPr>
          <p:cNvPr id="9" name="Scene 01 title"/>
          <p:cNvSpPr txBox="1"/>
          <p:nvPr/>
        </p:nvSpPr>
        <p:spPr>
          <a:xfrm>
            <a:off x="795528" y="169164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94E24"/>
                </a:solidFill>
                <a:latin typeface="Encode Sans Expanded"/>
              </a:rPr>
              <a:t>01  </a:t>
            </a:r>
            <a:r>
              <a:rPr sz="1400" b="1" i="0">
                <a:solidFill>
                  <a:srgbClr val="FFFFFF"/>
                </a:solidFill>
                <a:latin typeface="Encode Sans Expanded"/>
              </a:rPr>
              <a:t>Opening</a:t>
            </a:r>
          </a:p>
        </p:txBody>
      </p:sp>
      <p:sp>
        <p:nvSpPr>
          <p:cNvPr id="10" name="Scene 01 text"/>
          <p:cNvSpPr txBox="1"/>
          <p:nvPr/>
        </p:nvSpPr>
        <p:spPr>
          <a:xfrm>
            <a:off x="813816" y="2377440"/>
            <a:ext cx="2249424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272B35"/>
                </a:solidFill>
                <a:latin typeface="Encode Sans ExpandedLight"/>
              </a:rPr>
              <a:t>Making a difference starts with </a:t>
            </a:r>
            <a:r>
              <a:rPr sz="1200" b="1" i="0">
                <a:solidFill>
                  <a:srgbClr val="243782"/>
                </a:solidFill>
                <a:latin typeface="Encode Sans Expanded"/>
              </a:rPr>
              <a:t>people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272B35"/>
                </a:solidFill>
                <a:latin typeface="Encode Sans ExpandedLight"/>
              </a:rPr>
              <a:t>People who </a:t>
            </a:r>
            <a:r>
              <a:rPr sz="1200" b="1" i="0">
                <a:solidFill>
                  <a:srgbClr val="243782"/>
                </a:solidFill>
                <a:latin typeface="Encode Sans Expanded"/>
              </a:rPr>
              <a:t>care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272B35"/>
                </a:solidFill>
                <a:latin typeface="Encode Sans ExpandedLight"/>
              </a:rPr>
              <a:t>People who </a:t>
            </a:r>
            <a:r>
              <a:rPr sz="1200" b="1" i="0">
                <a:solidFill>
                  <a:srgbClr val="243782"/>
                </a:solidFill>
                <a:latin typeface="Encode Sans Expanded"/>
              </a:rPr>
              <a:t>take action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272B35"/>
                </a:solidFill>
                <a:latin typeface="Encode Sans ExpandedLight"/>
              </a:rPr>
              <a:t>People who </a:t>
            </a:r>
            <a:r>
              <a:rPr sz="1200" b="1" i="0">
                <a:solidFill>
                  <a:srgbClr val="243782"/>
                </a:solidFill>
                <a:latin typeface="Encode Sans Expanded"/>
              </a:rPr>
              <a:t>give their time to help others</a:t>
            </a:r>
          </a:p>
        </p:txBody>
      </p:sp>
      <p:sp>
        <p:nvSpPr>
          <p:cNvPr id="11" name="Scene 02"/>
          <p:cNvSpPr/>
          <p:nvPr/>
        </p:nvSpPr>
        <p:spPr>
          <a:xfrm>
            <a:off x="3383279" y="1645920"/>
            <a:ext cx="2651760" cy="4526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Scene 02 head"/>
          <p:cNvSpPr/>
          <p:nvPr/>
        </p:nvSpPr>
        <p:spPr>
          <a:xfrm>
            <a:off x="3383279" y="1645920"/>
            <a:ext cx="2651760" cy="502920"/>
          </a:xfrm>
          <a:prstGeom prst="rect">
            <a:avLst/>
          </a:prstGeom>
          <a:solidFill>
            <a:srgbClr val="2437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Encode Sans ExpandedLight"/>
              </a:rPr>
              <a:t/>
            </a:r>
          </a:p>
        </p:txBody>
      </p:sp>
      <p:sp>
        <p:nvSpPr>
          <p:cNvPr id="13" name="Scene 02 title"/>
          <p:cNvSpPr txBox="1"/>
          <p:nvPr/>
        </p:nvSpPr>
        <p:spPr>
          <a:xfrm>
            <a:off x="3566160" y="169164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94E24"/>
                </a:solidFill>
                <a:latin typeface="Encode Sans Expanded"/>
              </a:rPr>
              <a:t>02  </a:t>
            </a:r>
            <a:r>
              <a:rPr sz="1400" b="1" i="0">
                <a:solidFill>
                  <a:srgbClr val="FFFFFF"/>
                </a:solidFill>
                <a:latin typeface="Encode Sans Expanded"/>
              </a:rPr>
              <a:t>Core</a:t>
            </a:r>
          </a:p>
        </p:txBody>
      </p:sp>
      <p:sp>
        <p:nvSpPr>
          <p:cNvPr id="14" name="Scene 02 text"/>
          <p:cNvSpPr txBox="1"/>
          <p:nvPr/>
        </p:nvSpPr>
        <p:spPr>
          <a:xfrm>
            <a:off x="3584448" y="2377440"/>
            <a:ext cx="2249424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272B35"/>
                </a:solidFill>
                <a:latin typeface="Encode Sans ExpandedLight"/>
              </a:rPr>
              <a:t>At Stellantis, this spirit comes to life through </a:t>
            </a:r>
            <a:r>
              <a:rPr sz="1200" b="1" i="0">
                <a:solidFill>
                  <a:srgbClr val="243782"/>
                </a:solidFill>
                <a:latin typeface="Encode Sans Expanded"/>
              </a:rPr>
              <a:t>Motor Citizens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272B35"/>
                </a:solidFill>
                <a:latin typeface="Encode Sans ExpandedLight"/>
              </a:rPr>
              <a:t>Our global employee volunteering program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272B35"/>
                </a:solidFill>
                <a:latin typeface="Encode Sans ExpandedLight"/>
              </a:rPr>
              <a:t>It connects our people with local projects and organizations where their skills can make a difference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272B35"/>
                </a:solidFill>
                <a:latin typeface="Encode Sans ExpandedLight"/>
              </a:rPr>
              <a:t>From supporting young people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272B35"/>
                </a:solidFill>
                <a:latin typeface="Encode Sans ExpandedLight"/>
              </a:rPr>
              <a:t>To protecting the environment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272B35"/>
                </a:solidFill>
                <a:latin typeface="Encode Sans ExpandedLight"/>
              </a:rPr>
              <a:t>To sharing knowledge and experience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272B35"/>
                </a:solidFill>
                <a:latin typeface="Encode Sans ExpandedLight"/>
              </a:rPr>
              <a:t>Every action starts with a simple idea: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243782"/>
                </a:solidFill>
                <a:latin typeface="Encode Sans Expanded"/>
              </a:rPr>
              <a:t>We can all contribute.</a:t>
            </a:r>
          </a:p>
        </p:txBody>
      </p:sp>
      <p:sp>
        <p:nvSpPr>
          <p:cNvPr id="15" name="Scene 03"/>
          <p:cNvSpPr/>
          <p:nvPr/>
        </p:nvSpPr>
        <p:spPr>
          <a:xfrm>
            <a:off x="6153912" y="1645920"/>
            <a:ext cx="2651760" cy="4526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Scene 03 head"/>
          <p:cNvSpPr/>
          <p:nvPr/>
        </p:nvSpPr>
        <p:spPr>
          <a:xfrm>
            <a:off x="6153912" y="1645920"/>
            <a:ext cx="2651760" cy="502920"/>
          </a:xfrm>
          <a:prstGeom prst="rect">
            <a:avLst/>
          </a:prstGeom>
          <a:solidFill>
            <a:srgbClr val="2437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Encode Sans ExpandedLight"/>
              </a:rPr>
              <a:t/>
            </a:r>
          </a:p>
        </p:txBody>
      </p:sp>
      <p:sp>
        <p:nvSpPr>
          <p:cNvPr id="17" name="Scene 03 title"/>
          <p:cNvSpPr txBox="1"/>
          <p:nvPr/>
        </p:nvSpPr>
        <p:spPr>
          <a:xfrm>
            <a:off x="6336792" y="169164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94E24"/>
                </a:solidFill>
                <a:latin typeface="Encode Sans Expanded"/>
              </a:rPr>
              <a:t>03  </a:t>
            </a:r>
            <a:r>
              <a:rPr sz="1400" b="1" i="0">
                <a:solidFill>
                  <a:srgbClr val="FFFFFF"/>
                </a:solidFill>
                <a:latin typeface="Encode Sans Expanded"/>
              </a:rPr>
              <a:t>Employee cuts</a:t>
            </a:r>
          </a:p>
        </p:txBody>
      </p:sp>
      <p:sp>
        <p:nvSpPr>
          <p:cNvPr id="18" name="Scene 03 tag"/>
          <p:cNvSpPr/>
          <p:nvPr/>
        </p:nvSpPr>
        <p:spPr>
          <a:xfrm>
            <a:off x="7571231" y="2240280"/>
            <a:ext cx="1097280" cy="256032"/>
          </a:xfrm>
          <a:prstGeom prst="roundRect">
            <a:avLst>
              <a:gd name="adj" fmla="val 30000"/>
            </a:avLst>
          </a:prstGeom>
          <a:solidFill>
            <a:srgbClr val="FC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900" b="1" i="0">
                <a:solidFill>
                  <a:srgbClr val="E94E24"/>
                </a:solidFill>
                <a:latin typeface="Encode Sans Expanded"/>
              </a:rPr>
              <a:t>Nice to have</a:t>
            </a:r>
          </a:p>
        </p:txBody>
      </p:sp>
      <p:sp>
        <p:nvSpPr>
          <p:cNvPr id="19" name="Scene 03 text"/>
          <p:cNvSpPr txBox="1"/>
          <p:nvPr/>
        </p:nvSpPr>
        <p:spPr>
          <a:xfrm>
            <a:off x="6355079" y="2606040"/>
            <a:ext cx="2249424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E94E24"/>
                </a:solidFill>
                <a:latin typeface="Encode Sans Expanded"/>
              </a:rPr>
              <a:t>EMPLOYEE 1</a:t>
            </a:r>
          </a:p>
          <a:p>
            <a:pPr algn="l">
              <a:spcAft>
                <a:spcPts val="1000"/>
              </a:spcAft>
            </a:pPr>
            <a:r>
              <a:rPr sz="1200" b="0" i="1">
                <a:solidFill>
                  <a:srgbClr val="272B35"/>
                </a:solidFill>
                <a:latin typeface="Encode Sans ExpandedLight"/>
              </a:rPr>
              <a:t>“I wanted to give something back to my community.”</a:t>
            </a:r>
          </a:p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E94E24"/>
                </a:solidFill>
                <a:latin typeface="Encode Sans Expanded"/>
              </a:rPr>
              <a:t>EMPLOYEE 2</a:t>
            </a:r>
          </a:p>
          <a:p>
            <a:pPr algn="l">
              <a:spcAft>
                <a:spcPts val="1000"/>
              </a:spcAft>
            </a:pPr>
            <a:r>
              <a:rPr sz="1200" b="0" i="1">
                <a:solidFill>
                  <a:srgbClr val="272B35"/>
                </a:solidFill>
                <a:latin typeface="Encode Sans ExpandedLight"/>
              </a:rPr>
              <a:t>“It’s a chance to share what I know and learn something new.”</a:t>
            </a:r>
          </a:p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E94E24"/>
                </a:solidFill>
                <a:latin typeface="Encode Sans Expanded"/>
              </a:rPr>
              <a:t>EMPLOYEE 3</a:t>
            </a:r>
          </a:p>
          <a:p>
            <a:pPr algn="l">
              <a:spcAft>
                <a:spcPts val="0"/>
              </a:spcAft>
            </a:pPr>
            <a:r>
              <a:rPr sz="1200" b="0" i="1">
                <a:solidFill>
                  <a:srgbClr val="272B35"/>
                </a:solidFill>
                <a:latin typeface="Encode Sans ExpandedLight"/>
              </a:rPr>
              <a:t>“And to see the difference we can make, together.”</a:t>
            </a:r>
          </a:p>
        </p:txBody>
      </p:sp>
      <p:sp>
        <p:nvSpPr>
          <p:cNvPr id="20" name="Scene 04"/>
          <p:cNvSpPr/>
          <p:nvPr/>
        </p:nvSpPr>
        <p:spPr>
          <a:xfrm>
            <a:off x="8924544" y="1645920"/>
            <a:ext cx="2651760" cy="4526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Scene 04 head"/>
          <p:cNvSpPr/>
          <p:nvPr/>
        </p:nvSpPr>
        <p:spPr>
          <a:xfrm>
            <a:off x="8924544" y="1645920"/>
            <a:ext cx="2651760" cy="502920"/>
          </a:xfrm>
          <a:prstGeom prst="rect">
            <a:avLst/>
          </a:prstGeom>
          <a:solidFill>
            <a:srgbClr val="2437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Encode Sans ExpandedLight"/>
              </a:rPr>
              <a:t/>
            </a:r>
          </a:p>
        </p:txBody>
      </p:sp>
      <p:sp>
        <p:nvSpPr>
          <p:cNvPr id="22" name="Scene 04 title"/>
          <p:cNvSpPr txBox="1"/>
          <p:nvPr/>
        </p:nvSpPr>
        <p:spPr>
          <a:xfrm>
            <a:off x="9107424" y="169164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94E24"/>
                </a:solidFill>
                <a:latin typeface="Encode Sans Expanded"/>
              </a:rPr>
              <a:t>04  </a:t>
            </a:r>
            <a:r>
              <a:rPr sz="1400" b="1" i="0">
                <a:solidFill>
                  <a:srgbClr val="FFFFFF"/>
                </a:solidFill>
                <a:latin typeface="Encode Sans Expanded"/>
              </a:rPr>
              <a:t>Ending</a:t>
            </a:r>
          </a:p>
        </p:txBody>
      </p:sp>
      <p:sp>
        <p:nvSpPr>
          <p:cNvPr id="23" name="Scene 04 text"/>
          <p:cNvSpPr txBox="1"/>
          <p:nvPr/>
        </p:nvSpPr>
        <p:spPr>
          <a:xfrm>
            <a:off x="9125712" y="2377440"/>
            <a:ext cx="2249424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272B35"/>
                </a:solidFill>
                <a:latin typeface="Encode Sans ExpandedLight"/>
              </a:rPr>
              <a:t>Because making a difference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272B35"/>
                </a:solidFill>
                <a:latin typeface="Encode Sans ExpandedLight"/>
              </a:rPr>
              <a:t>doesn’t take just one person</a:t>
            </a:r>
          </a:p>
          <a:p>
            <a:pPr algn="l">
              <a:spcAft>
                <a:spcPts val="1400"/>
              </a:spcAft>
            </a:pPr>
            <a:r>
              <a:rPr sz="1200" b="0" i="0">
                <a:solidFill>
                  <a:srgbClr val="272B35"/>
                </a:solidFill>
                <a:latin typeface="Encode Sans ExpandedLight"/>
              </a:rPr>
              <a:t>It takes </a:t>
            </a:r>
            <a:r>
              <a:rPr sz="1200" b="1" i="0">
                <a:solidFill>
                  <a:srgbClr val="243782"/>
                </a:solidFill>
                <a:latin typeface="Encode Sans Expanded"/>
              </a:rPr>
              <a:t>all of us.</a:t>
            </a:r>
          </a:p>
        </p:txBody>
      </p:sp>
      <p:sp>
        <p:nvSpPr>
          <p:cNvPr id="24" name="End card"/>
          <p:cNvSpPr/>
          <p:nvPr/>
        </p:nvSpPr>
        <p:spPr>
          <a:xfrm>
            <a:off x="9125712" y="5166360"/>
            <a:ext cx="2249424" cy="685800"/>
          </a:xfrm>
          <a:prstGeom prst="roundRect">
            <a:avLst>
              <a:gd name="adj" fmla="val 30000"/>
            </a:avLst>
          </a:prstGeom>
          <a:solidFill>
            <a:srgbClr val="2437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Encode Sans ExpandedLight"/>
              </a:rPr>
              <a:t/>
            </a:r>
          </a:p>
        </p:txBody>
      </p:sp>
      <p:sp>
        <p:nvSpPr>
          <p:cNvPr id="25" name="End card text"/>
          <p:cNvSpPr txBox="1"/>
          <p:nvPr/>
        </p:nvSpPr>
        <p:spPr>
          <a:xfrm>
            <a:off x="9198864" y="5212080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Encode Sans ExpandedLight"/>
              </a:rPr>
              <a:t>Stellantis</a:t>
            </a:r>
          </a:p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Encode Sans Expanded"/>
              </a:rPr>
              <a:t>Motor Citizens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 Placeholder 4"/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r>
              <a:rPr sz="1600"/>
              <a:t>Stellantis Motor Citizens · Requested material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4D0474-A8EA-D308-D45D-381C5C56CFF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5A587B-5814-4D9B-9598-FE9CB954CB01}" type="slidenum">
              <a:rPr kumimoji="0" lang="en-GB" sz="1200" b="0" i="0" u="none" strike="noStrike" kern="1200" cap="none" spc="100" normalizeH="0" baseline="0" noProof="1" smtClean="0">
                <a:ln>
                  <a:noFill/>
                </a:ln>
                <a:solidFill>
                  <a:srgbClr val="243782"/>
                </a:solidFill>
                <a:effectLst/>
                <a:uLnTx/>
                <a:uFillTx/>
                <a:latin typeface="Encode Sans ExpandedLigh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GB" sz="1200" b="0" i="0" u="none" strike="noStrike" kern="1200" cap="none" spc="100" normalizeH="0" baseline="0" noProof="1">
              <a:ln>
                <a:noFill/>
              </a:ln>
              <a:solidFill>
                <a:srgbClr val="243782"/>
              </a:solidFill>
              <a:effectLst/>
              <a:uLnTx/>
              <a:uFillTx/>
              <a:latin typeface="Encode Sans ExpandedLight"/>
              <a:ea typeface="+mn-ea"/>
              <a:cs typeface="+mn-cs"/>
            </a:endParaRPr>
          </a:p>
        </p:txBody>
      </p:sp>
      <p:sp>
        <p:nvSpPr>
          <p:cNvPr id="6" name="Title"/>
          <p:cNvSpPr txBox="1"/>
          <p:nvPr/>
        </p:nvSpPr>
        <p:spPr>
          <a:xfrm>
            <a:off x="612648" y="960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43782"/>
                </a:solidFill>
                <a:latin typeface="Encode Sans Expanded"/>
              </a:rPr>
              <a:t>What we need from Stellantis to produce the video</a:t>
            </a:r>
          </a:p>
        </p:txBody>
      </p:sp>
      <p:sp>
        <p:nvSpPr>
          <p:cNvPr id="7" name="Material card"/>
          <p:cNvSpPr/>
          <p:nvPr/>
        </p:nvSpPr>
        <p:spPr>
          <a:xfrm>
            <a:off x="612648" y="1645920"/>
            <a:ext cx="4526280" cy="4526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Material head"/>
          <p:cNvSpPr/>
          <p:nvPr/>
        </p:nvSpPr>
        <p:spPr>
          <a:xfrm>
            <a:off x="612648" y="1645920"/>
            <a:ext cx="4526280" cy="502920"/>
          </a:xfrm>
          <a:prstGeom prst="rect">
            <a:avLst/>
          </a:prstGeom>
          <a:solidFill>
            <a:srgbClr val="2437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Encode Sans ExpandedLight"/>
              </a:rPr>
              <a:t/>
            </a:r>
          </a:p>
        </p:txBody>
      </p:sp>
      <p:sp>
        <p:nvSpPr>
          <p:cNvPr id="9" name="Material title"/>
          <p:cNvSpPr txBox="1"/>
          <p:nvPr/>
        </p:nvSpPr>
        <p:spPr>
          <a:xfrm>
            <a:off x="795528" y="1691640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94E24"/>
                </a:solidFill>
                <a:latin typeface="Encode Sans Expanded"/>
              </a:rPr>
              <a:t>01  </a:t>
            </a:r>
            <a:r>
              <a:rPr sz="1400" b="1" i="0">
                <a:solidFill>
                  <a:srgbClr val="FFFFFF"/>
                </a:solidFill>
                <a:latin typeface="Encode Sans Expanded"/>
              </a:rPr>
              <a:t>Motor Citizens program material</a:t>
            </a:r>
          </a:p>
        </p:txBody>
      </p:sp>
      <p:sp>
        <p:nvSpPr>
          <p:cNvPr id="10" name="Material list"/>
          <p:cNvSpPr txBox="1"/>
          <p:nvPr/>
        </p:nvSpPr>
        <p:spPr>
          <a:xfrm>
            <a:off x="841248" y="2377440"/>
            <a:ext cx="4069080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800"/>
              </a:spcAft>
              <a:buChar char="•"/>
            </a:pPr>
            <a:r>
              <a:rPr sz="1200" b="1" i="0">
                <a:solidFill>
                  <a:srgbClr val="243782"/>
                </a:solidFill>
                <a:latin typeface="Encode Sans Expanded"/>
              </a:rPr>
              <a:t>Program overview</a:t>
            </a:r>
            <a:r>
              <a:rPr sz="1150" b="0" i="0">
                <a:solidFill>
                  <a:srgbClr val="272B35"/>
                </a:solidFill>
                <a:latin typeface="Encode Sans ExpandedLight"/>
              </a:rPr>
              <a:t>: purpose, how it works, countries involved</a:t>
            </a:r>
          </a:p>
          <a:p>
            <a:pPr algn="l" marL="164592" indent="-164592">
              <a:spcAft>
                <a:spcPts val="800"/>
              </a:spcAft>
              <a:buChar char="•"/>
            </a:pPr>
            <a:r>
              <a:rPr sz="1200" b="1" i="0">
                <a:solidFill>
                  <a:srgbClr val="243782"/>
                </a:solidFill>
                <a:latin typeface="Encode Sans Expanded"/>
              </a:rPr>
              <a:t>Key facts and figures</a:t>
            </a:r>
            <a:r>
              <a:rPr sz="1150" b="0" i="0">
                <a:solidFill>
                  <a:srgbClr val="272B35"/>
                </a:solidFill>
                <a:latin typeface="Encode Sans ExpandedLight"/>
              </a:rPr>
              <a:t>: volunteers, hours, projects, latest year available</a:t>
            </a:r>
          </a:p>
          <a:p>
            <a:pPr algn="l" marL="164592" indent="-164592">
              <a:spcAft>
                <a:spcPts val="800"/>
              </a:spcAft>
              <a:buChar char="•"/>
            </a:pPr>
            <a:r>
              <a:rPr sz="1200" b="1" i="0">
                <a:solidFill>
                  <a:srgbClr val="243782"/>
                </a:solidFill>
                <a:latin typeface="Encode Sans Expanded"/>
              </a:rPr>
              <a:t>Projects and partners</a:t>
            </a:r>
            <a:r>
              <a:rPr sz="1150" b="0" i="0">
                <a:solidFill>
                  <a:srgbClr val="272B35"/>
                </a:solidFill>
                <a:latin typeface="Encode Sans ExpandedLight"/>
              </a:rPr>
              <a:t>: examples by area: young people, environment, sharing skills</a:t>
            </a:r>
          </a:p>
          <a:p>
            <a:pPr algn="l" marL="164592" indent="-164592">
              <a:spcAft>
                <a:spcPts val="800"/>
              </a:spcAft>
              <a:buChar char="•"/>
            </a:pPr>
            <a:r>
              <a:rPr sz="1200" b="1" i="0">
                <a:solidFill>
                  <a:srgbClr val="243782"/>
                </a:solidFill>
                <a:latin typeface="Encode Sans Expanded"/>
              </a:rPr>
              <a:t>Photo and video footage</a:t>
            </a:r>
            <a:r>
              <a:rPr sz="1150" b="0" i="0">
                <a:solidFill>
                  <a:srgbClr val="272B35"/>
                </a:solidFill>
                <a:latin typeface="Encode Sans ExpandedLight"/>
              </a:rPr>
              <a:t>: past activities, with usage rights</a:t>
            </a:r>
          </a:p>
          <a:p>
            <a:pPr algn="l" marL="164592" indent="-164592">
              <a:spcAft>
                <a:spcPts val="800"/>
              </a:spcAft>
              <a:buChar char="•"/>
            </a:pPr>
            <a:r>
              <a:rPr sz="1200" b="1" i="0">
                <a:solidFill>
                  <a:srgbClr val="243782"/>
                </a:solidFill>
                <a:latin typeface="Encode Sans Expanded"/>
              </a:rPr>
              <a:t>Brand assets</a:t>
            </a:r>
            <a:r>
              <a:rPr sz="1150" b="0" i="0">
                <a:solidFill>
                  <a:srgbClr val="272B35"/>
                </a:solidFill>
                <a:latin typeface="Encode Sans ExpandedLight"/>
              </a:rPr>
              <a:t>: Motor Citizens logo, visual guidelines, approved wording</a:t>
            </a:r>
          </a:p>
          <a:p>
            <a:pPr algn="l" marL="164592" indent="-164592">
              <a:spcAft>
                <a:spcPts val="800"/>
              </a:spcAft>
              <a:buChar char="•"/>
            </a:pPr>
            <a:r>
              <a:rPr sz="1200" b="1" i="0">
                <a:solidFill>
                  <a:srgbClr val="243782"/>
                </a:solidFill>
                <a:latin typeface="Encode Sans Expanded"/>
              </a:rPr>
              <a:t>Existing communication</a:t>
            </a:r>
            <a:r>
              <a:rPr sz="1150" b="0" i="0">
                <a:solidFill>
                  <a:srgbClr val="272B35"/>
                </a:solidFill>
                <a:latin typeface="Encode Sans ExpandedLight"/>
              </a:rPr>
              <a:t>: intranet articles, social posts, internal videos</a:t>
            </a:r>
          </a:p>
          <a:p>
            <a:pPr algn="l" marL="164592" indent="-164592">
              <a:spcAft>
                <a:spcPts val="800"/>
              </a:spcAft>
              <a:buChar char="•"/>
            </a:pPr>
            <a:r>
              <a:rPr sz="1200" b="1" i="0">
                <a:solidFill>
                  <a:srgbClr val="243782"/>
                </a:solidFill>
                <a:latin typeface="Encode Sans Expanded"/>
              </a:rPr>
              <a:t>Contacts</a:t>
            </a:r>
            <a:r>
              <a:rPr sz="1150" b="0" i="0">
                <a:solidFill>
                  <a:srgbClr val="272B35"/>
                </a:solidFill>
                <a:latin typeface="Encode Sans ExpandedLight"/>
              </a:rPr>
              <a:t>: program owner and local coordinators for filming</a:t>
            </a:r>
          </a:p>
        </p:txBody>
      </p:sp>
      <p:sp>
        <p:nvSpPr>
          <p:cNvPr id="11" name="Interview card"/>
          <p:cNvSpPr/>
          <p:nvPr/>
        </p:nvSpPr>
        <p:spPr>
          <a:xfrm>
            <a:off x="5276088" y="1645920"/>
            <a:ext cx="6318503" cy="4526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Interview head"/>
          <p:cNvSpPr/>
          <p:nvPr/>
        </p:nvSpPr>
        <p:spPr>
          <a:xfrm>
            <a:off x="5276088" y="1645920"/>
            <a:ext cx="6318503" cy="502920"/>
          </a:xfrm>
          <a:prstGeom prst="rect">
            <a:avLst/>
          </a:prstGeom>
          <a:solidFill>
            <a:srgbClr val="2437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Encode Sans ExpandedLight"/>
              </a:rPr>
              <a:t/>
            </a:r>
          </a:p>
        </p:txBody>
      </p:sp>
      <p:sp>
        <p:nvSpPr>
          <p:cNvPr id="13" name="Interview title"/>
          <p:cNvSpPr txBox="1"/>
          <p:nvPr/>
        </p:nvSpPr>
        <p:spPr>
          <a:xfrm>
            <a:off x="5458968" y="1691640"/>
            <a:ext cx="595274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94E24"/>
                </a:solidFill>
                <a:latin typeface="Encode Sans Expanded"/>
              </a:rPr>
              <a:t>02  </a:t>
            </a:r>
            <a:r>
              <a:rPr sz="1400" b="1" i="0">
                <a:solidFill>
                  <a:srgbClr val="FFFFFF"/>
                </a:solidFill>
                <a:latin typeface="Encode Sans Expanded"/>
              </a:rPr>
              <a:t>Employee interviews</a:t>
            </a:r>
          </a:p>
        </p:txBody>
      </p:sp>
      <p:sp>
        <p:nvSpPr>
          <p:cNvPr id="14" name="Draft tag"/>
          <p:cNvSpPr/>
          <p:nvPr/>
        </p:nvSpPr>
        <p:spPr>
          <a:xfrm>
            <a:off x="9445752" y="2240280"/>
            <a:ext cx="2011680" cy="256032"/>
          </a:xfrm>
          <a:prstGeom prst="roundRect">
            <a:avLst>
              <a:gd name="adj" fmla="val 30000"/>
            </a:avLst>
          </a:prstGeom>
          <a:solidFill>
            <a:srgbClr val="FCE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900" b="1" i="0">
                <a:solidFill>
                  <a:srgbClr val="E94E24"/>
                </a:solidFill>
                <a:latin typeface="Encode Sans Expanded"/>
              </a:rPr>
              <a:t>Draft: questions to co-write</a:t>
            </a:r>
          </a:p>
        </p:txBody>
      </p:sp>
      <p:sp>
        <p:nvSpPr>
          <p:cNvPr id="15" name="Interview setup"/>
          <p:cNvSpPr txBox="1"/>
          <p:nvPr/>
        </p:nvSpPr>
        <p:spPr>
          <a:xfrm>
            <a:off x="5504688" y="2267712"/>
            <a:ext cx="37581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43782"/>
                </a:solidFill>
                <a:latin typeface="Encode Sans Expanded"/>
              </a:rPr>
              <a:t>Who and how: </a:t>
            </a:r>
            <a:r>
              <a:rPr sz="1100" b="0" i="0">
                <a:solidFill>
                  <a:srgbClr val="272B35"/>
                </a:solidFill>
                <a:latin typeface="Encode Sans ExpandedLight"/>
              </a:rPr>
              <a:t>3 volunteers, different countries, roles and project types; about 20 min each; signed release forms.</a:t>
            </a:r>
          </a:p>
        </p:txBody>
      </p:sp>
      <p:sp>
        <p:nvSpPr>
          <p:cNvPr id="16" name="Interview questions"/>
          <p:cNvSpPr txBox="1"/>
          <p:nvPr/>
        </p:nvSpPr>
        <p:spPr>
          <a:xfrm>
            <a:off x="5504688" y="2971800"/>
            <a:ext cx="5861303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E94E24"/>
                </a:solidFill>
                <a:latin typeface="Encode Sans Expanded"/>
              </a:rPr>
              <a:t>1.  </a:t>
            </a:r>
            <a:r>
              <a:rPr sz="1300" b="0" i="0">
                <a:solidFill>
                  <a:srgbClr val="272B35"/>
                </a:solidFill>
                <a:latin typeface="Encode Sans ExpandedLight"/>
              </a:rPr>
              <a:t>Can you introduce yourself: your name, your role and where you work?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E94E24"/>
                </a:solidFill>
                <a:latin typeface="Encode Sans Expanded"/>
              </a:rPr>
              <a:t>2.  </a:t>
            </a:r>
            <a:r>
              <a:rPr sz="1300" b="0" i="0">
                <a:solidFill>
                  <a:srgbClr val="272B35"/>
                </a:solidFill>
                <a:latin typeface="Encode Sans ExpandedLight"/>
              </a:rPr>
              <a:t>Which Motor Citizens project did you join, and what did you do?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E94E24"/>
                </a:solidFill>
                <a:latin typeface="Encode Sans Expanded"/>
              </a:rPr>
              <a:t>3.  </a:t>
            </a:r>
            <a:r>
              <a:rPr sz="1300" b="0" i="0">
                <a:solidFill>
                  <a:srgbClr val="272B35"/>
                </a:solidFill>
                <a:latin typeface="Encode Sans ExpandedLight"/>
              </a:rPr>
              <a:t>Why did you decide to volunteer?</a:t>
            </a:r>
            <a:r>
              <a:rPr sz="1000" b="1" i="1">
                <a:solidFill>
                  <a:srgbClr val="E94E24"/>
                </a:solidFill>
                <a:latin typeface="Encode Sans Expanded"/>
              </a:rPr>
              <a:t>   → cut 1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E94E24"/>
                </a:solidFill>
                <a:latin typeface="Encode Sans Expanded"/>
              </a:rPr>
              <a:t>4.  </a:t>
            </a:r>
            <a:r>
              <a:rPr sz="1300" b="0" i="0">
                <a:solidFill>
                  <a:srgbClr val="272B35"/>
                </a:solidFill>
                <a:latin typeface="Encode Sans ExpandedLight"/>
              </a:rPr>
              <a:t>Which of your skills did you bring, and what did you learn?</a:t>
            </a:r>
            <a:r>
              <a:rPr sz="1000" b="1" i="1">
                <a:solidFill>
                  <a:srgbClr val="E94E24"/>
                </a:solidFill>
                <a:latin typeface="Encode Sans Expanded"/>
              </a:rPr>
              <a:t>   → cut 2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E94E24"/>
                </a:solidFill>
                <a:latin typeface="Encode Sans Expanded"/>
              </a:rPr>
              <a:t>5.  </a:t>
            </a:r>
            <a:r>
              <a:rPr sz="1300" b="0" i="0">
                <a:solidFill>
                  <a:srgbClr val="272B35"/>
                </a:solidFill>
                <a:latin typeface="Encode Sans ExpandedLight"/>
              </a:rPr>
              <a:t>What difference did you see for the people or the community you helped?</a:t>
            </a:r>
            <a:r>
              <a:rPr sz="1000" b="1" i="1">
                <a:solidFill>
                  <a:srgbClr val="E94E24"/>
                </a:solidFill>
                <a:latin typeface="Encode Sans Expanded"/>
              </a:rPr>
              <a:t>   → cut 3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E94E24"/>
                </a:solidFill>
                <a:latin typeface="Encode Sans Expanded"/>
              </a:rPr>
              <a:t>6.  </a:t>
            </a:r>
            <a:r>
              <a:rPr sz="1300" b="0" i="0">
                <a:solidFill>
                  <a:srgbClr val="272B35"/>
                </a:solidFill>
                <a:latin typeface="Encode Sans ExpandedLight"/>
              </a:rPr>
              <a:t>What was the moment that stayed with you the most?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E94E24"/>
                </a:solidFill>
                <a:latin typeface="Encode Sans Expanded"/>
              </a:rPr>
              <a:t>7.  </a:t>
            </a:r>
            <a:r>
              <a:rPr sz="1300" b="0" i="0">
                <a:solidFill>
                  <a:srgbClr val="272B35"/>
                </a:solidFill>
                <a:latin typeface="Encode Sans ExpandedLight"/>
              </a:rPr>
              <a:t>What would you say to a colleague thinking about volunteering?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E94E24"/>
                </a:solidFill>
                <a:latin typeface="Encode Sans Expanded"/>
              </a:rPr>
              <a:t>8.  </a:t>
            </a:r>
            <a:r>
              <a:rPr sz="1300" b="0" i="0">
                <a:solidFill>
                  <a:srgbClr val="272B35"/>
                </a:solidFill>
                <a:latin typeface="Encode Sans ExpandedLight"/>
              </a:rPr>
              <a:t>Motor Citizens in one word?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Stellantis - Chapter blue">
  <a:themeElements>
    <a:clrScheme name="Stellantis">
      <a:dk1>
        <a:srgbClr val="272B35"/>
      </a:dk1>
      <a:lt1>
        <a:sysClr val="window" lastClr="FFFFFF"/>
      </a:lt1>
      <a:dk2>
        <a:srgbClr val="243782"/>
      </a:dk2>
      <a:lt2>
        <a:srgbClr val="EEECE1"/>
      </a:lt2>
      <a:accent1>
        <a:srgbClr val="243782"/>
      </a:accent1>
      <a:accent2>
        <a:srgbClr val="E94E24"/>
      </a:accent2>
      <a:accent3>
        <a:srgbClr val="00ADA0"/>
      </a:accent3>
      <a:accent4>
        <a:srgbClr val="F7A600"/>
      </a:accent4>
      <a:accent5>
        <a:srgbClr val="272B35"/>
      </a:accent5>
      <a:accent6>
        <a:srgbClr val="00DDCD"/>
      </a:accent6>
      <a:hlink>
        <a:srgbClr val="243782"/>
      </a:hlink>
      <a:folHlink>
        <a:srgbClr val="272B35"/>
      </a:folHlink>
    </a:clrScheme>
    <a:fontScheme name="Stellantis PowerPoint">
      <a:majorFont>
        <a:latin typeface="Encode Sans ExpandedSemiBold"/>
        <a:ea typeface=""/>
        <a:cs typeface=""/>
      </a:majorFont>
      <a:minorFont>
        <a:latin typeface="Encode Sans Expanded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ellantis MAJ Template PowerPoint 16-9 v6.potx" id="{6D4861F8-6CFD-4766-879B-EB53A8634C9E}" vid="{29660903-2CB7-4750-896F-355319F97F9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ada0a2f-b917-4d51-b0d0-d418a10c8b23}" enabled="1" method="Standard" siteId="{12a3af23-a769-4654-847f-958f3d479f4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88</Words>
  <Application>Microsoft Macintosh PowerPoint</Application>
  <PresentationFormat>Widescreen</PresentationFormat>
  <Paragraphs>56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9" baseType="lpstr">
      <vt:lpstr>Aptos</vt:lpstr>
      <vt:lpstr>Arial</vt:lpstr>
      <vt:lpstr>Calibri</vt:lpstr>
      <vt:lpstr>Encode Sans</vt:lpstr>
      <vt:lpstr>Encode Sans Expanded</vt:lpstr>
      <vt:lpstr>Encode Sans Expanded Expanded</vt:lpstr>
      <vt:lpstr>Encode Sans Expanded Expanded L</vt:lpstr>
      <vt:lpstr>Encode Sans Expanded Expanded S</vt:lpstr>
      <vt:lpstr>Encode Sans Expanded Light</vt:lpstr>
      <vt:lpstr>Encode Sans ExpandedLight</vt:lpstr>
      <vt:lpstr>Encode Sans ExpandedSemiBold</vt:lpstr>
      <vt:lpstr>Work Sans SemiBold</vt:lpstr>
      <vt:lpstr>1_Stellantis - Chapter blue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Belluardo,Gabriele,ES-Esplugues Llobregat</dc:creator>
  <cp:lastModifiedBy>Belluardo,Gabriele,ES-Esplugues Llobregat</cp:lastModifiedBy>
  <cp:revision>1</cp:revision>
  <dcterms:created xsi:type="dcterms:W3CDTF">2026-10-14T10:14:03Z</dcterms:created>
  <dcterms:modified xsi:type="dcterms:W3CDTF">2026-10-14T10:17:26Z</dcterms:modified>
</cp:coreProperties>
</file>