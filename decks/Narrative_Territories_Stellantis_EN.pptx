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
  </p:notesMasterIdLst>
  <p:sldIdLst>
    <p:sldId id="1093" r:id="rId2"/>
    <p:sldId id="1094" r:id="rId3"/>
    <p:sldId id="1115" r:id="rId5"/>
    <p:sldId id="1117" r:id="rId13"/>
    <p:sldId id="1118" r:id="rId14"/>
    <p:sldId id="1119" r:id="rId15"/>
    <p:sldId id="1120" r:id="rId16"/>
    <p:sldId id="1121" r:id="rId17"/>
    <p:sldId id="1122" r:id="rId18"/>
    <p:sldId id="1123" r:id="rId19"/>
    <p:sldId id="1124" r:id="rId20"/>
    <p:sldId id="1125" r:id="rId21"/>
    <p:sldId id="1116" r:id="rId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76"/>
  </p:normalViewPr>
  <p:slideViewPr>
    <p:cSldViewPr snapToGrid="0">
      <p:cViewPr varScale="1">
        <p:scale>
          <a:sx n="102" d="100"/>
          <a:sy n="102" d="100"/>
        </p:scale>
        <p:origin x="192" y="3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5" Type="http://schemas.openxmlformats.org/officeDocument/2006/relationships/slide" Target="slides/slide4.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FFDD16-F13B-A44B-8DF9-99A422E2EC0F}" type="datetimeFigureOut">
              <a:rPr lang="en-GB" smtClean="0"/>
              <a:t>14/10/2026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53043EA-61BB-5748-A937-A87EBBDAB119}" type="slidenum">
              <a:rPr lang="en-GB" smtClean="0"/>
              <a:t>‹#›</a:t>
            </a:fld>
            <a:endParaRPr lang="en-GB"/>
          </a:p>
        </p:txBody>
      </p:sp>
    </p:spTree>
    <p:extLst>
      <p:ext uri="{BB962C8B-B14F-4D97-AF65-F5344CB8AC3E}">
        <p14:creationId xmlns:p14="http://schemas.microsoft.com/office/powerpoint/2010/main" val="39379699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74B176-FF3E-C91B-9DB1-10BF8E99F75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9032B6D-2627-077E-40E3-DC3BDF3884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DD84573-1FBD-88B8-E67B-3EDE6B2C6CD9}"/>
              </a:ext>
            </a:extLst>
          </p:cNvPr>
          <p:cNvSpPr>
            <a:spLocks noGrp="1"/>
          </p:cNvSpPr>
          <p:nvPr>
            <p:ph type="body" idx="1"/>
          </p:nvPr>
        </p:nvSpPr>
        <p:spPr/>
        <p:txBody>
          <a:bodyPr/>
          <a:lstStyle/>
          <a:p>
            <a:r>
              <a:t>One research area, recalibrated on four narrative territories. The sub-items are the sections of the deck.</a:t>
            </a:r>
          </a:p>
        </p:txBody>
      </p:sp>
      <p:sp>
        <p:nvSpPr>
          <p:cNvPr id="4" name="Slide Number Placeholder 3">
            <a:extLst>
              <a:ext uri="{FF2B5EF4-FFF2-40B4-BE49-F238E27FC236}">
                <a16:creationId xmlns:a16="http://schemas.microsoft.com/office/drawing/2014/main" id="{60BDCCC4-CF54-E0A6-CA53-086967F257CC}"/>
              </a:ext>
            </a:extLst>
          </p:cNvPr>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13C8274-9BE6-C443-AB18-1D7E1CA168A4}" type="slidenum">
              <a:rPr kumimoji="0" lang="en-GB"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69975868"/>
      </p:ext>
    </p:extLst>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Recalibrated benchmark: the global sustainability narrative read through four narrative territories (Fair Transition, Customer Trust, Environmental Transformation, Transparency &amp; Accountability). For each player: which activities, and how they tell them.</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Players analysed: Volkswagen, Mercedes-Benz, BMW, Renault, Volvo Cars, Polestar, Toyota, Hyundai/Kia, BYD; beyond automotive: Schneider Electric, Microsoft, Patagonia, Apple, IKEA, Enel, Holcim. Plus Stellantis today.</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Players that stay on value claims (“multi-pathway”, “affordable” without an orderable price, “avoided” emissions) get challenged. Since 27 September 2026 the EU Empowering Consumers Directive also requires proof behind generic and future claims.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Strong = quantified proof points and a recognisable format. Medium = partial or contradicted. Weak = mainly value claims or contested. Where the report used an intermediate level (e.g. medium-strong) the map shows the first term; nuances are in the written report. Renault Transparency set to Weak on a single signal (external ratings table on its site).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Readings from the positioning map. They frame why Fair Transition should lead the Stellantis story and why Transparency &amp; Accountability is an open space.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Volkswagen sits in the risks: declared prices (ID.Polo €24,995) and a “socially responsible” 35,000-job cut, contradicted by Dresden and Osnabrück. IKEA is the simplest message: sustainability is “not a premium add-on”, with average prices down 10%. Enel caveat: redeployment share fell to about 30% in 2023, the rest retired. Visuals: automobile-propre.com social leasing Renault 2026; en.blogrenault.com Flins Re-Factory; Enel Just Transition Report 2023 PDF.</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strong: Miele (durability tested for 20 years of use, with an honest legal caveat), Patagonia (Ironclad Guarantee), Apple (“Privacy. That's iPhone.”). Sector context: Mozilla 2023 found all 25 car brands reviewed failing on privacy; FTC order against GM/OnStar (January 2026). Renault's “minutes instead of hours” fire claim has no independent test found.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strong: Apple (30% recycled material, recycled cobalt in batteries; but the Frankfurt court ruling on the Apple Watch “CO₂-neutral” claim shows the limit of offsets) and Schneider's Zero Carbon Project (−56% operational CO₂ at its top 1,000 suppliers). Figures mostly self-reported.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Also relevant: BMW discloses a fleet CO₂ target weighted 25% in its long-term incentive and its 2024 misses; Polestar publishes the LCA method per model; Google dropped its carbon-neutral claim in 2024 and admits it is getting harder. BMW pay split and the Microsoft quote need re-checking.</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Sensitive items to present factually: the Texas attorney general's January 2025 suit is against Allstate and its subsidiary Arity and alleges data purchases from several carmakers including Stellantis brands; Stellantis is not a defendant and the outcome is unverified. Italian competition authority (AGCM) probes on Stellantis, Tesla, BYD and VW closed in late 2025 with binding commitments and no fines. Stellantis replied to the Indonesian NGOs that it has no joint venture or formal collaboration on the smelter.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promise is our proposal, to be validated with the ESG and HR Communication teams. Shares to Win participation and conditions need internal verification (the ~11% figure is secondary).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client use, verify: US recall and J.D. Power figures, status of the Texas case, AGCM commitments, Indonesian nickel position, live 2038 pages, SUSTAINera 2025 revenues, reskilling and Shares to Win KPIs, ESG pay metrics, ESG content of the FaSTLAne Investor Day deck, and capture the visuals by hand.</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sv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hapter">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2A69F4A-E475-F0B7-1FFB-258074F920B5}"/>
              </a:ext>
            </a:extLst>
          </p:cNvPr>
          <p:cNvSpPr/>
          <p:nvPr userDrawn="1"/>
        </p:nvSpPr>
        <p:spPr>
          <a:xfrm>
            <a:off x="-4172" y="-3176"/>
            <a:ext cx="12196171" cy="6861175"/>
          </a:xfrm>
          <a:prstGeom prst="rect">
            <a:avLst/>
          </a:prstGeom>
          <a:gradFill>
            <a:gsLst>
              <a:gs pos="20000">
                <a:srgbClr val="011845">
                  <a:alpha val="80000"/>
                </a:srgbClr>
              </a:gs>
              <a:gs pos="0">
                <a:srgbClr val="011845"/>
              </a:gs>
              <a:gs pos="100000">
                <a:schemeClr val="accent1">
                  <a:alpha val="0"/>
                </a:schemeClr>
              </a:gs>
            </a:gsLst>
            <a:lin ang="15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914377">
              <a:buClrTx/>
              <a:defRPr/>
            </a:pPr>
            <a:endParaRPr lang="fr-FR" sz="1800" kern="1200">
              <a:solidFill>
                <a:prstClr val="white"/>
              </a:solidFill>
              <a:latin typeface="Encode Sans ExpandedLight"/>
            </a:endParaRPr>
          </a:p>
        </p:txBody>
      </p:sp>
      <p:sp>
        <p:nvSpPr>
          <p:cNvPr id="4" name="Parallelogram 22">
            <a:extLst>
              <a:ext uri="{FF2B5EF4-FFF2-40B4-BE49-F238E27FC236}">
                <a16:creationId xmlns:a16="http://schemas.microsoft.com/office/drawing/2014/main" id="{2DFE77F4-468B-D729-08D3-5500FA4A0C9F}"/>
              </a:ext>
            </a:extLst>
          </p:cNvPr>
          <p:cNvSpPr/>
          <p:nvPr userDrawn="1"/>
        </p:nvSpPr>
        <p:spPr>
          <a:xfrm>
            <a:off x="-4171" y="-3176"/>
            <a:ext cx="5967314" cy="6867365"/>
          </a:xfrm>
          <a:custGeom>
            <a:avLst/>
            <a:gdLst>
              <a:gd name="connsiteX0" fmla="*/ 0 w 8345097"/>
              <a:gd name="connsiteY0" fmla="*/ 7086360 h 7086360"/>
              <a:gd name="connsiteX1" fmla="*/ 4731137 w 8345097"/>
              <a:gd name="connsiteY1" fmla="*/ 0 h 7086360"/>
              <a:gd name="connsiteX2" fmla="*/ 8345097 w 8345097"/>
              <a:gd name="connsiteY2" fmla="*/ 0 h 7086360"/>
              <a:gd name="connsiteX3" fmla="*/ 3613960 w 8345097"/>
              <a:gd name="connsiteY3" fmla="*/ 7086360 h 7086360"/>
              <a:gd name="connsiteX4" fmla="*/ 0 w 8345097"/>
              <a:gd name="connsiteY4" fmla="*/ 7086360 h 7086360"/>
              <a:gd name="connsiteX0" fmla="*/ 0 w 8345097"/>
              <a:gd name="connsiteY0" fmla="*/ 7097935 h 7097935"/>
              <a:gd name="connsiteX1" fmla="*/ 2381476 w 8345097"/>
              <a:gd name="connsiteY1" fmla="*/ 0 h 7097935"/>
              <a:gd name="connsiteX2" fmla="*/ 8345097 w 8345097"/>
              <a:gd name="connsiteY2" fmla="*/ 11575 h 7097935"/>
              <a:gd name="connsiteX3" fmla="*/ 3613960 w 8345097"/>
              <a:gd name="connsiteY3" fmla="*/ 7097935 h 7097935"/>
              <a:gd name="connsiteX4" fmla="*/ 0 w 8345097"/>
              <a:gd name="connsiteY4" fmla="*/ 7097935 h 7097935"/>
              <a:gd name="connsiteX0" fmla="*/ 0 w 8345097"/>
              <a:gd name="connsiteY0" fmla="*/ 7097935 h 7097935"/>
              <a:gd name="connsiteX1" fmla="*/ 2381476 w 8345097"/>
              <a:gd name="connsiteY1" fmla="*/ 0 h 7097935"/>
              <a:gd name="connsiteX2" fmla="*/ 8345097 w 8345097"/>
              <a:gd name="connsiteY2" fmla="*/ 11575 h 7097935"/>
              <a:gd name="connsiteX3" fmla="*/ 3752856 w 8345097"/>
              <a:gd name="connsiteY3" fmla="*/ 6889590 h 7097935"/>
              <a:gd name="connsiteX4" fmla="*/ 0 w 8345097"/>
              <a:gd name="connsiteY4" fmla="*/ 7097935 h 7097935"/>
              <a:gd name="connsiteX0" fmla="*/ 49207 w 5963621"/>
              <a:gd name="connsiteY0" fmla="*/ 6415028 h 6889590"/>
              <a:gd name="connsiteX1" fmla="*/ 0 w 5963621"/>
              <a:gd name="connsiteY1" fmla="*/ 0 h 6889590"/>
              <a:gd name="connsiteX2" fmla="*/ 5963621 w 5963621"/>
              <a:gd name="connsiteY2" fmla="*/ 11575 h 6889590"/>
              <a:gd name="connsiteX3" fmla="*/ 1371380 w 5963621"/>
              <a:gd name="connsiteY3" fmla="*/ 6889590 h 6889590"/>
              <a:gd name="connsiteX4" fmla="*/ 49207 w 5963621"/>
              <a:gd name="connsiteY4" fmla="*/ 6415028 h 6889590"/>
              <a:gd name="connsiteX0" fmla="*/ 2909 w 5963621"/>
              <a:gd name="connsiteY0" fmla="*/ 6866441 h 6889590"/>
              <a:gd name="connsiteX1" fmla="*/ 0 w 5963621"/>
              <a:gd name="connsiteY1" fmla="*/ 0 h 6889590"/>
              <a:gd name="connsiteX2" fmla="*/ 5963621 w 5963621"/>
              <a:gd name="connsiteY2" fmla="*/ 11575 h 6889590"/>
              <a:gd name="connsiteX3" fmla="*/ 1371380 w 5963621"/>
              <a:gd name="connsiteY3" fmla="*/ 6889590 h 6889590"/>
              <a:gd name="connsiteX4" fmla="*/ 2909 w 5963621"/>
              <a:gd name="connsiteY4" fmla="*/ 6866441 h 6889590"/>
              <a:gd name="connsiteX0" fmla="*/ 3 w 5960715"/>
              <a:gd name="connsiteY0" fmla="*/ 6854866 h 6878015"/>
              <a:gd name="connsiteX1" fmla="*/ 330469 w 5960715"/>
              <a:gd name="connsiteY1" fmla="*/ 321800 h 6878015"/>
              <a:gd name="connsiteX2" fmla="*/ 5960715 w 5960715"/>
              <a:gd name="connsiteY2" fmla="*/ 0 h 6878015"/>
              <a:gd name="connsiteX3" fmla="*/ 1368474 w 5960715"/>
              <a:gd name="connsiteY3" fmla="*/ 6878015 h 6878015"/>
              <a:gd name="connsiteX4" fmla="*/ 3 w 5960715"/>
              <a:gd name="connsiteY4" fmla="*/ 6854866 h 6878015"/>
              <a:gd name="connsiteX0" fmla="*/ 2909 w 5963621"/>
              <a:gd name="connsiteY0" fmla="*/ 6856916 h 6880065"/>
              <a:gd name="connsiteX1" fmla="*/ 0 w 5963621"/>
              <a:gd name="connsiteY1" fmla="*/ 0 h 6880065"/>
              <a:gd name="connsiteX2" fmla="*/ 5963621 w 5963621"/>
              <a:gd name="connsiteY2" fmla="*/ 2050 h 6880065"/>
              <a:gd name="connsiteX3" fmla="*/ 1371380 w 5963621"/>
              <a:gd name="connsiteY3" fmla="*/ 6880065 h 6880065"/>
              <a:gd name="connsiteX4" fmla="*/ 2909 w 5963621"/>
              <a:gd name="connsiteY4" fmla="*/ 6856916 h 6880065"/>
              <a:gd name="connsiteX0" fmla="*/ 215634 w 5963621"/>
              <a:gd name="connsiteY0" fmla="*/ 6682291 h 6880065"/>
              <a:gd name="connsiteX1" fmla="*/ 0 w 5963621"/>
              <a:gd name="connsiteY1" fmla="*/ 0 h 6880065"/>
              <a:gd name="connsiteX2" fmla="*/ 5963621 w 5963621"/>
              <a:gd name="connsiteY2" fmla="*/ 2050 h 6880065"/>
              <a:gd name="connsiteX3" fmla="*/ 1371380 w 5963621"/>
              <a:gd name="connsiteY3" fmla="*/ 6880065 h 6880065"/>
              <a:gd name="connsiteX4" fmla="*/ 215634 w 5963621"/>
              <a:gd name="connsiteY4" fmla="*/ 6682291 h 6880065"/>
              <a:gd name="connsiteX0" fmla="*/ 94984 w 5963621"/>
              <a:gd name="connsiteY0" fmla="*/ 6758491 h 6880065"/>
              <a:gd name="connsiteX1" fmla="*/ 0 w 5963621"/>
              <a:gd name="connsiteY1" fmla="*/ 0 h 6880065"/>
              <a:gd name="connsiteX2" fmla="*/ 5963621 w 5963621"/>
              <a:gd name="connsiteY2" fmla="*/ 2050 h 6880065"/>
              <a:gd name="connsiteX3" fmla="*/ 1371380 w 5963621"/>
              <a:gd name="connsiteY3" fmla="*/ 6880065 h 6880065"/>
              <a:gd name="connsiteX4" fmla="*/ 94984 w 5963621"/>
              <a:gd name="connsiteY4" fmla="*/ 6758491 h 6880065"/>
              <a:gd name="connsiteX0" fmla="*/ 252 w 5964139"/>
              <a:gd name="connsiteY0" fmla="*/ 6856916 h 6880065"/>
              <a:gd name="connsiteX1" fmla="*/ 518 w 5964139"/>
              <a:gd name="connsiteY1" fmla="*/ 0 h 6880065"/>
              <a:gd name="connsiteX2" fmla="*/ 5964139 w 5964139"/>
              <a:gd name="connsiteY2" fmla="*/ 2050 h 6880065"/>
              <a:gd name="connsiteX3" fmla="*/ 1371898 w 5964139"/>
              <a:gd name="connsiteY3" fmla="*/ 6880065 h 6880065"/>
              <a:gd name="connsiteX4" fmla="*/ 252 w 5964139"/>
              <a:gd name="connsiteY4" fmla="*/ 6856916 h 6880065"/>
              <a:gd name="connsiteX0" fmla="*/ 252 w 5964139"/>
              <a:gd name="connsiteY0" fmla="*/ 6856916 h 6864190"/>
              <a:gd name="connsiteX1" fmla="*/ 518 w 5964139"/>
              <a:gd name="connsiteY1" fmla="*/ 0 h 6864190"/>
              <a:gd name="connsiteX2" fmla="*/ 5964139 w 5964139"/>
              <a:gd name="connsiteY2" fmla="*/ 2050 h 6864190"/>
              <a:gd name="connsiteX3" fmla="*/ 1381423 w 5964139"/>
              <a:gd name="connsiteY3" fmla="*/ 6864190 h 6864190"/>
              <a:gd name="connsiteX4" fmla="*/ 252 w 5964139"/>
              <a:gd name="connsiteY4" fmla="*/ 6856916 h 6864190"/>
              <a:gd name="connsiteX0" fmla="*/ 117 w 5967179"/>
              <a:gd name="connsiteY0" fmla="*/ 685691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56916 h 6864190"/>
              <a:gd name="connsiteX0" fmla="*/ 117 w 5967179"/>
              <a:gd name="connsiteY0" fmla="*/ 686326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63266 h 6864190"/>
              <a:gd name="connsiteX0" fmla="*/ 252 w 5967314"/>
              <a:gd name="connsiteY0" fmla="*/ 6866441 h 6867365"/>
              <a:gd name="connsiteX1" fmla="*/ 518 w 5967314"/>
              <a:gd name="connsiteY1" fmla="*/ 0 h 6867365"/>
              <a:gd name="connsiteX2" fmla="*/ 5967314 w 5967314"/>
              <a:gd name="connsiteY2" fmla="*/ 5225 h 6867365"/>
              <a:gd name="connsiteX3" fmla="*/ 1384598 w 5967314"/>
              <a:gd name="connsiteY3" fmla="*/ 6867365 h 6867365"/>
              <a:gd name="connsiteX4" fmla="*/ 252 w 5967314"/>
              <a:gd name="connsiteY4" fmla="*/ 6866441 h 686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314" h="6867365">
                <a:moveTo>
                  <a:pt x="252" y="6866441"/>
                </a:moveTo>
                <a:cubicBezTo>
                  <a:pt x="-718" y="4577627"/>
                  <a:pt x="1488" y="2288814"/>
                  <a:pt x="518" y="0"/>
                </a:cubicBezTo>
                <a:lnTo>
                  <a:pt x="5967314" y="5225"/>
                </a:lnTo>
                <a:lnTo>
                  <a:pt x="1384598" y="6867365"/>
                </a:lnTo>
                <a:lnTo>
                  <a:pt x="252" y="68664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defTabSz="914377">
              <a:defRPr/>
            </a:pPr>
            <a:endParaRPr lang="ru-RU" sz="2489" kern="1200"/>
          </a:p>
        </p:txBody>
      </p:sp>
      <p:pic>
        <p:nvPicPr>
          <p:cNvPr id="10" name="Image 1">
            <a:extLst>
              <a:ext uri="{FF2B5EF4-FFF2-40B4-BE49-F238E27FC236}">
                <a16:creationId xmlns:a16="http://schemas.microsoft.com/office/drawing/2014/main" id="{2AB36124-2255-AEF0-B398-493EE7C60DD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6335" y="619184"/>
            <a:ext cx="3882500" cy="1019671"/>
          </a:xfrm>
          <a:prstGeom prst="rect">
            <a:avLst/>
          </a:prstGeom>
          <a:noFill/>
          <a:ln>
            <a:noFill/>
          </a:ln>
        </p:spPr>
      </p:pic>
      <p:sp>
        <p:nvSpPr>
          <p:cNvPr id="2" name="Titre 1">
            <a:extLst>
              <a:ext uri="{FF2B5EF4-FFF2-40B4-BE49-F238E27FC236}">
                <a16:creationId xmlns:a16="http://schemas.microsoft.com/office/drawing/2014/main" id="{8934B7DA-FA75-4149-8676-64791F4D66D2}"/>
              </a:ext>
            </a:extLst>
          </p:cNvPr>
          <p:cNvSpPr>
            <a:spLocks noGrp="1"/>
          </p:cNvSpPr>
          <p:nvPr>
            <p:ph type="title" hasCustomPrompt="1"/>
          </p:nvPr>
        </p:nvSpPr>
        <p:spPr>
          <a:xfrm>
            <a:off x="1131889" y="2090899"/>
            <a:ext cx="10440000" cy="1548000"/>
          </a:xfrm>
        </p:spPr>
        <p:txBody>
          <a:bodyPr anchor="b"/>
          <a:lstStyle>
            <a:lvl1pPr>
              <a:defRPr sz="5000" b="0">
                <a:solidFill>
                  <a:schemeClr val="bg1"/>
                </a:solidFill>
                <a:latin typeface="+mn-lt"/>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1131889" y="3709352"/>
            <a:ext cx="10440000" cy="792000"/>
          </a:xfrm>
        </p:spPr>
        <p:txBody>
          <a:bodyPr/>
          <a:lstStyle>
            <a:lvl1pPr>
              <a:defRPr sz="2900" b="0">
                <a:solidFill>
                  <a:schemeClr val="bg1"/>
                </a:solidFill>
                <a:latin typeface="+mn-lt"/>
              </a:defRPr>
            </a:lvl1pPr>
            <a:lvl2pPr>
              <a:defRPr sz="2500">
                <a:latin typeface="Encode Sans ExpandedLight" pitchFamily="2" charset="0"/>
              </a:defRPr>
            </a:lvl2pPr>
            <a:lvl3pPr>
              <a:defRPr sz="2500">
                <a:latin typeface="Encode Sans ExpandedLight" pitchFamily="2" charset="0"/>
              </a:defRPr>
            </a:lvl3pPr>
            <a:lvl4pPr>
              <a:defRPr sz="2500">
                <a:latin typeface="Encode Sans ExpandedLight" pitchFamily="2" charset="0"/>
              </a:defRPr>
            </a:lvl4pPr>
            <a:lvl5pPr>
              <a:defRPr sz="2500">
                <a:latin typeface="Encode Sans ExpandedLight" pitchFamily="2" charset="0"/>
              </a:defRPr>
            </a:lvl5pPr>
          </a:lstStyle>
          <a:p>
            <a:pPr lvl="0"/>
            <a:r>
              <a:rPr lang="en-US" noProof="0"/>
              <a:t>Click to edit master subtitle style</a:t>
            </a:r>
          </a:p>
        </p:txBody>
      </p:sp>
    </p:spTree>
    <p:extLst>
      <p:ext uri="{BB962C8B-B14F-4D97-AF65-F5344CB8AC3E}">
        <p14:creationId xmlns:p14="http://schemas.microsoft.com/office/powerpoint/2010/main" val="836800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 columns with a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56"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3" name="Espace réservé du texte 10">
            <a:extLst>
              <a:ext uri="{FF2B5EF4-FFF2-40B4-BE49-F238E27FC236}">
                <a16:creationId xmlns:a16="http://schemas.microsoft.com/office/drawing/2014/main" id="{C616F341-424E-4ECC-B11D-0008CB10FA11}"/>
              </a:ext>
            </a:extLst>
          </p:cNvPr>
          <p:cNvSpPr>
            <a:spLocks noGrp="1"/>
          </p:cNvSpPr>
          <p:nvPr>
            <p:ph type="body" sz="quarter" idx="18" hasCustomPrompt="1"/>
          </p:nvPr>
        </p:nvSpPr>
        <p:spPr>
          <a:xfrm>
            <a:off x="6262805" y="1440919"/>
            <a:ext cx="5472000" cy="1836000"/>
          </a:xfrm>
        </p:spPr>
        <p:txBody>
          <a:bodyPr/>
          <a:lstStyle>
            <a:lvl1pPr>
              <a:defRPr/>
            </a:lvl1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Espace réservé pour une image  33">
            <a:extLst>
              <a:ext uri="{FF2B5EF4-FFF2-40B4-BE49-F238E27FC236}">
                <a16:creationId xmlns:a16="http://schemas.microsoft.com/office/drawing/2014/main" id="{4DCA1355-34B5-49FC-BA6B-273A843D5348}"/>
              </a:ext>
            </a:extLst>
          </p:cNvPr>
          <p:cNvSpPr>
            <a:spLocks noGrp="1"/>
          </p:cNvSpPr>
          <p:nvPr>
            <p:ph type="pic" idx="14" hasCustomPrompt="1"/>
          </p:nvPr>
        </p:nvSpPr>
        <p:spPr>
          <a:xfrm>
            <a:off x="642938" y="3425825"/>
            <a:ext cx="10906128" cy="2916609"/>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3BBE2E00-CF31-C8D9-48EA-8017A8D9990D}"/>
              </a:ext>
            </a:extLst>
          </p:cNvPr>
          <p:cNvSpPr>
            <a:spLocks noGrp="1"/>
          </p:cNvSpPr>
          <p:nvPr>
            <p:ph type="body" idx="19"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230617081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ext">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624400"/>
            <a:ext cx="10800000" cy="3600000"/>
          </a:xfrm>
        </p:spPr>
        <p:txBody>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535088"/>
            <a:ext cx="10800000" cy="864000"/>
          </a:xfrm>
        </p:spPr>
        <p:txBody>
          <a:bodyPr/>
          <a:lstStyle/>
          <a:p>
            <a:r>
              <a:rPr lang="en-US" noProof="0"/>
              <a:t>Click to edit Master title style</a:t>
            </a:r>
          </a:p>
        </p:txBody>
      </p:sp>
      <p:sp>
        <p:nvSpPr>
          <p:cNvPr id="2" name="Espace réservé du texte 16">
            <a:extLst>
              <a:ext uri="{FF2B5EF4-FFF2-40B4-BE49-F238E27FC236}">
                <a16:creationId xmlns:a16="http://schemas.microsoft.com/office/drawing/2014/main" id="{8CEB9FB4-F871-B6D2-0CE7-A4E25AE2A245}"/>
              </a:ext>
            </a:extLst>
          </p:cNvPr>
          <p:cNvSpPr>
            <a:spLocks noGrp="1"/>
          </p:cNvSpPr>
          <p:nvPr>
            <p:ph type="body" idx="18"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40755989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ext with a photo">
    <p:spTree>
      <p:nvGrpSpPr>
        <p:cNvPr id="1" name=""/>
        <p:cNvGrpSpPr/>
        <p:nvPr/>
      </p:nvGrpSpPr>
      <p:grpSpPr>
        <a:xfrm>
          <a:off x="0" y="0"/>
          <a:ext cx="0" cy="0"/>
          <a:chOff x="0" y="0"/>
          <a:chExt cx="0" cy="0"/>
        </a:xfrm>
      </p:grpSpPr>
      <p:sp>
        <p:nvSpPr>
          <p:cNvPr id="3" name="Google Shape;97;p18">
            <a:extLst>
              <a:ext uri="{FF2B5EF4-FFF2-40B4-BE49-F238E27FC236}">
                <a16:creationId xmlns:a16="http://schemas.microsoft.com/office/drawing/2014/main" id="{AC926F41-199E-5813-86A7-D60C7A20C1CF}"/>
              </a:ext>
            </a:extLst>
          </p:cNvPr>
          <p:cNvSpPr/>
          <p:nvPr userDrawn="1"/>
        </p:nvSpPr>
        <p:spPr>
          <a:xfrm>
            <a:off x="9138483" y="0"/>
            <a:ext cx="3067543" cy="6869574"/>
          </a:xfrm>
          <a:custGeom>
            <a:avLst/>
            <a:gdLst>
              <a:gd name="connsiteX0" fmla="*/ 0 w 7111431"/>
              <a:gd name="connsiteY0" fmla="*/ 6858000 h 6858000"/>
              <a:gd name="connsiteX1" fmla="*/ 3060040 w 7111431"/>
              <a:gd name="connsiteY1" fmla="*/ 0 h 6858000"/>
              <a:gd name="connsiteX2" fmla="*/ 7111431 w 7111431"/>
              <a:gd name="connsiteY2" fmla="*/ 0 h 6858000"/>
              <a:gd name="connsiteX3" fmla="*/ 4051391 w 7111431"/>
              <a:gd name="connsiteY3" fmla="*/ 6858000 h 6858000"/>
              <a:gd name="connsiteX4" fmla="*/ 0 w 7111431"/>
              <a:gd name="connsiteY4" fmla="*/ 6858000 h 6858000"/>
              <a:gd name="connsiteX0" fmla="*/ 0 w 4051391"/>
              <a:gd name="connsiteY0" fmla="*/ 6858000 h 6858000"/>
              <a:gd name="connsiteX1" fmla="*/ 3060040 w 4051391"/>
              <a:gd name="connsiteY1" fmla="*/ 0 h 6858000"/>
              <a:gd name="connsiteX2" fmla="*/ 4051391 w 4051391"/>
              <a:gd name="connsiteY2" fmla="*/ 6858000 h 6858000"/>
              <a:gd name="connsiteX3" fmla="*/ 0 w 4051391"/>
              <a:gd name="connsiteY3" fmla="*/ 6858000 h 6858000"/>
              <a:gd name="connsiteX0" fmla="*/ 0 w 3067543"/>
              <a:gd name="connsiteY0" fmla="*/ 6858000 h 6869574"/>
              <a:gd name="connsiteX1" fmla="*/ 3060040 w 3067543"/>
              <a:gd name="connsiteY1" fmla="*/ 0 h 6869574"/>
              <a:gd name="connsiteX2" fmla="*/ 3067543 w 3067543"/>
              <a:gd name="connsiteY2" fmla="*/ 6869574 h 6869574"/>
              <a:gd name="connsiteX3" fmla="*/ 0 w 3067543"/>
              <a:gd name="connsiteY3" fmla="*/ 6858000 h 6869574"/>
            </a:gdLst>
            <a:ahLst/>
            <a:cxnLst>
              <a:cxn ang="0">
                <a:pos x="connsiteX0" y="connsiteY0"/>
              </a:cxn>
              <a:cxn ang="0">
                <a:pos x="connsiteX1" y="connsiteY1"/>
              </a:cxn>
              <a:cxn ang="0">
                <a:pos x="connsiteX2" y="connsiteY2"/>
              </a:cxn>
              <a:cxn ang="0">
                <a:pos x="connsiteX3" y="connsiteY3"/>
              </a:cxn>
            </a:cxnLst>
            <a:rect l="l" t="t" r="r" b="b"/>
            <a:pathLst>
              <a:path w="3067543" h="6869574">
                <a:moveTo>
                  <a:pt x="0" y="6858000"/>
                </a:moveTo>
                <a:lnTo>
                  <a:pt x="3060040" y="0"/>
                </a:lnTo>
                <a:lnTo>
                  <a:pt x="3067543" y="6869574"/>
                </a:lnTo>
                <a:lnTo>
                  <a:pt x="0" y="6858000"/>
                </a:lnTo>
                <a:close/>
              </a:path>
            </a:pathLst>
          </a:custGeom>
          <a:solidFill>
            <a:schemeClr val="accent2"/>
          </a:solidFill>
          <a:ln>
            <a:noFill/>
          </a:ln>
        </p:spPr>
        <p:txBody>
          <a:bodyPr spcFirstLastPara="1" wrap="square" lIns="121900" tIns="121900" rIns="121900" bIns="121900" anchor="ctr" anchorCtr="0">
            <a:noAutofit/>
          </a:bodyPr>
          <a:lstStyle/>
          <a:p>
            <a:pPr algn="ctr"/>
            <a:endParaRPr sz="2489"/>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927612"/>
            <a:ext cx="7206312" cy="3240000"/>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635098"/>
            <a:ext cx="7206312" cy="1224000"/>
          </a:xfrm>
        </p:spPr>
        <p:txBody>
          <a:bodyPr/>
          <a:lstStyle>
            <a:lvl1pPr>
              <a:defRPr>
                <a:latin typeface="+mj-lt"/>
              </a:defRPr>
            </a:lvl1p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8019936" y="1357932"/>
            <a:ext cx="3575434" cy="4809680"/>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923D940D-6189-0632-C553-784DD079DE80}"/>
              </a:ext>
            </a:extLst>
          </p:cNvPr>
          <p:cNvSpPr>
            <a:spLocks noGrp="1"/>
          </p:cNvSpPr>
          <p:nvPr>
            <p:ph type="body" idx="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10294390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ext with a small photo">
    <p:spTree>
      <p:nvGrpSpPr>
        <p:cNvPr id="1" name=""/>
        <p:cNvGrpSpPr/>
        <p:nvPr/>
      </p:nvGrpSpPr>
      <p:grpSpPr>
        <a:xfrm>
          <a:off x="0" y="0"/>
          <a:ext cx="0" cy="0"/>
          <a:chOff x="0" y="0"/>
          <a:chExt cx="0" cy="0"/>
        </a:xfrm>
      </p:grpSpPr>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2927612"/>
            <a:ext cx="7206312" cy="3240000"/>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0" name="Titre 9">
            <a:extLst>
              <a:ext uri="{FF2B5EF4-FFF2-40B4-BE49-F238E27FC236}">
                <a16:creationId xmlns:a16="http://schemas.microsoft.com/office/drawing/2014/main" id="{E51F8B3E-14FB-4855-BA2B-DAC0E96F2123}"/>
              </a:ext>
            </a:extLst>
          </p:cNvPr>
          <p:cNvSpPr>
            <a:spLocks noGrp="1"/>
          </p:cNvSpPr>
          <p:nvPr>
            <p:ph type="title" hasCustomPrompt="1"/>
          </p:nvPr>
        </p:nvSpPr>
        <p:spPr>
          <a:xfrm>
            <a:off x="536400" y="1635098"/>
            <a:ext cx="7206312" cy="1224000"/>
          </a:xfrm>
        </p:spPr>
        <p:txBody>
          <a:bodyPr/>
          <a:lstStyle>
            <a:lvl1pPr>
              <a:defRPr>
                <a:latin typeface="+mj-lt"/>
              </a:defRPr>
            </a:lvl1pPr>
          </a:lstStyle>
          <a:p>
            <a:r>
              <a:rPr lang="en-US" noProof="0"/>
              <a:t>Click to edit Master title style</a:t>
            </a:r>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8718825" y="1091196"/>
            <a:ext cx="4917367" cy="5772030"/>
          </a:xfrm>
          <a:custGeom>
            <a:avLst/>
            <a:gdLst>
              <a:gd name="connsiteX0" fmla="*/ 0 w 4901492"/>
              <a:gd name="connsiteY0" fmla="*/ 0 h 5769980"/>
              <a:gd name="connsiteX1" fmla="*/ 4901492 w 4901492"/>
              <a:gd name="connsiteY1" fmla="*/ 0 h 5769980"/>
              <a:gd name="connsiteX2" fmla="*/ 4901492 w 4901492"/>
              <a:gd name="connsiteY2" fmla="*/ 5769980 h 5769980"/>
              <a:gd name="connsiteX3" fmla="*/ 0 w 4901492"/>
              <a:gd name="connsiteY3" fmla="*/ 5769980 h 5769980"/>
              <a:gd name="connsiteX4" fmla="*/ 0 w 4901492"/>
              <a:gd name="connsiteY4" fmla="*/ 0 h 5769980"/>
              <a:gd name="connsiteX0" fmla="*/ 0 w 4901492"/>
              <a:gd name="connsiteY0" fmla="*/ 0 h 5781555"/>
              <a:gd name="connsiteX1" fmla="*/ 4901492 w 4901492"/>
              <a:gd name="connsiteY1" fmla="*/ 0 h 5781555"/>
              <a:gd name="connsiteX2" fmla="*/ 2459233 w 4901492"/>
              <a:gd name="connsiteY2" fmla="*/ 5781555 h 5781555"/>
              <a:gd name="connsiteX3" fmla="*/ 0 w 4901492"/>
              <a:gd name="connsiteY3" fmla="*/ 5769980 h 5781555"/>
              <a:gd name="connsiteX4" fmla="*/ 0 w 4901492"/>
              <a:gd name="connsiteY4" fmla="*/ 0 h 5781555"/>
              <a:gd name="connsiteX0" fmla="*/ 2152891 w 4901492"/>
              <a:gd name="connsiteY0" fmla="*/ 0 h 5781555"/>
              <a:gd name="connsiteX1" fmla="*/ 4901492 w 4901492"/>
              <a:gd name="connsiteY1" fmla="*/ 0 h 5781555"/>
              <a:gd name="connsiteX2" fmla="*/ 2459233 w 4901492"/>
              <a:gd name="connsiteY2" fmla="*/ 5781555 h 5781555"/>
              <a:gd name="connsiteX3" fmla="*/ 0 w 4901492"/>
              <a:gd name="connsiteY3" fmla="*/ 5769980 h 5781555"/>
              <a:gd name="connsiteX4" fmla="*/ 2152891 w 4901492"/>
              <a:gd name="connsiteY4" fmla="*/ 0 h 5781555"/>
              <a:gd name="connsiteX0" fmla="*/ 2419108 w 4901492"/>
              <a:gd name="connsiteY0" fmla="*/ 0 h 5781555"/>
              <a:gd name="connsiteX1" fmla="*/ 4901492 w 4901492"/>
              <a:gd name="connsiteY1" fmla="*/ 0 h 5781555"/>
              <a:gd name="connsiteX2" fmla="*/ 2459233 w 4901492"/>
              <a:gd name="connsiteY2" fmla="*/ 5781555 h 5781555"/>
              <a:gd name="connsiteX3" fmla="*/ 0 w 4901492"/>
              <a:gd name="connsiteY3" fmla="*/ 5769980 h 5781555"/>
              <a:gd name="connsiteX4" fmla="*/ 2419108 w 4901492"/>
              <a:gd name="connsiteY4" fmla="*/ 0 h 5781555"/>
              <a:gd name="connsiteX0" fmla="*/ 2641358 w 4901492"/>
              <a:gd name="connsiteY0" fmla="*/ 3175 h 5781555"/>
              <a:gd name="connsiteX1" fmla="*/ 4901492 w 4901492"/>
              <a:gd name="connsiteY1" fmla="*/ 0 h 5781555"/>
              <a:gd name="connsiteX2" fmla="*/ 2459233 w 4901492"/>
              <a:gd name="connsiteY2" fmla="*/ 5781555 h 5781555"/>
              <a:gd name="connsiteX3" fmla="*/ 0 w 4901492"/>
              <a:gd name="connsiteY3" fmla="*/ 5769980 h 5781555"/>
              <a:gd name="connsiteX4" fmla="*/ 2641358 w 4901492"/>
              <a:gd name="connsiteY4" fmla="*/ 3175 h 5781555"/>
              <a:gd name="connsiteX0" fmla="*/ 2441333 w 4901492"/>
              <a:gd name="connsiteY0" fmla="*/ 3175 h 5781555"/>
              <a:gd name="connsiteX1" fmla="*/ 4901492 w 4901492"/>
              <a:gd name="connsiteY1" fmla="*/ 0 h 5781555"/>
              <a:gd name="connsiteX2" fmla="*/ 2459233 w 4901492"/>
              <a:gd name="connsiteY2" fmla="*/ 5781555 h 5781555"/>
              <a:gd name="connsiteX3" fmla="*/ 0 w 4901492"/>
              <a:gd name="connsiteY3" fmla="*/ 5769980 h 5781555"/>
              <a:gd name="connsiteX4" fmla="*/ 2441333 w 4901492"/>
              <a:gd name="connsiteY4" fmla="*/ 3175 h 5781555"/>
              <a:gd name="connsiteX0" fmla="*/ 2441333 w 4901492"/>
              <a:gd name="connsiteY0" fmla="*/ 3175 h 5769980"/>
              <a:gd name="connsiteX1" fmla="*/ 4901492 w 4901492"/>
              <a:gd name="connsiteY1" fmla="*/ 0 h 5769980"/>
              <a:gd name="connsiteX2" fmla="*/ 2344933 w 4901492"/>
              <a:gd name="connsiteY2" fmla="*/ 5743455 h 5769980"/>
              <a:gd name="connsiteX3" fmla="*/ 0 w 4901492"/>
              <a:gd name="connsiteY3" fmla="*/ 5769980 h 5769980"/>
              <a:gd name="connsiteX4" fmla="*/ 2441333 w 4901492"/>
              <a:gd name="connsiteY4" fmla="*/ 3175 h 5769980"/>
              <a:gd name="connsiteX0" fmla="*/ 2441333 w 4901492"/>
              <a:gd name="connsiteY0" fmla="*/ 3175 h 5775205"/>
              <a:gd name="connsiteX1" fmla="*/ 4901492 w 4901492"/>
              <a:gd name="connsiteY1" fmla="*/ 0 h 5775205"/>
              <a:gd name="connsiteX2" fmla="*/ 2446533 w 4901492"/>
              <a:gd name="connsiteY2" fmla="*/ 5775205 h 5775205"/>
              <a:gd name="connsiteX3" fmla="*/ 0 w 4901492"/>
              <a:gd name="connsiteY3" fmla="*/ 5769980 h 5775205"/>
              <a:gd name="connsiteX4" fmla="*/ 2441333 w 4901492"/>
              <a:gd name="connsiteY4" fmla="*/ 3175 h 5775205"/>
              <a:gd name="connsiteX0" fmla="*/ 2441333 w 4917367"/>
              <a:gd name="connsiteY0" fmla="*/ 0 h 5772030"/>
              <a:gd name="connsiteX1" fmla="*/ 4917367 w 4917367"/>
              <a:gd name="connsiteY1" fmla="*/ 0 h 5772030"/>
              <a:gd name="connsiteX2" fmla="*/ 2446533 w 4917367"/>
              <a:gd name="connsiteY2" fmla="*/ 5772030 h 5772030"/>
              <a:gd name="connsiteX3" fmla="*/ 0 w 4917367"/>
              <a:gd name="connsiteY3" fmla="*/ 5766805 h 5772030"/>
              <a:gd name="connsiteX4" fmla="*/ 2441333 w 4917367"/>
              <a:gd name="connsiteY4" fmla="*/ 0 h 577203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917367" h="5772030">
                <a:moveTo>
                  <a:pt x="2441333" y="0"/>
                </a:moveTo>
                <a:lnTo>
                  <a:pt x="4917367" y="0"/>
                </a:lnTo>
                <a:lnTo>
                  <a:pt x="2446533" y="5772030"/>
                </a:lnTo>
                <a:lnTo>
                  <a:pt x="0" y="5766805"/>
                </a:lnTo>
                <a:lnTo>
                  <a:pt x="2441333" y="0"/>
                </a:lnTo>
                <a:close/>
              </a:path>
            </a:pathLst>
          </a:cu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923D940D-6189-0632-C553-784DD079DE80}"/>
              </a:ext>
            </a:extLst>
          </p:cNvPr>
          <p:cNvSpPr>
            <a:spLocks noGrp="1"/>
          </p:cNvSpPr>
          <p:nvPr>
            <p:ph type="body" idx="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
        <p:nvSpPr>
          <p:cNvPr id="13" name="Rectangle 7">
            <a:extLst>
              <a:ext uri="{FF2B5EF4-FFF2-40B4-BE49-F238E27FC236}">
                <a16:creationId xmlns:a16="http://schemas.microsoft.com/office/drawing/2014/main" id="{F5406160-AFD8-CAB4-BD34-E0159F65C63C}"/>
              </a:ext>
            </a:extLst>
          </p:cNvPr>
          <p:cNvSpPr/>
          <p:nvPr userDrawn="1"/>
        </p:nvSpPr>
        <p:spPr>
          <a:xfrm>
            <a:off x="11157996" y="4445448"/>
            <a:ext cx="1034004" cy="2412552"/>
          </a:xfrm>
          <a:custGeom>
            <a:avLst/>
            <a:gdLst>
              <a:gd name="connsiteX0" fmla="*/ 0 w 1034004"/>
              <a:gd name="connsiteY0" fmla="*/ 0 h 2412552"/>
              <a:gd name="connsiteX1" fmla="*/ 1034004 w 1034004"/>
              <a:gd name="connsiteY1" fmla="*/ 0 h 2412552"/>
              <a:gd name="connsiteX2" fmla="*/ 1034004 w 1034004"/>
              <a:gd name="connsiteY2" fmla="*/ 2412552 h 2412552"/>
              <a:gd name="connsiteX3" fmla="*/ 0 w 1034004"/>
              <a:gd name="connsiteY3" fmla="*/ 2412552 h 2412552"/>
              <a:gd name="connsiteX4" fmla="*/ 0 w 1034004"/>
              <a:gd name="connsiteY4" fmla="*/ 0 h 2412552"/>
              <a:gd name="connsiteX0" fmla="*/ 0 w 1034004"/>
              <a:gd name="connsiteY0" fmla="*/ 2412552 h 2412552"/>
              <a:gd name="connsiteX1" fmla="*/ 1034004 w 1034004"/>
              <a:gd name="connsiteY1" fmla="*/ 0 h 2412552"/>
              <a:gd name="connsiteX2" fmla="*/ 1034004 w 1034004"/>
              <a:gd name="connsiteY2" fmla="*/ 2412552 h 2412552"/>
              <a:gd name="connsiteX3" fmla="*/ 0 w 1034004"/>
              <a:gd name="connsiteY3" fmla="*/ 2412552 h 2412552"/>
            </a:gdLst>
            <a:ahLst/>
            <a:cxnLst>
              <a:cxn ang="0">
                <a:pos x="connsiteX0" y="connsiteY0"/>
              </a:cxn>
              <a:cxn ang="0">
                <a:pos x="connsiteX1" y="connsiteY1"/>
              </a:cxn>
              <a:cxn ang="0">
                <a:pos x="connsiteX2" y="connsiteY2"/>
              </a:cxn>
              <a:cxn ang="0">
                <a:pos x="connsiteX3" y="connsiteY3"/>
              </a:cxn>
            </a:cxnLst>
            <a:rect l="l" t="t" r="r" b="b"/>
            <a:pathLst>
              <a:path w="1034004" h="2412552">
                <a:moveTo>
                  <a:pt x="0" y="2412552"/>
                </a:moveTo>
                <a:lnTo>
                  <a:pt x="1034004" y="0"/>
                </a:lnTo>
                <a:lnTo>
                  <a:pt x="1034004" y="2412552"/>
                </a:lnTo>
                <a:lnTo>
                  <a:pt x="0" y="2412552"/>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FR"/>
          </a:p>
        </p:txBody>
      </p:sp>
    </p:spTree>
    <p:extLst>
      <p:ext uri="{BB962C8B-B14F-4D97-AF65-F5344CB8AC3E}">
        <p14:creationId xmlns:p14="http://schemas.microsoft.com/office/powerpoint/2010/main" val="166971208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ext white with a photo">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096000" y="1128410"/>
            <a:ext cx="549937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4" name="Titre 13">
            <a:extLst>
              <a:ext uri="{FF2B5EF4-FFF2-40B4-BE49-F238E27FC236}">
                <a16:creationId xmlns:a16="http://schemas.microsoft.com/office/drawing/2014/main" id="{8038BA85-2084-4869-B223-D5D52B6CE45D}"/>
              </a:ext>
            </a:extLst>
          </p:cNvPr>
          <p:cNvSpPr>
            <a:spLocks noGrp="1"/>
          </p:cNvSpPr>
          <p:nvPr>
            <p:ph type="title" hasCustomPrompt="1"/>
          </p:nvPr>
        </p:nvSpPr>
        <p:spPr>
          <a:xfrm>
            <a:off x="643890" y="1128410"/>
            <a:ext cx="5452110" cy="5039202"/>
          </a:xfrm>
          <a:custGeom>
            <a:avLst/>
            <a:gdLst>
              <a:gd name="connsiteX0" fmla="*/ 0 w 5452110"/>
              <a:gd name="connsiteY0" fmla="*/ 0 h 5039202"/>
              <a:gd name="connsiteX1" fmla="*/ 5452110 w 5452110"/>
              <a:gd name="connsiteY1" fmla="*/ 0 h 5039202"/>
              <a:gd name="connsiteX2" fmla="*/ 5452110 w 5452110"/>
              <a:gd name="connsiteY2" fmla="*/ 5039202 h 5039202"/>
              <a:gd name="connsiteX3" fmla="*/ 0 w 545211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452110" h="5039202">
                <a:moveTo>
                  <a:pt x="0" y="0"/>
                </a:moveTo>
                <a:lnTo>
                  <a:pt x="5452110" y="0"/>
                </a:lnTo>
                <a:lnTo>
                  <a:pt x="5452110" y="5039202"/>
                </a:lnTo>
                <a:lnTo>
                  <a:pt x="0" y="5039202"/>
                </a:lnTo>
                <a:close/>
              </a:path>
            </a:pathLst>
          </a:custGeom>
          <a:solidFill>
            <a:schemeClr val="tx2"/>
          </a:solidFill>
        </p:spPr>
        <p:txBody>
          <a:bodyPr wrap="square" lIns="360000" tIns="540000" rIns="360000" bIns="360000">
            <a:noAutofit/>
          </a:bodyPr>
          <a:lstStyle>
            <a:lvl1pPr>
              <a:defRPr>
                <a:solidFill>
                  <a:schemeClr val="bg1"/>
                </a:solidFill>
              </a:defRPr>
            </a:lvl1pPr>
          </a:lstStyle>
          <a:p>
            <a:r>
              <a:rPr lang="en-US" noProof="0"/>
              <a:t>Click to edit Master title style</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912536" y="2927612"/>
            <a:ext cx="4932000" cy="2880000"/>
          </a:xfrm>
        </p:spPr>
        <p:txBody>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4DFCB1D7-DA62-A3FE-87CB-3CA04AA3E6F3}"/>
              </a:ext>
            </a:extLst>
          </p:cNvPr>
          <p:cNvSpPr>
            <a:spLocks noGrp="1"/>
          </p:cNvSpPr>
          <p:nvPr>
            <p:ph type="body" idx="19"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434347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hoto with highlighting text">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7" name="Espace réservé du pied de page 6">
            <a:extLst>
              <a:ext uri="{FF2B5EF4-FFF2-40B4-BE49-F238E27FC236}">
                <a16:creationId xmlns:a16="http://schemas.microsoft.com/office/drawing/2014/main" id="{509EADAA-0C96-4D73-B394-C1A53CEA1029}"/>
              </a:ext>
            </a:extLst>
          </p:cNvPr>
          <p:cNvSpPr>
            <a:spLocks noGrp="1"/>
          </p:cNvSpPr>
          <p:nvPr>
            <p:ph type="ftr" sz="quarter" idx="16"/>
          </p:nvPr>
        </p:nvSpPr>
        <p:spPr>
          <a:xfrm rot="16200000">
            <a:off x="-997200" y="3898800"/>
            <a:ext cx="2520000" cy="133200"/>
          </a:xfrm>
          <a:prstGeom prst="rect">
            <a:avLst/>
          </a:prstGeom>
        </p:spPr>
        <p:txBody>
          <a:bodyPr/>
          <a:lstStyle/>
          <a:p>
            <a:r>
              <a:rPr lang="en-US" b="0" noProof="0"/>
              <a:t>Talent Acquisition Global</a:t>
            </a:r>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2" name="Espace réservé pour une image  33">
            <a:extLst>
              <a:ext uri="{FF2B5EF4-FFF2-40B4-BE49-F238E27FC236}">
                <a16:creationId xmlns:a16="http://schemas.microsoft.com/office/drawing/2014/main" id="{895E04EA-65C6-4AA2-8F1E-9A4E11C6614A}"/>
              </a:ext>
            </a:extLst>
          </p:cNvPr>
          <p:cNvSpPr>
            <a:spLocks noGrp="1"/>
          </p:cNvSpPr>
          <p:nvPr>
            <p:ph type="pic" idx="14" hasCustomPrompt="1"/>
          </p:nvPr>
        </p:nvSpPr>
        <p:spPr>
          <a:xfrm>
            <a:off x="643890" y="1128410"/>
            <a:ext cx="5454000" cy="5039202"/>
          </a:xfrm>
          <a:prstGeom prst="rect">
            <a:avLst/>
          </a:prstGeom>
          <a:noFill/>
          <a:ln w="3175">
            <a:noFill/>
          </a:ln>
        </p:spPr>
        <p:txBody>
          <a:bodyPr wrap="square" anchor="ctr">
            <a:noAutofit/>
          </a:bodyPr>
          <a:lstStyle>
            <a:lvl1pPr marL="0" indent="0" algn="ctr">
              <a:buNone/>
              <a:defRPr sz="1200" b="0" cap="none" baseline="0">
                <a:solidFill>
                  <a:schemeClr val="tx2"/>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15" name="Titre 14">
            <a:extLst>
              <a:ext uri="{FF2B5EF4-FFF2-40B4-BE49-F238E27FC236}">
                <a16:creationId xmlns:a16="http://schemas.microsoft.com/office/drawing/2014/main" id="{135F8181-64D0-4B6F-93D7-8C10D48D5CD1}"/>
              </a:ext>
            </a:extLst>
          </p:cNvPr>
          <p:cNvSpPr>
            <a:spLocks noGrp="1"/>
          </p:cNvSpPr>
          <p:nvPr>
            <p:ph type="title" hasCustomPrompt="1"/>
          </p:nvPr>
        </p:nvSpPr>
        <p:spPr>
          <a:xfrm>
            <a:off x="6094800" y="1128410"/>
            <a:ext cx="5500800" cy="5039202"/>
          </a:xfrm>
          <a:custGeom>
            <a:avLst/>
            <a:gdLst>
              <a:gd name="connsiteX0" fmla="*/ 0 w 5500800"/>
              <a:gd name="connsiteY0" fmla="*/ 0 h 5039202"/>
              <a:gd name="connsiteX1" fmla="*/ 5500800 w 5500800"/>
              <a:gd name="connsiteY1" fmla="*/ 0 h 5039202"/>
              <a:gd name="connsiteX2" fmla="*/ 5500800 w 5500800"/>
              <a:gd name="connsiteY2" fmla="*/ 5039202 h 5039202"/>
              <a:gd name="connsiteX3" fmla="*/ 0 w 550080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500800" h="5039202">
                <a:moveTo>
                  <a:pt x="0" y="0"/>
                </a:moveTo>
                <a:lnTo>
                  <a:pt x="5500800" y="0"/>
                </a:lnTo>
                <a:lnTo>
                  <a:pt x="5500800" y="5039202"/>
                </a:lnTo>
                <a:lnTo>
                  <a:pt x="0" y="5039202"/>
                </a:lnTo>
                <a:close/>
              </a:path>
            </a:pathLst>
          </a:custGeom>
          <a:solidFill>
            <a:schemeClr val="tx2"/>
          </a:solidFill>
        </p:spPr>
        <p:txBody>
          <a:bodyPr wrap="square" lIns="648000" tIns="360000" rIns="360000" bIns="360000" anchor="ctr">
            <a:noAutofit/>
          </a:bodyPr>
          <a:lstStyle>
            <a:lvl1pPr>
              <a:defRPr sz="2400">
                <a:solidFill>
                  <a:schemeClr val="bg1"/>
                </a:solidFill>
              </a:defRPr>
            </a:lvl1pPr>
          </a:lstStyle>
          <a:p>
            <a:r>
              <a:rPr lang="en-US" noProof="0"/>
              <a:t>Click to edit Master title style</a:t>
            </a:r>
          </a:p>
        </p:txBody>
      </p:sp>
      <p:sp>
        <p:nvSpPr>
          <p:cNvPr id="2" name="Espace réservé du texte 16">
            <a:extLst>
              <a:ext uri="{FF2B5EF4-FFF2-40B4-BE49-F238E27FC236}">
                <a16:creationId xmlns:a16="http://schemas.microsoft.com/office/drawing/2014/main" id="{0B1F49C4-DCB1-96F8-2BE8-EDBF7591D129}"/>
              </a:ext>
            </a:extLst>
          </p:cNvPr>
          <p:cNvSpPr>
            <a:spLocks noGrp="1"/>
          </p:cNvSpPr>
          <p:nvPr>
            <p:ph type="body" idx="19"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2857214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ext in 2 frames with 2 photos">
    <p:spTree>
      <p:nvGrpSpPr>
        <p:cNvPr id="1" name=""/>
        <p:cNvGrpSpPr/>
        <p:nvPr/>
      </p:nvGrpSpPr>
      <p:grpSpPr>
        <a:xfrm>
          <a:off x="0" y="0"/>
          <a:ext cx="0" cy="0"/>
          <a:chOff x="0" y="0"/>
          <a:chExt cx="0" cy="0"/>
        </a:xfrm>
      </p:grpSpPr>
      <p:sp>
        <p:nvSpPr>
          <p:cNvPr id="20" name="Espace réservé du texte 19">
            <a:extLst>
              <a:ext uri="{FF2B5EF4-FFF2-40B4-BE49-F238E27FC236}">
                <a16:creationId xmlns:a16="http://schemas.microsoft.com/office/drawing/2014/main" id="{230AACEC-8150-4E58-B999-2C8E63E1A3E0}"/>
              </a:ext>
            </a:extLst>
          </p:cNvPr>
          <p:cNvSpPr>
            <a:spLocks noGrp="1"/>
          </p:cNvSpPr>
          <p:nvPr>
            <p:ph type="body" sz="quarter" idx="13" hasCustomPrompt="1"/>
          </p:nvPr>
        </p:nvSpPr>
        <p:spPr>
          <a:xfrm>
            <a:off x="643890"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10" name="Espace réservé pour une image  33">
            <a:extLst>
              <a:ext uri="{FF2B5EF4-FFF2-40B4-BE49-F238E27FC236}">
                <a16:creationId xmlns:a16="http://schemas.microsoft.com/office/drawing/2014/main" id="{EB38C0A6-0F71-4D15-A062-D159A2D723C4}"/>
              </a:ext>
            </a:extLst>
          </p:cNvPr>
          <p:cNvSpPr>
            <a:spLocks noGrp="1"/>
          </p:cNvSpPr>
          <p:nvPr>
            <p:ph type="pic" idx="14" hasCustomPrompt="1"/>
          </p:nvPr>
        </p:nvSpPr>
        <p:spPr>
          <a:xfrm>
            <a:off x="796868"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1" name="Espace réservé du texte 20">
            <a:extLst>
              <a:ext uri="{FF2B5EF4-FFF2-40B4-BE49-F238E27FC236}">
                <a16:creationId xmlns:a16="http://schemas.microsoft.com/office/drawing/2014/main" id="{BF34C298-6747-4F09-827E-E3C9685ACC9F}"/>
              </a:ext>
            </a:extLst>
          </p:cNvPr>
          <p:cNvSpPr>
            <a:spLocks noGrp="1"/>
          </p:cNvSpPr>
          <p:nvPr>
            <p:ph type="body" sz="quarter" idx="18" hasCustomPrompt="1"/>
          </p:nvPr>
        </p:nvSpPr>
        <p:spPr>
          <a:xfrm>
            <a:off x="6256022" y="1128409"/>
            <a:ext cx="5292090" cy="5039202"/>
          </a:xfrm>
          <a:custGeom>
            <a:avLst/>
            <a:gdLst>
              <a:gd name="connsiteX0" fmla="*/ 0 w 5292090"/>
              <a:gd name="connsiteY0" fmla="*/ 0 h 5039202"/>
              <a:gd name="connsiteX1" fmla="*/ 5292090 w 5292090"/>
              <a:gd name="connsiteY1" fmla="*/ 0 h 5039202"/>
              <a:gd name="connsiteX2" fmla="*/ 5292090 w 5292090"/>
              <a:gd name="connsiteY2" fmla="*/ 5039202 h 5039202"/>
              <a:gd name="connsiteX3" fmla="*/ 0 w 5292090"/>
              <a:gd name="connsiteY3" fmla="*/ 5039202 h 5039202"/>
            </a:gdLst>
            <a:ahLst/>
            <a:cxnLst>
              <a:cxn ang="0">
                <a:pos x="connsiteX0" y="connsiteY0"/>
              </a:cxn>
              <a:cxn ang="0">
                <a:pos x="connsiteX1" y="connsiteY1"/>
              </a:cxn>
              <a:cxn ang="0">
                <a:pos x="connsiteX2" y="connsiteY2"/>
              </a:cxn>
              <a:cxn ang="0">
                <a:pos x="connsiteX3" y="connsiteY3"/>
              </a:cxn>
            </a:cxnLst>
            <a:rect l="l" t="t" r="r" b="b"/>
            <a:pathLst>
              <a:path w="5292090" h="5039202">
                <a:moveTo>
                  <a:pt x="0" y="0"/>
                </a:moveTo>
                <a:lnTo>
                  <a:pt x="5292090" y="0"/>
                </a:lnTo>
                <a:lnTo>
                  <a:pt x="5292090" y="5039202"/>
                </a:lnTo>
                <a:lnTo>
                  <a:pt x="0" y="5039202"/>
                </a:lnTo>
                <a:close/>
              </a:path>
            </a:pathLst>
          </a:custGeom>
          <a:solidFill>
            <a:schemeClr val="tx2"/>
          </a:solidFill>
        </p:spPr>
        <p:txBody>
          <a:bodyPr wrap="square" lIns="360000" tIns="216000" rIns="360000" bIns="360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Espace réservé pour une image  33">
            <a:extLst>
              <a:ext uri="{FF2B5EF4-FFF2-40B4-BE49-F238E27FC236}">
                <a16:creationId xmlns:a16="http://schemas.microsoft.com/office/drawing/2014/main" id="{F597D9F1-2155-4D83-9236-EC04A593F8AA}"/>
              </a:ext>
            </a:extLst>
          </p:cNvPr>
          <p:cNvSpPr>
            <a:spLocks noGrp="1"/>
          </p:cNvSpPr>
          <p:nvPr>
            <p:ph type="pic" idx="19" hasCustomPrompt="1"/>
          </p:nvPr>
        </p:nvSpPr>
        <p:spPr>
          <a:xfrm>
            <a:off x="6409000" y="2838450"/>
            <a:ext cx="4986135" cy="3160273"/>
          </a:xfrm>
          <a:prstGeom prst="rect">
            <a:avLst/>
          </a:prstGeom>
          <a:noFill/>
          <a:ln w="3175">
            <a:noFill/>
          </a:ln>
        </p:spPr>
        <p:txBody>
          <a:bodyPr wrap="square" anchor="ctr">
            <a:noAutofit/>
          </a:bodyPr>
          <a:lstStyle>
            <a:lvl1pPr marL="0" indent="0" algn="ctr">
              <a:buNone/>
              <a:defRPr sz="1200" b="0" cap="none" baseline="0">
                <a:solidFill>
                  <a:schemeClr val="bg1"/>
                </a:solidFill>
              </a:defRPr>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noProof="0"/>
              <a:t>Photo</a:t>
            </a:r>
          </a:p>
        </p:txBody>
      </p:sp>
      <p:sp>
        <p:nvSpPr>
          <p:cNvPr id="2" name="Espace réservé du texte 16">
            <a:extLst>
              <a:ext uri="{FF2B5EF4-FFF2-40B4-BE49-F238E27FC236}">
                <a16:creationId xmlns:a16="http://schemas.microsoft.com/office/drawing/2014/main" id="{20F472E6-E78E-1155-4F89-819AD2E61E7E}"/>
              </a:ext>
            </a:extLst>
          </p:cNvPr>
          <p:cNvSpPr>
            <a:spLocks noGrp="1"/>
          </p:cNvSpPr>
          <p:nvPr>
            <p:ph type="body" idx="20"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
        <p:nvSpPr>
          <p:cNvPr id="3" name="Espace réservé du numéro de diapositive 7">
            <a:extLst>
              <a:ext uri="{FF2B5EF4-FFF2-40B4-BE49-F238E27FC236}">
                <a16:creationId xmlns:a16="http://schemas.microsoft.com/office/drawing/2014/main" id="{3D75D980-E4C1-70A5-D305-99DEF2F7D675}"/>
              </a:ext>
            </a:extLst>
          </p:cNvPr>
          <p:cNvSpPr>
            <a:spLocks noGrp="1"/>
          </p:cNvSpPr>
          <p:nvPr>
            <p:ph type="sldNum" sz="quarter" idx="17"/>
          </p:nvPr>
        </p:nvSpPr>
        <p:spPr>
          <a:xfrm>
            <a:off x="11328548" y="6397368"/>
            <a:ext cx="541454" cy="184666"/>
          </a:xfrm>
        </p:spPr>
        <p:txBody>
          <a:bodyPr/>
          <a:lstStyle/>
          <a:p>
            <a:fld id="{975A587B-5814-4D9B-9598-FE9CB954CB01}" type="slidenum">
              <a:rPr lang="en-US" noProof="0" smtClean="0"/>
              <a:pPr/>
              <a:t>‹#›</a:t>
            </a:fld>
            <a:endParaRPr lang="en-US" b="0" noProof="0"/>
          </a:p>
        </p:txBody>
      </p:sp>
    </p:spTree>
    <p:extLst>
      <p:ext uri="{BB962C8B-B14F-4D97-AF65-F5344CB8AC3E}">
        <p14:creationId xmlns:p14="http://schemas.microsoft.com/office/powerpoint/2010/main" val="3139935267"/>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ext with 2 graphs">
    <p:spTree>
      <p:nvGrpSpPr>
        <p:cNvPr id="1" name=""/>
        <p:cNvGrpSpPr/>
        <p:nvPr/>
      </p:nvGrpSpPr>
      <p:grpSpPr>
        <a:xfrm>
          <a:off x="0" y="0"/>
          <a:ext cx="0" cy="0"/>
          <a:chOff x="0" y="0"/>
          <a:chExt cx="0" cy="0"/>
        </a:xfrm>
      </p:grpSpPr>
      <p:sp>
        <p:nvSpPr>
          <p:cNvPr id="23" name="Espace réservé du texte 22">
            <a:extLst>
              <a:ext uri="{FF2B5EF4-FFF2-40B4-BE49-F238E27FC236}">
                <a16:creationId xmlns:a16="http://schemas.microsoft.com/office/drawing/2014/main" id="{E81FFD1A-90DF-48A1-9716-E41ABD43762E}"/>
              </a:ext>
            </a:extLst>
          </p:cNvPr>
          <p:cNvSpPr>
            <a:spLocks noGrp="1"/>
          </p:cNvSpPr>
          <p:nvPr>
            <p:ph type="body" sz="quarter" idx="18" hasCustomPrompt="1"/>
          </p:nvPr>
        </p:nvSpPr>
        <p:spPr>
          <a:xfrm>
            <a:off x="6126319" y="1128407"/>
            <a:ext cx="5462565" cy="5256000"/>
          </a:xfrm>
          <a:custGeom>
            <a:avLst/>
            <a:gdLst>
              <a:gd name="connsiteX0" fmla="*/ 0 w 5462565"/>
              <a:gd name="connsiteY0" fmla="*/ 0 h 5256000"/>
              <a:gd name="connsiteX1" fmla="*/ 5462565 w 5462565"/>
              <a:gd name="connsiteY1" fmla="*/ 0 h 5256000"/>
              <a:gd name="connsiteX2" fmla="*/ 5462565 w 5462565"/>
              <a:gd name="connsiteY2" fmla="*/ 5256000 h 5256000"/>
              <a:gd name="connsiteX3" fmla="*/ 0 w 5462565"/>
              <a:gd name="connsiteY3" fmla="*/ 5256000 h 5256000"/>
            </a:gdLst>
            <a:ahLst/>
            <a:cxnLst>
              <a:cxn ang="0">
                <a:pos x="connsiteX0" y="connsiteY0"/>
              </a:cxn>
              <a:cxn ang="0">
                <a:pos x="connsiteX1" y="connsiteY1"/>
              </a:cxn>
              <a:cxn ang="0">
                <a:pos x="connsiteX2" y="connsiteY2"/>
              </a:cxn>
              <a:cxn ang="0">
                <a:pos x="connsiteX3" y="connsiteY3"/>
              </a:cxn>
            </a:cxnLst>
            <a:rect l="l" t="t" r="r" b="b"/>
            <a:pathLst>
              <a:path w="5462565" h="5256000">
                <a:moveTo>
                  <a:pt x="0" y="0"/>
                </a:moveTo>
                <a:lnTo>
                  <a:pt x="5462565" y="0"/>
                </a:lnTo>
                <a:lnTo>
                  <a:pt x="5462565" y="5256000"/>
                </a:lnTo>
                <a:lnTo>
                  <a:pt x="0" y="5256000"/>
                </a:lnTo>
                <a:close/>
              </a:path>
            </a:pathLst>
          </a:custGeom>
          <a:solidFill>
            <a:schemeClr val="tx1">
              <a:lumMod val="10000"/>
              <a:lumOff val="90000"/>
            </a:schemeClr>
          </a:solidFill>
        </p:spPr>
        <p:txBody>
          <a:bodyPr wrap="square" lIns="216000" tIns="216000" rIns="216000" bIns="216000">
            <a:noAutofit/>
          </a:bodyPr>
          <a:lstStyle>
            <a:lvl1pPr>
              <a:defRPr sz="1900"/>
            </a:lvl1pPr>
            <a:lvl2pPr>
              <a:defRPr sz="17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5076000" cy="3636000"/>
          </a:xfrm>
          <a:noFill/>
        </p:spPr>
        <p:txBody>
          <a:bodyPr anchor="ctr"/>
          <a:lstStyle>
            <a:lvl1pPr algn="ctr">
              <a:defRPr sz="1200" b="0"/>
            </a:lvl1pPr>
          </a:lstStyle>
          <a:p>
            <a:r>
              <a:rPr lang="en-US" noProof="0"/>
              <a:t>Graph</a:t>
            </a:r>
          </a:p>
        </p:txBody>
      </p:sp>
      <p:sp>
        <p:nvSpPr>
          <p:cNvPr id="21" name="Espace réservé du graphique 2">
            <a:extLst>
              <a:ext uri="{FF2B5EF4-FFF2-40B4-BE49-F238E27FC236}">
                <a16:creationId xmlns:a16="http://schemas.microsoft.com/office/drawing/2014/main" id="{EBA46C1A-FD0D-44CC-9BA2-F8724E59CBE7}"/>
              </a:ext>
            </a:extLst>
          </p:cNvPr>
          <p:cNvSpPr>
            <a:spLocks noGrp="1"/>
          </p:cNvSpPr>
          <p:nvPr>
            <p:ph type="chart" sz="quarter" idx="21" hasCustomPrompt="1"/>
          </p:nvPr>
        </p:nvSpPr>
        <p:spPr>
          <a:xfrm>
            <a:off x="6321428" y="2556822"/>
            <a:ext cx="5076000" cy="3636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04733"/>
            <a:ext cx="5076000" cy="1707159"/>
          </a:xfrm>
        </p:spPr>
        <p:txBody>
          <a:bodyPr/>
          <a:lstStyle>
            <a:lvl1pPr>
              <a:defRPr sz="1900"/>
            </a:lvl1pPr>
            <a:lvl2pPr>
              <a:defRPr sz="17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 name="Espace réservé du texte 16">
            <a:extLst>
              <a:ext uri="{FF2B5EF4-FFF2-40B4-BE49-F238E27FC236}">
                <a16:creationId xmlns:a16="http://schemas.microsoft.com/office/drawing/2014/main" id="{47F0136F-2D64-433D-A5B2-DB1BA419C0CC}"/>
              </a:ext>
            </a:extLst>
          </p:cNvPr>
          <p:cNvSpPr>
            <a:spLocks noGrp="1"/>
          </p:cNvSpPr>
          <p:nvPr>
            <p:ph type="body" idx="22"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578259526"/>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ext with a graph">
    <p:spTree>
      <p:nvGrpSpPr>
        <p:cNvPr id="1" name=""/>
        <p:cNvGrpSpPr/>
        <p:nvPr/>
      </p:nvGrpSpPr>
      <p:grpSpPr>
        <a:xfrm>
          <a:off x="0" y="0"/>
          <a:ext cx="0" cy="0"/>
          <a:chOff x="0" y="0"/>
          <a:chExt cx="0" cy="0"/>
        </a:xfrm>
      </p:grpSpPr>
      <p:sp>
        <p:nvSpPr>
          <p:cNvPr id="3" name="Google Shape;97;p18">
            <a:extLst>
              <a:ext uri="{FF2B5EF4-FFF2-40B4-BE49-F238E27FC236}">
                <a16:creationId xmlns:a16="http://schemas.microsoft.com/office/drawing/2014/main" id="{2DFB32D6-DA7A-B5AB-6F9C-0D80D5E3B3DF}"/>
              </a:ext>
            </a:extLst>
          </p:cNvPr>
          <p:cNvSpPr/>
          <p:nvPr userDrawn="1"/>
        </p:nvSpPr>
        <p:spPr>
          <a:xfrm>
            <a:off x="9138483" y="0"/>
            <a:ext cx="3067543" cy="6869574"/>
          </a:xfrm>
          <a:custGeom>
            <a:avLst/>
            <a:gdLst>
              <a:gd name="connsiteX0" fmla="*/ 0 w 7111431"/>
              <a:gd name="connsiteY0" fmla="*/ 6858000 h 6858000"/>
              <a:gd name="connsiteX1" fmla="*/ 3060040 w 7111431"/>
              <a:gd name="connsiteY1" fmla="*/ 0 h 6858000"/>
              <a:gd name="connsiteX2" fmla="*/ 7111431 w 7111431"/>
              <a:gd name="connsiteY2" fmla="*/ 0 h 6858000"/>
              <a:gd name="connsiteX3" fmla="*/ 4051391 w 7111431"/>
              <a:gd name="connsiteY3" fmla="*/ 6858000 h 6858000"/>
              <a:gd name="connsiteX4" fmla="*/ 0 w 7111431"/>
              <a:gd name="connsiteY4" fmla="*/ 6858000 h 6858000"/>
              <a:gd name="connsiteX0" fmla="*/ 0 w 4051391"/>
              <a:gd name="connsiteY0" fmla="*/ 6858000 h 6858000"/>
              <a:gd name="connsiteX1" fmla="*/ 3060040 w 4051391"/>
              <a:gd name="connsiteY1" fmla="*/ 0 h 6858000"/>
              <a:gd name="connsiteX2" fmla="*/ 4051391 w 4051391"/>
              <a:gd name="connsiteY2" fmla="*/ 6858000 h 6858000"/>
              <a:gd name="connsiteX3" fmla="*/ 0 w 4051391"/>
              <a:gd name="connsiteY3" fmla="*/ 6858000 h 6858000"/>
              <a:gd name="connsiteX0" fmla="*/ 0 w 3067543"/>
              <a:gd name="connsiteY0" fmla="*/ 6858000 h 6869574"/>
              <a:gd name="connsiteX1" fmla="*/ 3060040 w 3067543"/>
              <a:gd name="connsiteY1" fmla="*/ 0 h 6869574"/>
              <a:gd name="connsiteX2" fmla="*/ 3067543 w 3067543"/>
              <a:gd name="connsiteY2" fmla="*/ 6869574 h 6869574"/>
              <a:gd name="connsiteX3" fmla="*/ 0 w 3067543"/>
              <a:gd name="connsiteY3" fmla="*/ 6858000 h 6869574"/>
            </a:gdLst>
            <a:ahLst/>
            <a:cxnLst>
              <a:cxn ang="0">
                <a:pos x="connsiteX0" y="connsiteY0"/>
              </a:cxn>
              <a:cxn ang="0">
                <a:pos x="connsiteX1" y="connsiteY1"/>
              </a:cxn>
              <a:cxn ang="0">
                <a:pos x="connsiteX2" y="connsiteY2"/>
              </a:cxn>
              <a:cxn ang="0">
                <a:pos x="connsiteX3" y="connsiteY3"/>
              </a:cxn>
            </a:cxnLst>
            <a:rect l="l" t="t" r="r" b="b"/>
            <a:pathLst>
              <a:path w="3067543" h="6869574">
                <a:moveTo>
                  <a:pt x="0" y="6858000"/>
                </a:moveTo>
                <a:lnTo>
                  <a:pt x="3060040" y="0"/>
                </a:lnTo>
                <a:lnTo>
                  <a:pt x="3067543" y="6869574"/>
                </a:lnTo>
                <a:lnTo>
                  <a:pt x="0" y="6858000"/>
                </a:lnTo>
                <a:close/>
              </a:path>
            </a:pathLst>
          </a:custGeom>
          <a:solidFill>
            <a:schemeClr val="tx2">
              <a:lumMod val="20000"/>
              <a:lumOff val="80000"/>
              <a:alpha val="50000"/>
            </a:schemeClr>
          </a:solidFill>
          <a:ln>
            <a:noFill/>
          </a:ln>
        </p:spPr>
        <p:txBody>
          <a:bodyPr spcFirstLastPara="1" wrap="square" lIns="121900" tIns="121900" rIns="121900" bIns="121900" anchor="ctr" anchorCtr="0">
            <a:noAutofit/>
          </a:bodyPr>
          <a:lstStyle/>
          <a:p>
            <a:pPr algn="ctr"/>
            <a:endParaRPr sz="2489"/>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11052484" cy="3744000"/>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B419FC59-E72A-9E22-FA92-D938437A06E6}"/>
              </a:ext>
            </a:extLst>
          </p:cNvPr>
          <p:cNvSpPr>
            <a:spLocks noGrp="1"/>
          </p:cNvSpPr>
          <p:nvPr>
            <p:ph type="body" idx="2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180778060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ext with a graph and a frame ">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0" y="2556822"/>
            <a:ext cx="7019999" cy="3600138"/>
          </a:xfrm>
          <a:noFill/>
        </p:spPr>
        <p:txBody>
          <a:bodyPr anchor="ctr"/>
          <a:lstStyle>
            <a:lvl1pPr algn="ctr">
              <a:defRPr sz="1200" b="0"/>
            </a:lvl1pPr>
          </a:lstStyle>
          <a:p>
            <a:r>
              <a:rPr lang="en-US" noProof="0"/>
              <a:t>Graph</a:t>
            </a:r>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399" y="1337159"/>
            <a:ext cx="7020000"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3" name="Espace réservé du texte 12">
            <a:extLst>
              <a:ext uri="{FF2B5EF4-FFF2-40B4-BE49-F238E27FC236}">
                <a16:creationId xmlns:a16="http://schemas.microsoft.com/office/drawing/2014/main" id="{718BF0D1-2051-4CDC-8776-6ACE284695A6}"/>
              </a:ext>
            </a:extLst>
          </p:cNvPr>
          <p:cNvSpPr>
            <a:spLocks noGrp="1"/>
          </p:cNvSpPr>
          <p:nvPr>
            <p:ph type="body" sz="quarter" idx="18"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BE6F09B7-3337-9809-7A66-378FD8DD802E}"/>
              </a:ext>
            </a:extLst>
          </p:cNvPr>
          <p:cNvSpPr>
            <a:spLocks noGrp="1"/>
          </p:cNvSpPr>
          <p:nvPr>
            <p:ph type="body" idx="2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3442684688"/>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Graph with 2 texts in 2 frames">
    <p:spTree>
      <p:nvGrpSpPr>
        <p:cNvPr id="1" name=""/>
        <p:cNvGrpSpPr/>
        <p:nvPr/>
      </p:nvGrpSpPr>
      <p:grpSpPr>
        <a:xfrm>
          <a:off x="0" y="0"/>
          <a:ext cx="0" cy="0"/>
          <a:chOff x="0" y="0"/>
          <a:chExt cx="0" cy="0"/>
        </a:xfrm>
      </p:grpSpPr>
      <p:sp>
        <p:nvSpPr>
          <p:cNvPr id="6" name="Google Shape;97;p18">
            <a:extLst>
              <a:ext uri="{FF2B5EF4-FFF2-40B4-BE49-F238E27FC236}">
                <a16:creationId xmlns:a16="http://schemas.microsoft.com/office/drawing/2014/main" id="{7A71E5F9-2365-0D29-820A-7C151A43798F}"/>
              </a:ext>
            </a:extLst>
          </p:cNvPr>
          <p:cNvSpPr/>
          <p:nvPr userDrawn="1"/>
        </p:nvSpPr>
        <p:spPr>
          <a:xfrm>
            <a:off x="9138483" y="0"/>
            <a:ext cx="3067543" cy="6869574"/>
          </a:xfrm>
          <a:custGeom>
            <a:avLst/>
            <a:gdLst>
              <a:gd name="connsiteX0" fmla="*/ 0 w 7111431"/>
              <a:gd name="connsiteY0" fmla="*/ 6858000 h 6858000"/>
              <a:gd name="connsiteX1" fmla="*/ 3060040 w 7111431"/>
              <a:gd name="connsiteY1" fmla="*/ 0 h 6858000"/>
              <a:gd name="connsiteX2" fmla="*/ 7111431 w 7111431"/>
              <a:gd name="connsiteY2" fmla="*/ 0 h 6858000"/>
              <a:gd name="connsiteX3" fmla="*/ 4051391 w 7111431"/>
              <a:gd name="connsiteY3" fmla="*/ 6858000 h 6858000"/>
              <a:gd name="connsiteX4" fmla="*/ 0 w 7111431"/>
              <a:gd name="connsiteY4" fmla="*/ 6858000 h 6858000"/>
              <a:gd name="connsiteX0" fmla="*/ 0 w 4051391"/>
              <a:gd name="connsiteY0" fmla="*/ 6858000 h 6858000"/>
              <a:gd name="connsiteX1" fmla="*/ 3060040 w 4051391"/>
              <a:gd name="connsiteY1" fmla="*/ 0 h 6858000"/>
              <a:gd name="connsiteX2" fmla="*/ 4051391 w 4051391"/>
              <a:gd name="connsiteY2" fmla="*/ 6858000 h 6858000"/>
              <a:gd name="connsiteX3" fmla="*/ 0 w 4051391"/>
              <a:gd name="connsiteY3" fmla="*/ 6858000 h 6858000"/>
              <a:gd name="connsiteX0" fmla="*/ 0 w 3067543"/>
              <a:gd name="connsiteY0" fmla="*/ 6858000 h 6869574"/>
              <a:gd name="connsiteX1" fmla="*/ 3060040 w 3067543"/>
              <a:gd name="connsiteY1" fmla="*/ 0 h 6869574"/>
              <a:gd name="connsiteX2" fmla="*/ 3067543 w 3067543"/>
              <a:gd name="connsiteY2" fmla="*/ 6869574 h 6869574"/>
              <a:gd name="connsiteX3" fmla="*/ 0 w 3067543"/>
              <a:gd name="connsiteY3" fmla="*/ 6858000 h 6869574"/>
            </a:gdLst>
            <a:ahLst/>
            <a:cxnLst>
              <a:cxn ang="0">
                <a:pos x="connsiteX0" y="connsiteY0"/>
              </a:cxn>
              <a:cxn ang="0">
                <a:pos x="connsiteX1" y="connsiteY1"/>
              </a:cxn>
              <a:cxn ang="0">
                <a:pos x="connsiteX2" y="connsiteY2"/>
              </a:cxn>
              <a:cxn ang="0">
                <a:pos x="connsiteX3" y="connsiteY3"/>
              </a:cxn>
            </a:cxnLst>
            <a:rect l="l" t="t" r="r" b="b"/>
            <a:pathLst>
              <a:path w="3067543" h="6869574">
                <a:moveTo>
                  <a:pt x="0" y="6858000"/>
                </a:moveTo>
                <a:lnTo>
                  <a:pt x="3060040" y="0"/>
                </a:lnTo>
                <a:lnTo>
                  <a:pt x="3067543" y="6869574"/>
                </a:lnTo>
                <a:lnTo>
                  <a:pt x="0" y="6858000"/>
                </a:lnTo>
                <a:close/>
              </a:path>
            </a:pathLst>
          </a:custGeom>
          <a:solidFill>
            <a:schemeClr val="tx2">
              <a:lumMod val="20000"/>
              <a:lumOff val="80000"/>
              <a:alpha val="50000"/>
            </a:schemeClr>
          </a:solidFill>
          <a:ln>
            <a:noFill/>
          </a:ln>
        </p:spPr>
        <p:txBody>
          <a:bodyPr spcFirstLastPara="1" wrap="square" lIns="121900" tIns="121900" rIns="121900" bIns="121900" anchor="ctr" anchorCtr="0">
            <a:noAutofit/>
          </a:bodyPr>
          <a:lstStyle/>
          <a:p>
            <a:pPr algn="ctr"/>
            <a:endParaRPr sz="2489"/>
          </a:p>
        </p:txBody>
      </p:sp>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20" name="Espace réservé du graphique 2">
            <a:extLst>
              <a:ext uri="{FF2B5EF4-FFF2-40B4-BE49-F238E27FC236}">
                <a16:creationId xmlns:a16="http://schemas.microsoft.com/office/drawing/2014/main" id="{AAABAA74-A49C-4F16-BABB-0A1D93DDA82F}"/>
              </a:ext>
            </a:extLst>
          </p:cNvPr>
          <p:cNvSpPr>
            <a:spLocks noGrp="1"/>
          </p:cNvSpPr>
          <p:nvPr>
            <p:ph type="chart" sz="quarter" idx="20" hasCustomPrompt="1"/>
          </p:nvPr>
        </p:nvSpPr>
        <p:spPr>
          <a:xfrm>
            <a:off x="536401" y="1337159"/>
            <a:ext cx="5400000" cy="4819801"/>
          </a:xfrm>
          <a:noFill/>
        </p:spPr>
        <p:txBody>
          <a:bodyPr anchor="ctr"/>
          <a:lstStyle>
            <a:lvl1pPr algn="ctr">
              <a:defRPr sz="1200" b="0"/>
            </a:lvl1pPr>
          </a:lstStyle>
          <a:p>
            <a:r>
              <a:rPr lang="en-US" noProof="0"/>
              <a:t>Graph</a:t>
            </a:r>
          </a:p>
        </p:txBody>
      </p:sp>
      <p:sp>
        <p:nvSpPr>
          <p:cNvPr id="15" name="Espace réservé du texte 14">
            <a:extLst>
              <a:ext uri="{FF2B5EF4-FFF2-40B4-BE49-F238E27FC236}">
                <a16:creationId xmlns:a16="http://schemas.microsoft.com/office/drawing/2014/main" id="{9F20727D-5E83-4E0E-9FB9-68D69A7B531A}"/>
              </a:ext>
            </a:extLst>
          </p:cNvPr>
          <p:cNvSpPr>
            <a:spLocks noGrp="1"/>
          </p:cNvSpPr>
          <p:nvPr>
            <p:ph type="body" sz="quarter" idx="18" hasCustomPrompt="1"/>
          </p:nvPr>
        </p:nvSpPr>
        <p:spPr>
          <a:xfrm>
            <a:off x="6143028" y="128806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6" name="Espace réservé du texte 15">
            <a:extLst>
              <a:ext uri="{FF2B5EF4-FFF2-40B4-BE49-F238E27FC236}">
                <a16:creationId xmlns:a16="http://schemas.microsoft.com/office/drawing/2014/main" id="{A7196165-27AE-443C-AF47-7B6B0DC59659}"/>
              </a:ext>
            </a:extLst>
          </p:cNvPr>
          <p:cNvSpPr>
            <a:spLocks noGrp="1"/>
          </p:cNvSpPr>
          <p:nvPr>
            <p:ph type="body" sz="quarter" idx="21" hasCustomPrompt="1"/>
          </p:nvPr>
        </p:nvSpPr>
        <p:spPr>
          <a:xfrm>
            <a:off x="6143028" y="3856007"/>
            <a:ext cx="5470432" cy="2300953"/>
          </a:xfrm>
          <a:custGeom>
            <a:avLst/>
            <a:gdLst>
              <a:gd name="connsiteX0" fmla="*/ 0 w 5470432"/>
              <a:gd name="connsiteY0" fmla="*/ 0 h 2300953"/>
              <a:gd name="connsiteX1" fmla="*/ 5470432 w 5470432"/>
              <a:gd name="connsiteY1" fmla="*/ 0 h 2300953"/>
              <a:gd name="connsiteX2" fmla="*/ 5470432 w 5470432"/>
              <a:gd name="connsiteY2" fmla="*/ 2300953 h 2300953"/>
              <a:gd name="connsiteX3" fmla="*/ 0 w 5470432"/>
              <a:gd name="connsiteY3" fmla="*/ 2300953 h 2300953"/>
            </a:gdLst>
            <a:ahLst/>
            <a:cxnLst>
              <a:cxn ang="0">
                <a:pos x="connsiteX0" y="connsiteY0"/>
              </a:cxn>
              <a:cxn ang="0">
                <a:pos x="connsiteX1" y="connsiteY1"/>
              </a:cxn>
              <a:cxn ang="0">
                <a:pos x="connsiteX2" y="connsiteY2"/>
              </a:cxn>
              <a:cxn ang="0">
                <a:pos x="connsiteX3" y="connsiteY3"/>
              </a:cxn>
            </a:cxnLst>
            <a:rect l="l" t="t" r="r" b="b"/>
            <a:pathLst>
              <a:path w="5470432" h="2300953">
                <a:moveTo>
                  <a:pt x="0" y="0"/>
                </a:moveTo>
                <a:lnTo>
                  <a:pt x="5470432" y="0"/>
                </a:lnTo>
                <a:lnTo>
                  <a:pt x="5470432" y="2300953"/>
                </a:lnTo>
                <a:lnTo>
                  <a:pt x="0" y="2300953"/>
                </a:lnTo>
                <a:close/>
              </a:path>
            </a:pathLst>
          </a:custGeom>
          <a:solidFill>
            <a:schemeClr val="tx2"/>
          </a:solidFill>
        </p:spPr>
        <p:txBody>
          <a:bodyPr wrap="square" lIns="252000" tIns="252000" rIns="252000" bIns="252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BF144683-448B-AEEC-9E1B-EE5A080FBBA5}"/>
              </a:ext>
            </a:extLst>
          </p:cNvPr>
          <p:cNvSpPr>
            <a:spLocks noGrp="1"/>
          </p:cNvSpPr>
          <p:nvPr>
            <p:ph type="body" idx="22"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686383283"/>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ext with highlighting numbers">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11052484" cy="1707159"/>
          </a:xfrm>
        </p:spPr>
        <p:txBody>
          <a:bodyPr/>
          <a:lstStyle>
            <a:lvl1pPr>
              <a:defRPr sz="2400"/>
            </a:lvl1pPr>
            <a:lvl2pPr>
              <a:defRPr sz="2400"/>
            </a:lvl2pPr>
            <a:lvl3pPr>
              <a:defRPr sz="1800"/>
            </a:lvl3pPr>
            <a:lvl4pPr>
              <a:defRPr sz="1600"/>
            </a:lvl4pPr>
            <a:lvl5pPr>
              <a:defRPr sz="16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9" name="Espace réservé du texte 10">
            <a:extLst>
              <a:ext uri="{FF2B5EF4-FFF2-40B4-BE49-F238E27FC236}">
                <a16:creationId xmlns:a16="http://schemas.microsoft.com/office/drawing/2014/main" id="{429BDA1B-2BC8-40BC-AA30-CF42B5D03C7A}"/>
              </a:ext>
            </a:extLst>
          </p:cNvPr>
          <p:cNvSpPr>
            <a:spLocks noGrp="1"/>
          </p:cNvSpPr>
          <p:nvPr>
            <p:ph type="body" sz="quarter" idx="18" hasCustomPrompt="1"/>
          </p:nvPr>
        </p:nvSpPr>
        <p:spPr>
          <a:xfrm>
            <a:off x="643556"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a:t>NN</a:t>
            </a:r>
          </a:p>
        </p:txBody>
      </p:sp>
      <p:sp>
        <p:nvSpPr>
          <p:cNvPr id="10" name="Espace réservé du texte 10">
            <a:extLst>
              <a:ext uri="{FF2B5EF4-FFF2-40B4-BE49-F238E27FC236}">
                <a16:creationId xmlns:a16="http://schemas.microsoft.com/office/drawing/2014/main" id="{72106505-DB5F-4F49-8822-4826BDEC7BCF}"/>
              </a:ext>
            </a:extLst>
          </p:cNvPr>
          <p:cNvSpPr>
            <a:spLocks noGrp="1"/>
          </p:cNvSpPr>
          <p:nvPr>
            <p:ph type="body" sz="quarter" idx="19" hasCustomPrompt="1"/>
          </p:nvPr>
        </p:nvSpPr>
        <p:spPr>
          <a:xfrm>
            <a:off x="536398" y="3968439"/>
            <a:ext cx="3491157" cy="2340000"/>
          </a:xfrm>
        </p:spPr>
        <p:txBody>
          <a:bodyPr/>
          <a:lstStyle>
            <a:lvl1pPr>
              <a:defRPr sz="1600"/>
            </a:lvl1pPr>
            <a:lvl2pPr>
              <a:defRPr sz="16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4" name="Espace réservé du texte 10">
            <a:extLst>
              <a:ext uri="{FF2B5EF4-FFF2-40B4-BE49-F238E27FC236}">
                <a16:creationId xmlns:a16="http://schemas.microsoft.com/office/drawing/2014/main" id="{73C17576-3818-4DAF-8697-2FBB1139D9DB}"/>
              </a:ext>
            </a:extLst>
          </p:cNvPr>
          <p:cNvSpPr>
            <a:spLocks noGrp="1"/>
          </p:cNvSpPr>
          <p:nvPr>
            <p:ph type="body" sz="quarter" idx="21" hasCustomPrompt="1"/>
          </p:nvPr>
        </p:nvSpPr>
        <p:spPr>
          <a:xfrm>
            <a:off x="4409106"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a:t>NN</a:t>
            </a:r>
          </a:p>
        </p:txBody>
      </p:sp>
      <p:sp>
        <p:nvSpPr>
          <p:cNvPr id="15" name="Espace réservé du texte 10">
            <a:extLst>
              <a:ext uri="{FF2B5EF4-FFF2-40B4-BE49-F238E27FC236}">
                <a16:creationId xmlns:a16="http://schemas.microsoft.com/office/drawing/2014/main" id="{06D58CD4-C66A-40AB-98B4-535A07E2DB94}"/>
              </a:ext>
            </a:extLst>
          </p:cNvPr>
          <p:cNvSpPr>
            <a:spLocks noGrp="1"/>
          </p:cNvSpPr>
          <p:nvPr>
            <p:ph type="body" sz="quarter" idx="22" hasCustomPrompt="1"/>
          </p:nvPr>
        </p:nvSpPr>
        <p:spPr>
          <a:xfrm>
            <a:off x="4301948" y="3968439"/>
            <a:ext cx="3491157" cy="2340000"/>
          </a:xfrm>
        </p:spPr>
        <p:txBody>
          <a:bodyPr/>
          <a:lstStyle>
            <a:lvl1pPr>
              <a:defRPr sz="1600"/>
            </a:lvl1pPr>
            <a:lvl2pPr>
              <a:defRPr sz="16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18" name="Espace réservé du texte 10">
            <a:extLst>
              <a:ext uri="{FF2B5EF4-FFF2-40B4-BE49-F238E27FC236}">
                <a16:creationId xmlns:a16="http://schemas.microsoft.com/office/drawing/2014/main" id="{929A8655-1F53-480F-8591-3D24D79A7B03}"/>
              </a:ext>
            </a:extLst>
          </p:cNvPr>
          <p:cNvSpPr>
            <a:spLocks noGrp="1"/>
          </p:cNvSpPr>
          <p:nvPr>
            <p:ph type="body" sz="quarter" idx="24" hasCustomPrompt="1"/>
          </p:nvPr>
        </p:nvSpPr>
        <p:spPr>
          <a:xfrm>
            <a:off x="8174656" y="3023085"/>
            <a:ext cx="3384000" cy="684000"/>
          </a:xfrm>
          <a:solidFill>
            <a:schemeClr val="tx2"/>
          </a:solidFill>
        </p:spPr>
        <p:txBody>
          <a:bodyPr anchor="ctr"/>
          <a:lstStyle>
            <a:lvl1pPr algn="ctr">
              <a:defRPr sz="4000">
                <a:solidFill>
                  <a:schemeClr val="bg1"/>
                </a:solidFill>
                <a:latin typeface="+mj-lt"/>
              </a:defRPr>
            </a:lvl1pPr>
            <a:lvl2pPr>
              <a:defRPr sz="2400"/>
            </a:lvl2pPr>
            <a:lvl3pPr>
              <a:defRPr sz="1800"/>
            </a:lvl3pPr>
            <a:lvl4pPr>
              <a:defRPr sz="1600"/>
            </a:lvl4pPr>
            <a:lvl5pPr>
              <a:defRPr sz="1600"/>
            </a:lvl5pPr>
          </a:lstStyle>
          <a:p>
            <a:pPr lvl="0"/>
            <a:r>
              <a:rPr lang="en-US" noProof="0"/>
              <a:t>NN</a:t>
            </a:r>
          </a:p>
        </p:txBody>
      </p:sp>
      <p:sp>
        <p:nvSpPr>
          <p:cNvPr id="19" name="Espace réservé du texte 10">
            <a:extLst>
              <a:ext uri="{FF2B5EF4-FFF2-40B4-BE49-F238E27FC236}">
                <a16:creationId xmlns:a16="http://schemas.microsoft.com/office/drawing/2014/main" id="{2B9BEC67-6961-47E7-8313-1489F4F11B5C}"/>
              </a:ext>
            </a:extLst>
          </p:cNvPr>
          <p:cNvSpPr>
            <a:spLocks noGrp="1"/>
          </p:cNvSpPr>
          <p:nvPr>
            <p:ph type="body" sz="quarter" idx="25" hasCustomPrompt="1"/>
          </p:nvPr>
        </p:nvSpPr>
        <p:spPr>
          <a:xfrm>
            <a:off x="8067498" y="3968439"/>
            <a:ext cx="3491157" cy="2340000"/>
          </a:xfrm>
        </p:spPr>
        <p:txBody>
          <a:bodyPr/>
          <a:lstStyle>
            <a:lvl1pPr>
              <a:defRPr sz="1600"/>
            </a:lvl1pPr>
            <a:lvl2pPr>
              <a:defRPr sz="16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9FC375D8-754D-F925-D386-C531E063BFA4}"/>
              </a:ext>
            </a:extLst>
          </p:cNvPr>
          <p:cNvSpPr>
            <a:spLocks noGrp="1"/>
          </p:cNvSpPr>
          <p:nvPr>
            <p:ph type="body" idx="27"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421741218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ext in 2 columns with a frame">
    <p:spTree>
      <p:nvGrpSpPr>
        <p:cNvPr id="1" name=""/>
        <p:cNvGrpSpPr/>
        <p:nvPr/>
      </p:nvGrpSpPr>
      <p:grpSpPr>
        <a:xfrm>
          <a:off x="0" y="0"/>
          <a:ext cx="0" cy="0"/>
          <a:chOff x="0" y="0"/>
          <a:chExt cx="0" cy="0"/>
        </a:xfrm>
      </p:grpSpPr>
      <p:sp>
        <p:nvSpPr>
          <p:cNvPr id="4" name="Espace réservé de la date 3">
            <a:extLst>
              <a:ext uri="{FF2B5EF4-FFF2-40B4-BE49-F238E27FC236}">
                <a16:creationId xmlns:a16="http://schemas.microsoft.com/office/drawing/2014/main" id="{0023D345-337F-488B-8D03-DF3DDDA5DDF5}"/>
              </a:ext>
            </a:extLst>
          </p:cNvPr>
          <p:cNvSpPr>
            <a:spLocks noGrp="1"/>
          </p:cNvSpPr>
          <p:nvPr>
            <p:ph type="dt" sz="half" idx="15"/>
          </p:nvPr>
        </p:nvSpPr>
        <p:spPr/>
        <p:txBody>
          <a:bodyPr/>
          <a:lstStyle/>
          <a:p>
            <a:endParaRPr lang="en-US" b="0" noProof="0"/>
          </a:p>
        </p:txBody>
      </p:sp>
      <p:sp>
        <p:nvSpPr>
          <p:cNvPr id="8" name="Espace réservé du numéro de diapositive 7">
            <a:extLst>
              <a:ext uri="{FF2B5EF4-FFF2-40B4-BE49-F238E27FC236}">
                <a16:creationId xmlns:a16="http://schemas.microsoft.com/office/drawing/2014/main" id="{257223AC-9555-4A04-BCAD-D73603C5E654}"/>
              </a:ext>
            </a:extLst>
          </p:cNvPr>
          <p:cNvSpPr>
            <a:spLocks noGrp="1"/>
          </p:cNvSpPr>
          <p:nvPr>
            <p:ph type="sldNum" sz="quarter" idx="17"/>
          </p:nvPr>
        </p:nvSpPr>
        <p:spPr/>
        <p:txBody>
          <a:bodyPr/>
          <a:lstStyle/>
          <a:p>
            <a:fld id="{975A587B-5814-4D9B-9598-FE9CB954CB01}" type="slidenum">
              <a:rPr lang="en-US" noProof="0" smtClean="0"/>
              <a:pPr/>
              <a:t>‹#›</a:t>
            </a:fld>
            <a:endParaRPr lang="en-US" b="0" noProof="0"/>
          </a:p>
        </p:txBody>
      </p:sp>
      <p:sp>
        <p:nvSpPr>
          <p:cNvPr id="11" name="Espace réservé du texte 10">
            <a:extLst>
              <a:ext uri="{FF2B5EF4-FFF2-40B4-BE49-F238E27FC236}">
                <a16:creationId xmlns:a16="http://schemas.microsoft.com/office/drawing/2014/main" id="{8C7A5F77-9A92-46CF-AF0E-296CA94F051F}"/>
              </a:ext>
            </a:extLst>
          </p:cNvPr>
          <p:cNvSpPr>
            <a:spLocks noGrp="1"/>
          </p:cNvSpPr>
          <p:nvPr>
            <p:ph type="body" sz="quarter" idx="13" hasCustomPrompt="1"/>
          </p:nvPr>
        </p:nvSpPr>
        <p:spPr>
          <a:xfrm>
            <a:off x="536400" y="1337159"/>
            <a:ext cx="7127143" cy="1296000"/>
          </a:xfrm>
        </p:spPr>
        <p:txBody>
          <a:bodyPr/>
          <a:lstStyle>
            <a:lvl1pPr>
              <a:defRPr sz="2400"/>
            </a:lvl1pPr>
            <a:lvl2pPr>
              <a:buNone/>
              <a:defRPr sz="2400"/>
            </a:lvl2pPr>
            <a:lvl3pPr>
              <a:defRPr sz="1800"/>
            </a:lvl3pPr>
            <a:lvl4pPr>
              <a:defRPr sz="1600"/>
            </a:lvl4pPr>
            <a:lvl5pPr>
              <a:defRPr sz="1600"/>
            </a:lvl5pPr>
          </a:lstStyle>
          <a:p>
            <a:pPr lvl="0"/>
            <a:r>
              <a:rPr lang="en-US" noProof="0"/>
              <a:t>Click to edit master text styles</a:t>
            </a:r>
          </a:p>
        </p:txBody>
      </p:sp>
      <p:sp>
        <p:nvSpPr>
          <p:cNvPr id="22" name="Espace réservé du texte 10">
            <a:extLst>
              <a:ext uri="{FF2B5EF4-FFF2-40B4-BE49-F238E27FC236}">
                <a16:creationId xmlns:a16="http://schemas.microsoft.com/office/drawing/2014/main" id="{66ED2081-D062-47AE-9D57-77E330A954EF}"/>
              </a:ext>
            </a:extLst>
          </p:cNvPr>
          <p:cNvSpPr>
            <a:spLocks noGrp="1"/>
          </p:cNvSpPr>
          <p:nvPr>
            <p:ph type="body" sz="quarter" idx="18" hasCustomPrompt="1"/>
          </p:nvPr>
        </p:nvSpPr>
        <p:spPr>
          <a:xfrm>
            <a:off x="536400" y="2690848"/>
            <a:ext cx="3528000" cy="3383381"/>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3" name="Espace réservé du texte 10">
            <a:extLst>
              <a:ext uri="{FF2B5EF4-FFF2-40B4-BE49-F238E27FC236}">
                <a16:creationId xmlns:a16="http://schemas.microsoft.com/office/drawing/2014/main" id="{A24175A2-B90D-4CD9-8997-CD3D3F99148E}"/>
              </a:ext>
            </a:extLst>
          </p:cNvPr>
          <p:cNvSpPr>
            <a:spLocks noGrp="1"/>
          </p:cNvSpPr>
          <p:nvPr>
            <p:ph type="body" sz="quarter" idx="19" hasCustomPrompt="1"/>
          </p:nvPr>
        </p:nvSpPr>
        <p:spPr>
          <a:xfrm>
            <a:off x="4135543" y="2690848"/>
            <a:ext cx="3528000" cy="3383381"/>
          </a:xfrm>
        </p:spPr>
        <p:txBody>
          <a:bodyPr/>
          <a:lstStyle>
            <a:lvl1pPr>
              <a:defRPr sz="1900"/>
            </a:lvl1pPr>
            <a:lvl2pPr>
              <a:defRPr sz="1900"/>
            </a:lvl2pPr>
            <a:lvl3pPr>
              <a:defRPr sz="1400"/>
            </a:lvl3pPr>
            <a:lvl4pPr>
              <a:defRPr sz="1400"/>
            </a:lvl4pPr>
            <a:lvl5pPr>
              <a:defRPr sz="1400"/>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4" name="Espace réservé du texte 23">
            <a:extLst>
              <a:ext uri="{FF2B5EF4-FFF2-40B4-BE49-F238E27FC236}">
                <a16:creationId xmlns:a16="http://schemas.microsoft.com/office/drawing/2014/main" id="{7EDC22B2-698E-4E5B-A0AD-BAE9A52C79F4}"/>
              </a:ext>
            </a:extLst>
          </p:cNvPr>
          <p:cNvSpPr>
            <a:spLocks noGrp="1"/>
          </p:cNvSpPr>
          <p:nvPr>
            <p:ph type="body" sz="quarter" idx="20" hasCustomPrompt="1"/>
          </p:nvPr>
        </p:nvSpPr>
        <p:spPr>
          <a:xfrm>
            <a:off x="7917908" y="1288067"/>
            <a:ext cx="3656872" cy="4868893"/>
          </a:xfrm>
          <a:custGeom>
            <a:avLst/>
            <a:gdLst>
              <a:gd name="connsiteX0" fmla="*/ 0 w 3656872"/>
              <a:gd name="connsiteY0" fmla="*/ 0 h 4868893"/>
              <a:gd name="connsiteX1" fmla="*/ 3656872 w 3656872"/>
              <a:gd name="connsiteY1" fmla="*/ 0 h 4868893"/>
              <a:gd name="connsiteX2" fmla="*/ 3656872 w 3656872"/>
              <a:gd name="connsiteY2" fmla="*/ 4868893 h 4868893"/>
              <a:gd name="connsiteX3" fmla="*/ 0 w 3656872"/>
              <a:gd name="connsiteY3" fmla="*/ 4868893 h 4868893"/>
            </a:gdLst>
            <a:ahLst/>
            <a:cxnLst>
              <a:cxn ang="0">
                <a:pos x="connsiteX0" y="connsiteY0"/>
              </a:cxn>
              <a:cxn ang="0">
                <a:pos x="connsiteX1" y="connsiteY1"/>
              </a:cxn>
              <a:cxn ang="0">
                <a:pos x="connsiteX2" y="connsiteY2"/>
              </a:cxn>
              <a:cxn ang="0">
                <a:pos x="connsiteX3" y="connsiteY3"/>
              </a:cxn>
            </a:cxnLst>
            <a:rect l="l" t="t" r="r" b="b"/>
            <a:pathLst>
              <a:path w="3656872" h="4868893">
                <a:moveTo>
                  <a:pt x="0" y="0"/>
                </a:moveTo>
                <a:lnTo>
                  <a:pt x="3656872" y="0"/>
                </a:lnTo>
                <a:lnTo>
                  <a:pt x="3656872" y="4868893"/>
                </a:lnTo>
                <a:lnTo>
                  <a:pt x="0" y="4868893"/>
                </a:lnTo>
                <a:close/>
              </a:path>
            </a:pathLst>
          </a:custGeom>
          <a:solidFill>
            <a:schemeClr val="tx2"/>
          </a:solidFill>
        </p:spPr>
        <p:txBody>
          <a:bodyPr wrap="square" lIns="288000" tIns="288000" rIns="288000" bIns="288000">
            <a:noAutofit/>
          </a:bodyPr>
          <a:lstStyle>
            <a:lvl1pPr>
              <a:defRPr sz="1900">
                <a:solidFill>
                  <a:schemeClr val="bg1"/>
                </a:solidFill>
              </a:defRPr>
            </a:lvl1pPr>
            <a:lvl2pPr>
              <a:defRPr sz="19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2" name="Espace réservé du texte 16">
            <a:extLst>
              <a:ext uri="{FF2B5EF4-FFF2-40B4-BE49-F238E27FC236}">
                <a16:creationId xmlns:a16="http://schemas.microsoft.com/office/drawing/2014/main" id="{7B4C1293-FFAD-77B0-06A2-4C97EB91E39E}"/>
              </a:ext>
            </a:extLst>
          </p:cNvPr>
          <p:cNvSpPr>
            <a:spLocks noGrp="1"/>
          </p:cNvSpPr>
          <p:nvPr>
            <p:ph type="body" idx="21" hasCustomPrompt="1"/>
          </p:nvPr>
        </p:nvSpPr>
        <p:spPr>
          <a:xfrm>
            <a:off x="-1" y="449848"/>
            <a:ext cx="9795419" cy="335964"/>
          </a:xfrm>
          <a:custGeom>
            <a:avLst/>
            <a:gdLst>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32706 w 9683261"/>
              <a:gd name="connsiteY21" fmla="*/ 74501 h 335964"/>
              <a:gd name="connsiteX22" fmla="*/ 9609373 w 9683261"/>
              <a:gd name="connsiteY22" fmla="*/ 98043 h 335964"/>
              <a:gd name="connsiteX23" fmla="*/ 9586041 w 9683261"/>
              <a:gd name="connsiteY23" fmla="*/ 74501 h 335964"/>
              <a:gd name="connsiteX24" fmla="*/ 9609373 w 9683261"/>
              <a:gd name="connsiteY24" fmla="*/ 50961 h 335964"/>
              <a:gd name="connsiteX25" fmla="*/ 0 w 9683261"/>
              <a:gd name="connsiteY25" fmla="*/ 0 h 335964"/>
              <a:gd name="connsiteX26" fmla="*/ 739665 w 9683261"/>
              <a:gd name="connsiteY26" fmla="*/ 0 h 335964"/>
              <a:gd name="connsiteX27" fmla="*/ 9540864 w 9683261"/>
              <a:gd name="connsiteY27" fmla="*/ 0 h 335964"/>
              <a:gd name="connsiteX28" fmla="*/ 9568541 w 9683261"/>
              <a:gd name="connsiteY28" fmla="*/ 27997 h 335964"/>
              <a:gd name="connsiteX29" fmla="*/ 9540864 w 9683261"/>
              <a:gd name="connsiteY29" fmla="*/ 55995 h 335964"/>
              <a:gd name="connsiteX30" fmla="*/ 9522411 w 9683261"/>
              <a:gd name="connsiteY30" fmla="*/ 74659 h 335964"/>
              <a:gd name="connsiteX31" fmla="*/ 9540864 w 9683261"/>
              <a:gd name="connsiteY31" fmla="*/ 97990 h 335964"/>
              <a:gd name="connsiteX32" fmla="*/ 9568541 w 9683261"/>
              <a:gd name="connsiteY32" fmla="*/ 121320 h 335964"/>
              <a:gd name="connsiteX33" fmla="*/ 9545478 w 9683261"/>
              <a:gd name="connsiteY33" fmla="*/ 149317 h 335964"/>
              <a:gd name="connsiteX34" fmla="*/ 9540864 w 9683261"/>
              <a:gd name="connsiteY34" fmla="*/ 149317 h 335964"/>
              <a:gd name="connsiteX35" fmla="*/ 9522411 w 9683261"/>
              <a:gd name="connsiteY35" fmla="*/ 167982 h 335964"/>
              <a:gd name="connsiteX36" fmla="*/ 9540864 w 9683261"/>
              <a:gd name="connsiteY36" fmla="*/ 191313 h 335964"/>
              <a:gd name="connsiteX37" fmla="*/ 9568541 w 9683261"/>
              <a:gd name="connsiteY37" fmla="*/ 214644 h 335964"/>
              <a:gd name="connsiteX38" fmla="*/ 9540864 w 9683261"/>
              <a:gd name="connsiteY38" fmla="*/ 242641 h 335964"/>
              <a:gd name="connsiteX39" fmla="*/ 9522411 w 9683261"/>
              <a:gd name="connsiteY39" fmla="*/ 265971 h 335964"/>
              <a:gd name="connsiteX40" fmla="*/ 9540864 w 9683261"/>
              <a:gd name="connsiteY40" fmla="*/ 284636 h 335964"/>
              <a:gd name="connsiteX41" fmla="*/ 9568541 w 9683261"/>
              <a:gd name="connsiteY41" fmla="*/ 312633 h 335964"/>
              <a:gd name="connsiteX42" fmla="*/ 9540864 w 9683261"/>
              <a:gd name="connsiteY42" fmla="*/ 335964 h 335964"/>
              <a:gd name="connsiteX43" fmla="*/ 845227 w 9683261"/>
              <a:gd name="connsiteY43" fmla="*/ 335964 h 335964"/>
              <a:gd name="connsiteX44" fmla="*/ 0 w 9683261"/>
              <a:gd name="connsiteY44" fmla="*/ 335964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609373 w 9683261"/>
              <a:gd name="connsiteY20" fmla="*/ 50961 h 335964"/>
              <a:gd name="connsiteX21" fmla="*/ 9609373 w 9683261"/>
              <a:gd name="connsiteY21" fmla="*/ 98043 h 335964"/>
              <a:gd name="connsiteX22" fmla="*/ 9586041 w 9683261"/>
              <a:gd name="connsiteY22" fmla="*/ 74501 h 335964"/>
              <a:gd name="connsiteX23" fmla="*/ 9609373 w 9683261"/>
              <a:gd name="connsiteY23" fmla="*/ 50961 h 335964"/>
              <a:gd name="connsiteX24" fmla="*/ 0 w 9683261"/>
              <a:gd name="connsiteY24" fmla="*/ 0 h 335964"/>
              <a:gd name="connsiteX25" fmla="*/ 739665 w 9683261"/>
              <a:gd name="connsiteY25" fmla="*/ 0 h 335964"/>
              <a:gd name="connsiteX26" fmla="*/ 9540864 w 9683261"/>
              <a:gd name="connsiteY26" fmla="*/ 0 h 335964"/>
              <a:gd name="connsiteX27" fmla="*/ 9568541 w 9683261"/>
              <a:gd name="connsiteY27" fmla="*/ 27997 h 335964"/>
              <a:gd name="connsiteX28" fmla="*/ 9540864 w 9683261"/>
              <a:gd name="connsiteY28" fmla="*/ 55995 h 335964"/>
              <a:gd name="connsiteX29" fmla="*/ 9522411 w 9683261"/>
              <a:gd name="connsiteY29" fmla="*/ 74659 h 335964"/>
              <a:gd name="connsiteX30" fmla="*/ 9540864 w 9683261"/>
              <a:gd name="connsiteY30" fmla="*/ 97990 h 335964"/>
              <a:gd name="connsiteX31" fmla="*/ 9568541 w 9683261"/>
              <a:gd name="connsiteY31" fmla="*/ 121320 h 335964"/>
              <a:gd name="connsiteX32" fmla="*/ 9545478 w 9683261"/>
              <a:gd name="connsiteY32" fmla="*/ 149317 h 335964"/>
              <a:gd name="connsiteX33" fmla="*/ 9540864 w 9683261"/>
              <a:gd name="connsiteY33" fmla="*/ 149317 h 335964"/>
              <a:gd name="connsiteX34" fmla="*/ 9522411 w 9683261"/>
              <a:gd name="connsiteY34" fmla="*/ 167982 h 335964"/>
              <a:gd name="connsiteX35" fmla="*/ 9540864 w 9683261"/>
              <a:gd name="connsiteY35" fmla="*/ 191313 h 335964"/>
              <a:gd name="connsiteX36" fmla="*/ 9568541 w 9683261"/>
              <a:gd name="connsiteY36" fmla="*/ 214644 h 335964"/>
              <a:gd name="connsiteX37" fmla="*/ 9540864 w 9683261"/>
              <a:gd name="connsiteY37" fmla="*/ 242641 h 335964"/>
              <a:gd name="connsiteX38" fmla="*/ 9522411 w 9683261"/>
              <a:gd name="connsiteY38" fmla="*/ 265971 h 335964"/>
              <a:gd name="connsiteX39" fmla="*/ 9540864 w 9683261"/>
              <a:gd name="connsiteY39" fmla="*/ 284636 h 335964"/>
              <a:gd name="connsiteX40" fmla="*/ 9568541 w 9683261"/>
              <a:gd name="connsiteY40" fmla="*/ 312633 h 335964"/>
              <a:gd name="connsiteX41" fmla="*/ 9540864 w 9683261"/>
              <a:gd name="connsiteY41" fmla="*/ 335964 h 335964"/>
              <a:gd name="connsiteX42" fmla="*/ 845227 w 9683261"/>
              <a:gd name="connsiteY42" fmla="*/ 335964 h 335964"/>
              <a:gd name="connsiteX43" fmla="*/ 0 w 9683261"/>
              <a:gd name="connsiteY43" fmla="*/ 335964 h 335964"/>
              <a:gd name="connsiteX44" fmla="*/ 0 w 9683261"/>
              <a:gd name="connsiteY44"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9586041 w 9683261"/>
              <a:gd name="connsiteY20" fmla="*/ 74501 h 335964"/>
              <a:gd name="connsiteX21" fmla="*/ 9609373 w 9683261"/>
              <a:gd name="connsiteY21" fmla="*/ 98043 h 335964"/>
              <a:gd name="connsiteX22" fmla="*/ 9586041 w 9683261"/>
              <a:gd name="connsiteY22" fmla="*/ 74501 h 335964"/>
              <a:gd name="connsiteX23" fmla="*/ 0 w 9683261"/>
              <a:gd name="connsiteY23" fmla="*/ 0 h 335964"/>
              <a:gd name="connsiteX24" fmla="*/ 739665 w 9683261"/>
              <a:gd name="connsiteY24" fmla="*/ 0 h 335964"/>
              <a:gd name="connsiteX25" fmla="*/ 9540864 w 9683261"/>
              <a:gd name="connsiteY25" fmla="*/ 0 h 335964"/>
              <a:gd name="connsiteX26" fmla="*/ 9568541 w 9683261"/>
              <a:gd name="connsiteY26" fmla="*/ 27997 h 335964"/>
              <a:gd name="connsiteX27" fmla="*/ 9540864 w 9683261"/>
              <a:gd name="connsiteY27" fmla="*/ 55995 h 335964"/>
              <a:gd name="connsiteX28" fmla="*/ 9522411 w 9683261"/>
              <a:gd name="connsiteY28" fmla="*/ 74659 h 335964"/>
              <a:gd name="connsiteX29" fmla="*/ 9540864 w 9683261"/>
              <a:gd name="connsiteY29" fmla="*/ 97990 h 335964"/>
              <a:gd name="connsiteX30" fmla="*/ 9568541 w 9683261"/>
              <a:gd name="connsiteY30" fmla="*/ 121320 h 335964"/>
              <a:gd name="connsiteX31" fmla="*/ 9545478 w 9683261"/>
              <a:gd name="connsiteY31" fmla="*/ 149317 h 335964"/>
              <a:gd name="connsiteX32" fmla="*/ 9540864 w 9683261"/>
              <a:gd name="connsiteY32" fmla="*/ 149317 h 335964"/>
              <a:gd name="connsiteX33" fmla="*/ 9522411 w 9683261"/>
              <a:gd name="connsiteY33" fmla="*/ 167982 h 335964"/>
              <a:gd name="connsiteX34" fmla="*/ 9540864 w 9683261"/>
              <a:gd name="connsiteY34" fmla="*/ 191313 h 335964"/>
              <a:gd name="connsiteX35" fmla="*/ 9568541 w 9683261"/>
              <a:gd name="connsiteY35" fmla="*/ 214644 h 335964"/>
              <a:gd name="connsiteX36" fmla="*/ 9540864 w 9683261"/>
              <a:gd name="connsiteY36" fmla="*/ 242641 h 335964"/>
              <a:gd name="connsiteX37" fmla="*/ 9522411 w 9683261"/>
              <a:gd name="connsiteY37" fmla="*/ 265971 h 335964"/>
              <a:gd name="connsiteX38" fmla="*/ 9540864 w 9683261"/>
              <a:gd name="connsiteY38" fmla="*/ 284636 h 335964"/>
              <a:gd name="connsiteX39" fmla="*/ 9568541 w 9683261"/>
              <a:gd name="connsiteY39" fmla="*/ 312633 h 335964"/>
              <a:gd name="connsiteX40" fmla="*/ 9540864 w 9683261"/>
              <a:gd name="connsiteY40" fmla="*/ 335964 h 335964"/>
              <a:gd name="connsiteX41" fmla="*/ 845227 w 9683261"/>
              <a:gd name="connsiteY41" fmla="*/ 335964 h 335964"/>
              <a:gd name="connsiteX42" fmla="*/ 0 w 9683261"/>
              <a:gd name="connsiteY42" fmla="*/ 335964 h 335964"/>
              <a:gd name="connsiteX43" fmla="*/ 0 w 9683261"/>
              <a:gd name="connsiteY43"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69650 w 9683261"/>
              <a:gd name="connsiteY15" fmla="*/ 101921 h 335964"/>
              <a:gd name="connsiteX16" fmla="*/ 9683261 w 9683261"/>
              <a:gd name="connsiteY16" fmla="*/ 114762 h 335964"/>
              <a:gd name="connsiteX17" fmla="*/ 9669650 w 9683261"/>
              <a:gd name="connsiteY17" fmla="*/ 127602 h 335964"/>
              <a:gd name="connsiteX18" fmla="*/ 9656038 w 9683261"/>
              <a:gd name="connsiteY18" fmla="*/ 114762 h 335964"/>
              <a:gd name="connsiteX19" fmla="*/ 9669650 w 9683261"/>
              <a:gd name="connsiteY19" fmla="*/ 101921 h 335964"/>
              <a:gd name="connsiteX20" fmla="*/ 0 w 9683261"/>
              <a:gd name="connsiteY20" fmla="*/ 0 h 335964"/>
              <a:gd name="connsiteX21" fmla="*/ 739665 w 9683261"/>
              <a:gd name="connsiteY21" fmla="*/ 0 h 335964"/>
              <a:gd name="connsiteX22" fmla="*/ 9540864 w 9683261"/>
              <a:gd name="connsiteY22" fmla="*/ 0 h 335964"/>
              <a:gd name="connsiteX23" fmla="*/ 9568541 w 9683261"/>
              <a:gd name="connsiteY23" fmla="*/ 27997 h 335964"/>
              <a:gd name="connsiteX24" fmla="*/ 9540864 w 9683261"/>
              <a:gd name="connsiteY24" fmla="*/ 55995 h 335964"/>
              <a:gd name="connsiteX25" fmla="*/ 9522411 w 9683261"/>
              <a:gd name="connsiteY25" fmla="*/ 74659 h 335964"/>
              <a:gd name="connsiteX26" fmla="*/ 9540864 w 9683261"/>
              <a:gd name="connsiteY26" fmla="*/ 97990 h 335964"/>
              <a:gd name="connsiteX27" fmla="*/ 9568541 w 9683261"/>
              <a:gd name="connsiteY27" fmla="*/ 121320 h 335964"/>
              <a:gd name="connsiteX28" fmla="*/ 9545478 w 9683261"/>
              <a:gd name="connsiteY28" fmla="*/ 149317 h 335964"/>
              <a:gd name="connsiteX29" fmla="*/ 9540864 w 9683261"/>
              <a:gd name="connsiteY29" fmla="*/ 149317 h 335964"/>
              <a:gd name="connsiteX30" fmla="*/ 9522411 w 9683261"/>
              <a:gd name="connsiteY30" fmla="*/ 167982 h 335964"/>
              <a:gd name="connsiteX31" fmla="*/ 9540864 w 9683261"/>
              <a:gd name="connsiteY31" fmla="*/ 191313 h 335964"/>
              <a:gd name="connsiteX32" fmla="*/ 9568541 w 9683261"/>
              <a:gd name="connsiteY32" fmla="*/ 214644 h 335964"/>
              <a:gd name="connsiteX33" fmla="*/ 9540864 w 9683261"/>
              <a:gd name="connsiteY33" fmla="*/ 242641 h 335964"/>
              <a:gd name="connsiteX34" fmla="*/ 9522411 w 9683261"/>
              <a:gd name="connsiteY34" fmla="*/ 265971 h 335964"/>
              <a:gd name="connsiteX35" fmla="*/ 9540864 w 9683261"/>
              <a:gd name="connsiteY35" fmla="*/ 284636 h 335964"/>
              <a:gd name="connsiteX36" fmla="*/ 9568541 w 9683261"/>
              <a:gd name="connsiteY36" fmla="*/ 312633 h 335964"/>
              <a:gd name="connsiteX37" fmla="*/ 9540864 w 9683261"/>
              <a:gd name="connsiteY37" fmla="*/ 335964 h 335964"/>
              <a:gd name="connsiteX38" fmla="*/ 845227 w 9683261"/>
              <a:gd name="connsiteY38" fmla="*/ 335964 h 335964"/>
              <a:gd name="connsiteX39" fmla="*/ 0 w 9683261"/>
              <a:gd name="connsiteY39" fmla="*/ 335964 h 335964"/>
              <a:gd name="connsiteX40" fmla="*/ 0 w 9683261"/>
              <a:gd name="connsiteY40" fmla="*/ 0 h 335964"/>
              <a:gd name="connsiteX0" fmla="*/ 9609373 w 9683639"/>
              <a:gd name="connsiteY0" fmla="*/ 237817 h 335964"/>
              <a:gd name="connsiteX1" fmla="*/ 9632706 w 9683639"/>
              <a:gd name="connsiteY1" fmla="*/ 261358 h 335964"/>
              <a:gd name="connsiteX2" fmla="*/ 9609373 w 9683639"/>
              <a:gd name="connsiteY2" fmla="*/ 284899 h 335964"/>
              <a:gd name="connsiteX3" fmla="*/ 9586041 w 9683639"/>
              <a:gd name="connsiteY3" fmla="*/ 261358 h 335964"/>
              <a:gd name="connsiteX4" fmla="*/ 9609373 w 9683639"/>
              <a:gd name="connsiteY4" fmla="*/ 237817 h 335964"/>
              <a:gd name="connsiteX5" fmla="*/ 9669650 w 9683639"/>
              <a:gd name="connsiteY5" fmla="*/ 200069 h 335964"/>
              <a:gd name="connsiteX6" fmla="*/ 9683261 w 9683639"/>
              <a:gd name="connsiteY6" fmla="*/ 212909 h 335964"/>
              <a:gd name="connsiteX7" fmla="*/ 9669650 w 9683639"/>
              <a:gd name="connsiteY7" fmla="*/ 225749 h 335964"/>
              <a:gd name="connsiteX8" fmla="*/ 9656038 w 9683639"/>
              <a:gd name="connsiteY8" fmla="*/ 212909 h 335964"/>
              <a:gd name="connsiteX9" fmla="*/ 9669650 w 9683639"/>
              <a:gd name="connsiteY9" fmla="*/ 200069 h 335964"/>
              <a:gd name="connsiteX10" fmla="*/ 9609373 w 9683639"/>
              <a:gd name="connsiteY10" fmla="*/ 143445 h 335964"/>
              <a:gd name="connsiteX11" fmla="*/ 9632706 w 9683639"/>
              <a:gd name="connsiteY11" fmla="*/ 166987 h 335964"/>
              <a:gd name="connsiteX12" fmla="*/ 9609373 w 9683639"/>
              <a:gd name="connsiteY12" fmla="*/ 190527 h 335964"/>
              <a:gd name="connsiteX13" fmla="*/ 9586041 w 9683639"/>
              <a:gd name="connsiteY13" fmla="*/ 166987 h 335964"/>
              <a:gd name="connsiteX14" fmla="*/ 9609373 w 9683639"/>
              <a:gd name="connsiteY14" fmla="*/ 143445 h 335964"/>
              <a:gd name="connsiteX15" fmla="*/ 9656038 w 9683639"/>
              <a:gd name="connsiteY15" fmla="*/ 114762 h 335964"/>
              <a:gd name="connsiteX16" fmla="*/ 9683261 w 9683639"/>
              <a:gd name="connsiteY16" fmla="*/ 114762 h 335964"/>
              <a:gd name="connsiteX17" fmla="*/ 9669650 w 9683639"/>
              <a:gd name="connsiteY17" fmla="*/ 127602 h 335964"/>
              <a:gd name="connsiteX18" fmla="*/ 9656038 w 9683639"/>
              <a:gd name="connsiteY18" fmla="*/ 114762 h 335964"/>
              <a:gd name="connsiteX19" fmla="*/ 0 w 9683639"/>
              <a:gd name="connsiteY19" fmla="*/ 0 h 335964"/>
              <a:gd name="connsiteX20" fmla="*/ 739665 w 9683639"/>
              <a:gd name="connsiteY20" fmla="*/ 0 h 335964"/>
              <a:gd name="connsiteX21" fmla="*/ 9540864 w 9683639"/>
              <a:gd name="connsiteY21" fmla="*/ 0 h 335964"/>
              <a:gd name="connsiteX22" fmla="*/ 9568541 w 9683639"/>
              <a:gd name="connsiteY22" fmla="*/ 27997 h 335964"/>
              <a:gd name="connsiteX23" fmla="*/ 9540864 w 9683639"/>
              <a:gd name="connsiteY23" fmla="*/ 55995 h 335964"/>
              <a:gd name="connsiteX24" fmla="*/ 9522411 w 9683639"/>
              <a:gd name="connsiteY24" fmla="*/ 74659 h 335964"/>
              <a:gd name="connsiteX25" fmla="*/ 9540864 w 9683639"/>
              <a:gd name="connsiteY25" fmla="*/ 97990 h 335964"/>
              <a:gd name="connsiteX26" fmla="*/ 9568541 w 9683639"/>
              <a:gd name="connsiteY26" fmla="*/ 121320 h 335964"/>
              <a:gd name="connsiteX27" fmla="*/ 9545478 w 9683639"/>
              <a:gd name="connsiteY27" fmla="*/ 149317 h 335964"/>
              <a:gd name="connsiteX28" fmla="*/ 9540864 w 9683639"/>
              <a:gd name="connsiteY28" fmla="*/ 149317 h 335964"/>
              <a:gd name="connsiteX29" fmla="*/ 9522411 w 9683639"/>
              <a:gd name="connsiteY29" fmla="*/ 167982 h 335964"/>
              <a:gd name="connsiteX30" fmla="*/ 9540864 w 9683639"/>
              <a:gd name="connsiteY30" fmla="*/ 191313 h 335964"/>
              <a:gd name="connsiteX31" fmla="*/ 9568541 w 9683639"/>
              <a:gd name="connsiteY31" fmla="*/ 214644 h 335964"/>
              <a:gd name="connsiteX32" fmla="*/ 9540864 w 9683639"/>
              <a:gd name="connsiteY32" fmla="*/ 242641 h 335964"/>
              <a:gd name="connsiteX33" fmla="*/ 9522411 w 9683639"/>
              <a:gd name="connsiteY33" fmla="*/ 265971 h 335964"/>
              <a:gd name="connsiteX34" fmla="*/ 9540864 w 9683639"/>
              <a:gd name="connsiteY34" fmla="*/ 284636 h 335964"/>
              <a:gd name="connsiteX35" fmla="*/ 9568541 w 9683639"/>
              <a:gd name="connsiteY35" fmla="*/ 312633 h 335964"/>
              <a:gd name="connsiteX36" fmla="*/ 9540864 w 9683639"/>
              <a:gd name="connsiteY36" fmla="*/ 335964 h 335964"/>
              <a:gd name="connsiteX37" fmla="*/ 845227 w 9683639"/>
              <a:gd name="connsiteY37" fmla="*/ 335964 h 335964"/>
              <a:gd name="connsiteX38" fmla="*/ 0 w 9683639"/>
              <a:gd name="connsiteY38" fmla="*/ 335964 h 335964"/>
              <a:gd name="connsiteX39" fmla="*/ 0 w 9683639"/>
              <a:gd name="connsiteY39"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9656038 w 9683261"/>
              <a:gd name="connsiteY15" fmla="*/ 114762 h 335964"/>
              <a:gd name="connsiteX16" fmla="*/ 9669650 w 9683261"/>
              <a:gd name="connsiteY16" fmla="*/ 127602 h 335964"/>
              <a:gd name="connsiteX17" fmla="*/ 9656038 w 9683261"/>
              <a:gd name="connsiteY17" fmla="*/ 114762 h 335964"/>
              <a:gd name="connsiteX18" fmla="*/ 0 w 9683261"/>
              <a:gd name="connsiteY18" fmla="*/ 0 h 335964"/>
              <a:gd name="connsiteX19" fmla="*/ 739665 w 9683261"/>
              <a:gd name="connsiteY19" fmla="*/ 0 h 335964"/>
              <a:gd name="connsiteX20" fmla="*/ 9540864 w 9683261"/>
              <a:gd name="connsiteY20" fmla="*/ 0 h 335964"/>
              <a:gd name="connsiteX21" fmla="*/ 9568541 w 9683261"/>
              <a:gd name="connsiteY21" fmla="*/ 27997 h 335964"/>
              <a:gd name="connsiteX22" fmla="*/ 9540864 w 9683261"/>
              <a:gd name="connsiteY22" fmla="*/ 55995 h 335964"/>
              <a:gd name="connsiteX23" fmla="*/ 9522411 w 9683261"/>
              <a:gd name="connsiteY23" fmla="*/ 74659 h 335964"/>
              <a:gd name="connsiteX24" fmla="*/ 9540864 w 9683261"/>
              <a:gd name="connsiteY24" fmla="*/ 97990 h 335964"/>
              <a:gd name="connsiteX25" fmla="*/ 9568541 w 9683261"/>
              <a:gd name="connsiteY25" fmla="*/ 121320 h 335964"/>
              <a:gd name="connsiteX26" fmla="*/ 9545478 w 9683261"/>
              <a:gd name="connsiteY26" fmla="*/ 149317 h 335964"/>
              <a:gd name="connsiteX27" fmla="*/ 9540864 w 9683261"/>
              <a:gd name="connsiteY27" fmla="*/ 149317 h 335964"/>
              <a:gd name="connsiteX28" fmla="*/ 9522411 w 9683261"/>
              <a:gd name="connsiteY28" fmla="*/ 167982 h 335964"/>
              <a:gd name="connsiteX29" fmla="*/ 9540864 w 9683261"/>
              <a:gd name="connsiteY29" fmla="*/ 191313 h 335964"/>
              <a:gd name="connsiteX30" fmla="*/ 9568541 w 9683261"/>
              <a:gd name="connsiteY30" fmla="*/ 214644 h 335964"/>
              <a:gd name="connsiteX31" fmla="*/ 9540864 w 9683261"/>
              <a:gd name="connsiteY31" fmla="*/ 242641 h 335964"/>
              <a:gd name="connsiteX32" fmla="*/ 9522411 w 9683261"/>
              <a:gd name="connsiteY32" fmla="*/ 265971 h 335964"/>
              <a:gd name="connsiteX33" fmla="*/ 9540864 w 9683261"/>
              <a:gd name="connsiteY33" fmla="*/ 284636 h 335964"/>
              <a:gd name="connsiteX34" fmla="*/ 9568541 w 9683261"/>
              <a:gd name="connsiteY34" fmla="*/ 312633 h 335964"/>
              <a:gd name="connsiteX35" fmla="*/ 9540864 w 9683261"/>
              <a:gd name="connsiteY35" fmla="*/ 335964 h 335964"/>
              <a:gd name="connsiteX36" fmla="*/ 845227 w 9683261"/>
              <a:gd name="connsiteY36" fmla="*/ 335964 h 335964"/>
              <a:gd name="connsiteX37" fmla="*/ 0 w 9683261"/>
              <a:gd name="connsiteY37" fmla="*/ 335964 h 335964"/>
              <a:gd name="connsiteX38" fmla="*/ 0 w 9683261"/>
              <a:gd name="connsiteY38" fmla="*/ 0 h 335964"/>
              <a:gd name="connsiteX0" fmla="*/ 9609373 w 9683261"/>
              <a:gd name="connsiteY0" fmla="*/ 237817 h 335964"/>
              <a:gd name="connsiteX1" fmla="*/ 9632706 w 9683261"/>
              <a:gd name="connsiteY1" fmla="*/ 261358 h 335964"/>
              <a:gd name="connsiteX2" fmla="*/ 9609373 w 9683261"/>
              <a:gd name="connsiteY2" fmla="*/ 284899 h 335964"/>
              <a:gd name="connsiteX3" fmla="*/ 9586041 w 9683261"/>
              <a:gd name="connsiteY3" fmla="*/ 261358 h 335964"/>
              <a:gd name="connsiteX4" fmla="*/ 9609373 w 9683261"/>
              <a:gd name="connsiteY4" fmla="*/ 237817 h 335964"/>
              <a:gd name="connsiteX5" fmla="*/ 9669650 w 9683261"/>
              <a:gd name="connsiteY5" fmla="*/ 200069 h 335964"/>
              <a:gd name="connsiteX6" fmla="*/ 9683261 w 9683261"/>
              <a:gd name="connsiteY6" fmla="*/ 212909 h 335964"/>
              <a:gd name="connsiteX7" fmla="*/ 9669650 w 9683261"/>
              <a:gd name="connsiteY7" fmla="*/ 225749 h 335964"/>
              <a:gd name="connsiteX8" fmla="*/ 9656038 w 9683261"/>
              <a:gd name="connsiteY8" fmla="*/ 212909 h 335964"/>
              <a:gd name="connsiteX9" fmla="*/ 9669650 w 9683261"/>
              <a:gd name="connsiteY9" fmla="*/ 200069 h 335964"/>
              <a:gd name="connsiteX10" fmla="*/ 9609373 w 9683261"/>
              <a:gd name="connsiteY10" fmla="*/ 143445 h 335964"/>
              <a:gd name="connsiteX11" fmla="*/ 9632706 w 9683261"/>
              <a:gd name="connsiteY11" fmla="*/ 166987 h 335964"/>
              <a:gd name="connsiteX12" fmla="*/ 9609373 w 9683261"/>
              <a:gd name="connsiteY12" fmla="*/ 190527 h 335964"/>
              <a:gd name="connsiteX13" fmla="*/ 9586041 w 9683261"/>
              <a:gd name="connsiteY13" fmla="*/ 166987 h 335964"/>
              <a:gd name="connsiteX14" fmla="*/ 9609373 w 9683261"/>
              <a:gd name="connsiteY14" fmla="*/ 143445 h 335964"/>
              <a:gd name="connsiteX15" fmla="*/ 0 w 9683261"/>
              <a:gd name="connsiteY15" fmla="*/ 0 h 335964"/>
              <a:gd name="connsiteX16" fmla="*/ 739665 w 9683261"/>
              <a:gd name="connsiteY16" fmla="*/ 0 h 335964"/>
              <a:gd name="connsiteX17" fmla="*/ 9540864 w 9683261"/>
              <a:gd name="connsiteY17" fmla="*/ 0 h 335964"/>
              <a:gd name="connsiteX18" fmla="*/ 9568541 w 9683261"/>
              <a:gd name="connsiteY18" fmla="*/ 27997 h 335964"/>
              <a:gd name="connsiteX19" fmla="*/ 9540864 w 9683261"/>
              <a:gd name="connsiteY19" fmla="*/ 55995 h 335964"/>
              <a:gd name="connsiteX20" fmla="*/ 9522411 w 9683261"/>
              <a:gd name="connsiteY20" fmla="*/ 74659 h 335964"/>
              <a:gd name="connsiteX21" fmla="*/ 9540864 w 9683261"/>
              <a:gd name="connsiteY21" fmla="*/ 97990 h 335964"/>
              <a:gd name="connsiteX22" fmla="*/ 9568541 w 9683261"/>
              <a:gd name="connsiteY22" fmla="*/ 121320 h 335964"/>
              <a:gd name="connsiteX23" fmla="*/ 9545478 w 9683261"/>
              <a:gd name="connsiteY23" fmla="*/ 149317 h 335964"/>
              <a:gd name="connsiteX24" fmla="*/ 9540864 w 9683261"/>
              <a:gd name="connsiteY24" fmla="*/ 149317 h 335964"/>
              <a:gd name="connsiteX25" fmla="*/ 9522411 w 9683261"/>
              <a:gd name="connsiteY25" fmla="*/ 167982 h 335964"/>
              <a:gd name="connsiteX26" fmla="*/ 9540864 w 9683261"/>
              <a:gd name="connsiteY26" fmla="*/ 191313 h 335964"/>
              <a:gd name="connsiteX27" fmla="*/ 9568541 w 9683261"/>
              <a:gd name="connsiteY27" fmla="*/ 214644 h 335964"/>
              <a:gd name="connsiteX28" fmla="*/ 9540864 w 9683261"/>
              <a:gd name="connsiteY28" fmla="*/ 242641 h 335964"/>
              <a:gd name="connsiteX29" fmla="*/ 9522411 w 9683261"/>
              <a:gd name="connsiteY29" fmla="*/ 265971 h 335964"/>
              <a:gd name="connsiteX30" fmla="*/ 9540864 w 9683261"/>
              <a:gd name="connsiteY30" fmla="*/ 284636 h 335964"/>
              <a:gd name="connsiteX31" fmla="*/ 9568541 w 9683261"/>
              <a:gd name="connsiteY31" fmla="*/ 312633 h 335964"/>
              <a:gd name="connsiteX32" fmla="*/ 9540864 w 9683261"/>
              <a:gd name="connsiteY32" fmla="*/ 335964 h 335964"/>
              <a:gd name="connsiteX33" fmla="*/ 845227 w 9683261"/>
              <a:gd name="connsiteY33" fmla="*/ 335964 h 335964"/>
              <a:gd name="connsiteX34" fmla="*/ 0 w 9683261"/>
              <a:gd name="connsiteY34" fmla="*/ 335964 h 335964"/>
              <a:gd name="connsiteX35" fmla="*/ 0 w 9683261"/>
              <a:gd name="connsiteY35" fmla="*/ 0 h 335964"/>
              <a:gd name="connsiteX0" fmla="*/ 9609373 w 9786569"/>
              <a:gd name="connsiteY0" fmla="*/ 237817 h 335964"/>
              <a:gd name="connsiteX1" fmla="*/ 9632706 w 9786569"/>
              <a:gd name="connsiteY1" fmla="*/ 261358 h 335964"/>
              <a:gd name="connsiteX2" fmla="*/ 9609373 w 9786569"/>
              <a:gd name="connsiteY2" fmla="*/ 284899 h 335964"/>
              <a:gd name="connsiteX3" fmla="*/ 9586041 w 9786569"/>
              <a:gd name="connsiteY3" fmla="*/ 261358 h 335964"/>
              <a:gd name="connsiteX4" fmla="*/ 9609373 w 9786569"/>
              <a:gd name="connsiteY4" fmla="*/ 237817 h 335964"/>
              <a:gd name="connsiteX5" fmla="*/ 9669650 w 9786569"/>
              <a:gd name="connsiteY5" fmla="*/ 200069 h 335964"/>
              <a:gd name="connsiteX6" fmla="*/ 9683261 w 9786569"/>
              <a:gd name="connsiteY6" fmla="*/ 212909 h 335964"/>
              <a:gd name="connsiteX7" fmla="*/ 9669650 w 9786569"/>
              <a:gd name="connsiteY7" fmla="*/ 225749 h 335964"/>
              <a:gd name="connsiteX8" fmla="*/ 9656038 w 9786569"/>
              <a:gd name="connsiteY8" fmla="*/ 212909 h 335964"/>
              <a:gd name="connsiteX9" fmla="*/ 9669650 w 9786569"/>
              <a:gd name="connsiteY9" fmla="*/ 200069 h 335964"/>
              <a:gd name="connsiteX10" fmla="*/ 9609373 w 9786569"/>
              <a:gd name="connsiteY10" fmla="*/ 143445 h 335964"/>
              <a:gd name="connsiteX11" fmla="*/ 9632706 w 9786569"/>
              <a:gd name="connsiteY11" fmla="*/ 166987 h 335964"/>
              <a:gd name="connsiteX12" fmla="*/ 9609373 w 9786569"/>
              <a:gd name="connsiteY12" fmla="*/ 190527 h 335964"/>
              <a:gd name="connsiteX13" fmla="*/ 9586041 w 9786569"/>
              <a:gd name="connsiteY13" fmla="*/ 166987 h 335964"/>
              <a:gd name="connsiteX14" fmla="*/ 9609373 w 9786569"/>
              <a:gd name="connsiteY14" fmla="*/ 143445 h 335964"/>
              <a:gd name="connsiteX15" fmla="*/ 0 w 9786569"/>
              <a:gd name="connsiteY15" fmla="*/ 0 h 335964"/>
              <a:gd name="connsiteX16" fmla="*/ 739665 w 9786569"/>
              <a:gd name="connsiteY16" fmla="*/ 0 h 335964"/>
              <a:gd name="connsiteX17" fmla="*/ 9785339 w 9786569"/>
              <a:gd name="connsiteY17" fmla="*/ 3175 h 335964"/>
              <a:gd name="connsiteX18" fmla="*/ 9568541 w 9786569"/>
              <a:gd name="connsiteY18" fmla="*/ 27997 h 335964"/>
              <a:gd name="connsiteX19" fmla="*/ 9540864 w 9786569"/>
              <a:gd name="connsiteY19" fmla="*/ 55995 h 335964"/>
              <a:gd name="connsiteX20" fmla="*/ 9522411 w 9786569"/>
              <a:gd name="connsiteY20" fmla="*/ 74659 h 335964"/>
              <a:gd name="connsiteX21" fmla="*/ 9540864 w 9786569"/>
              <a:gd name="connsiteY21" fmla="*/ 97990 h 335964"/>
              <a:gd name="connsiteX22" fmla="*/ 9568541 w 9786569"/>
              <a:gd name="connsiteY22" fmla="*/ 121320 h 335964"/>
              <a:gd name="connsiteX23" fmla="*/ 9545478 w 9786569"/>
              <a:gd name="connsiteY23" fmla="*/ 149317 h 335964"/>
              <a:gd name="connsiteX24" fmla="*/ 9540864 w 9786569"/>
              <a:gd name="connsiteY24" fmla="*/ 149317 h 335964"/>
              <a:gd name="connsiteX25" fmla="*/ 9522411 w 9786569"/>
              <a:gd name="connsiteY25" fmla="*/ 167982 h 335964"/>
              <a:gd name="connsiteX26" fmla="*/ 9540864 w 9786569"/>
              <a:gd name="connsiteY26" fmla="*/ 191313 h 335964"/>
              <a:gd name="connsiteX27" fmla="*/ 9568541 w 9786569"/>
              <a:gd name="connsiteY27" fmla="*/ 214644 h 335964"/>
              <a:gd name="connsiteX28" fmla="*/ 9540864 w 9786569"/>
              <a:gd name="connsiteY28" fmla="*/ 242641 h 335964"/>
              <a:gd name="connsiteX29" fmla="*/ 9522411 w 9786569"/>
              <a:gd name="connsiteY29" fmla="*/ 265971 h 335964"/>
              <a:gd name="connsiteX30" fmla="*/ 9540864 w 9786569"/>
              <a:gd name="connsiteY30" fmla="*/ 284636 h 335964"/>
              <a:gd name="connsiteX31" fmla="*/ 9568541 w 9786569"/>
              <a:gd name="connsiteY31" fmla="*/ 312633 h 335964"/>
              <a:gd name="connsiteX32" fmla="*/ 9540864 w 9786569"/>
              <a:gd name="connsiteY32" fmla="*/ 335964 h 335964"/>
              <a:gd name="connsiteX33" fmla="*/ 845227 w 9786569"/>
              <a:gd name="connsiteY33" fmla="*/ 335964 h 335964"/>
              <a:gd name="connsiteX34" fmla="*/ 0 w 9786569"/>
              <a:gd name="connsiteY34" fmla="*/ 335964 h 335964"/>
              <a:gd name="connsiteX35" fmla="*/ 0 w 9786569"/>
              <a:gd name="connsiteY35" fmla="*/ 0 h 335964"/>
              <a:gd name="connsiteX0" fmla="*/ 9609373 w 9786569"/>
              <a:gd name="connsiteY0" fmla="*/ 237817 h 339139"/>
              <a:gd name="connsiteX1" fmla="*/ 9632706 w 9786569"/>
              <a:gd name="connsiteY1" fmla="*/ 261358 h 339139"/>
              <a:gd name="connsiteX2" fmla="*/ 9609373 w 9786569"/>
              <a:gd name="connsiteY2" fmla="*/ 284899 h 339139"/>
              <a:gd name="connsiteX3" fmla="*/ 9586041 w 9786569"/>
              <a:gd name="connsiteY3" fmla="*/ 261358 h 339139"/>
              <a:gd name="connsiteX4" fmla="*/ 9609373 w 9786569"/>
              <a:gd name="connsiteY4" fmla="*/ 237817 h 339139"/>
              <a:gd name="connsiteX5" fmla="*/ 9669650 w 9786569"/>
              <a:gd name="connsiteY5" fmla="*/ 200069 h 339139"/>
              <a:gd name="connsiteX6" fmla="*/ 9683261 w 9786569"/>
              <a:gd name="connsiteY6" fmla="*/ 212909 h 339139"/>
              <a:gd name="connsiteX7" fmla="*/ 9669650 w 9786569"/>
              <a:gd name="connsiteY7" fmla="*/ 225749 h 339139"/>
              <a:gd name="connsiteX8" fmla="*/ 9656038 w 9786569"/>
              <a:gd name="connsiteY8" fmla="*/ 212909 h 339139"/>
              <a:gd name="connsiteX9" fmla="*/ 9669650 w 9786569"/>
              <a:gd name="connsiteY9" fmla="*/ 200069 h 339139"/>
              <a:gd name="connsiteX10" fmla="*/ 9609373 w 9786569"/>
              <a:gd name="connsiteY10" fmla="*/ 143445 h 339139"/>
              <a:gd name="connsiteX11" fmla="*/ 9632706 w 9786569"/>
              <a:gd name="connsiteY11" fmla="*/ 166987 h 339139"/>
              <a:gd name="connsiteX12" fmla="*/ 9609373 w 9786569"/>
              <a:gd name="connsiteY12" fmla="*/ 190527 h 339139"/>
              <a:gd name="connsiteX13" fmla="*/ 9586041 w 9786569"/>
              <a:gd name="connsiteY13" fmla="*/ 166987 h 339139"/>
              <a:gd name="connsiteX14" fmla="*/ 9609373 w 9786569"/>
              <a:gd name="connsiteY14" fmla="*/ 143445 h 339139"/>
              <a:gd name="connsiteX15" fmla="*/ 0 w 9786569"/>
              <a:gd name="connsiteY15" fmla="*/ 0 h 339139"/>
              <a:gd name="connsiteX16" fmla="*/ 739665 w 9786569"/>
              <a:gd name="connsiteY16" fmla="*/ 0 h 339139"/>
              <a:gd name="connsiteX17" fmla="*/ 9785339 w 9786569"/>
              <a:gd name="connsiteY17" fmla="*/ 3175 h 339139"/>
              <a:gd name="connsiteX18" fmla="*/ 9568541 w 9786569"/>
              <a:gd name="connsiteY18" fmla="*/ 27997 h 339139"/>
              <a:gd name="connsiteX19" fmla="*/ 9540864 w 9786569"/>
              <a:gd name="connsiteY19" fmla="*/ 55995 h 339139"/>
              <a:gd name="connsiteX20" fmla="*/ 9522411 w 9786569"/>
              <a:gd name="connsiteY20" fmla="*/ 74659 h 339139"/>
              <a:gd name="connsiteX21" fmla="*/ 9540864 w 9786569"/>
              <a:gd name="connsiteY21" fmla="*/ 97990 h 339139"/>
              <a:gd name="connsiteX22" fmla="*/ 9568541 w 9786569"/>
              <a:gd name="connsiteY22" fmla="*/ 121320 h 339139"/>
              <a:gd name="connsiteX23" fmla="*/ 9545478 w 9786569"/>
              <a:gd name="connsiteY23" fmla="*/ 149317 h 339139"/>
              <a:gd name="connsiteX24" fmla="*/ 9540864 w 9786569"/>
              <a:gd name="connsiteY24" fmla="*/ 149317 h 339139"/>
              <a:gd name="connsiteX25" fmla="*/ 9522411 w 9786569"/>
              <a:gd name="connsiteY25" fmla="*/ 167982 h 339139"/>
              <a:gd name="connsiteX26" fmla="*/ 9540864 w 9786569"/>
              <a:gd name="connsiteY26" fmla="*/ 191313 h 339139"/>
              <a:gd name="connsiteX27" fmla="*/ 9568541 w 9786569"/>
              <a:gd name="connsiteY27" fmla="*/ 214644 h 339139"/>
              <a:gd name="connsiteX28" fmla="*/ 9540864 w 9786569"/>
              <a:gd name="connsiteY28" fmla="*/ 242641 h 339139"/>
              <a:gd name="connsiteX29" fmla="*/ 9522411 w 9786569"/>
              <a:gd name="connsiteY29" fmla="*/ 265971 h 339139"/>
              <a:gd name="connsiteX30" fmla="*/ 9540864 w 9786569"/>
              <a:gd name="connsiteY30" fmla="*/ 284636 h 339139"/>
              <a:gd name="connsiteX31" fmla="*/ 9568541 w 9786569"/>
              <a:gd name="connsiteY31" fmla="*/ 312633 h 339139"/>
              <a:gd name="connsiteX32" fmla="*/ 9598014 w 9786569"/>
              <a:gd name="connsiteY32" fmla="*/ 339139 h 339139"/>
              <a:gd name="connsiteX33" fmla="*/ 845227 w 9786569"/>
              <a:gd name="connsiteY33" fmla="*/ 335964 h 339139"/>
              <a:gd name="connsiteX34" fmla="*/ 0 w 9786569"/>
              <a:gd name="connsiteY34" fmla="*/ 335964 h 339139"/>
              <a:gd name="connsiteX35" fmla="*/ 0 w 9786569"/>
              <a:gd name="connsiteY35"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230346"/>
              <a:gd name="connsiteY0" fmla="*/ 237817 h 339139"/>
              <a:gd name="connsiteX1" fmla="*/ 9632706 w 10230346"/>
              <a:gd name="connsiteY1" fmla="*/ 261358 h 339139"/>
              <a:gd name="connsiteX2" fmla="*/ 9609373 w 10230346"/>
              <a:gd name="connsiteY2" fmla="*/ 284899 h 339139"/>
              <a:gd name="connsiteX3" fmla="*/ 9586041 w 10230346"/>
              <a:gd name="connsiteY3" fmla="*/ 261358 h 339139"/>
              <a:gd name="connsiteX4" fmla="*/ 9609373 w 10230346"/>
              <a:gd name="connsiteY4" fmla="*/ 237817 h 339139"/>
              <a:gd name="connsiteX5" fmla="*/ 9669650 w 10230346"/>
              <a:gd name="connsiteY5" fmla="*/ 200069 h 339139"/>
              <a:gd name="connsiteX6" fmla="*/ 9683261 w 10230346"/>
              <a:gd name="connsiteY6" fmla="*/ 212909 h 339139"/>
              <a:gd name="connsiteX7" fmla="*/ 9669650 w 10230346"/>
              <a:gd name="connsiteY7" fmla="*/ 225749 h 339139"/>
              <a:gd name="connsiteX8" fmla="*/ 9656038 w 10230346"/>
              <a:gd name="connsiteY8" fmla="*/ 212909 h 339139"/>
              <a:gd name="connsiteX9" fmla="*/ 9669650 w 10230346"/>
              <a:gd name="connsiteY9" fmla="*/ 200069 h 339139"/>
              <a:gd name="connsiteX10" fmla="*/ 9609373 w 10230346"/>
              <a:gd name="connsiteY10" fmla="*/ 143445 h 339139"/>
              <a:gd name="connsiteX11" fmla="*/ 9632706 w 10230346"/>
              <a:gd name="connsiteY11" fmla="*/ 166987 h 339139"/>
              <a:gd name="connsiteX12" fmla="*/ 9609373 w 10230346"/>
              <a:gd name="connsiteY12" fmla="*/ 190527 h 339139"/>
              <a:gd name="connsiteX13" fmla="*/ 9586041 w 10230346"/>
              <a:gd name="connsiteY13" fmla="*/ 166987 h 339139"/>
              <a:gd name="connsiteX14" fmla="*/ 9609373 w 10230346"/>
              <a:gd name="connsiteY14" fmla="*/ 143445 h 339139"/>
              <a:gd name="connsiteX15" fmla="*/ 0 w 10230346"/>
              <a:gd name="connsiteY15" fmla="*/ 0 h 339139"/>
              <a:gd name="connsiteX16" fmla="*/ 739665 w 10230346"/>
              <a:gd name="connsiteY16" fmla="*/ 0 h 339139"/>
              <a:gd name="connsiteX17" fmla="*/ 9785339 w 10230346"/>
              <a:gd name="connsiteY17" fmla="*/ 3175 h 339139"/>
              <a:gd name="connsiteX18" fmla="*/ 9568541 w 10230346"/>
              <a:gd name="connsiteY18" fmla="*/ 27997 h 339139"/>
              <a:gd name="connsiteX19" fmla="*/ 9540864 w 10230346"/>
              <a:gd name="connsiteY19" fmla="*/ 55995 h 339139"/>
              <a:gd name="connsiteX20" fmla="*/ 9522411 w 10230346"/>
              <a:gd name="connsiteY20" fmla="*/ 74659 h 339139"/>
              <a:gd name="connsiteX21" fmla="*/ 9540864 w 10230346"/>
              <a:gd name="connsiteY21" fmla="*/ 97990 h 339139"/>
              <a:gd name="connsiteX22" fmla="*/ 9568541 w 10230346"/>
              <a:gd name="connsiteY22" fmla="*/ 121320 h 339139"/>
              <a:gd name="connsiteX23" fmla="*/ 9545478 w 10230346"/>
              <a:gd name="connsiteY23" fmla="*/ 149317 h 339139"/>
              <a:gd name="connsiteX24" fmla="*/ 9540864 w 10230346"/>
              <a:gd name="connsiteY24" fmla="*/ 149317 h 339139"/>
              <a:gd name="connsiteX25" fmla="*/ 9522411 w 10230346"/>
              <a:gd name="connsiteY25" fmla="*/ 167982 h 339139"/>
              <a:gd name="connsiteX26" fmla="*/ 9540864 w 10230346"/>
              <a:gd name="connsiteY26" fmla="*/ 191313 h 339139"/>
              <a:gd name="connsiteX27" fmla="*/ 9568541 w 10230346"/>
              <a:gd name="connsiteY27" fmla="*/ 214644 h 339139"/>
              <a:gd name="connsiteX28" fmla="*/ 9540864 w 10230346"/>
              <a:gd name="connsiteY28" fmla="*/ 242641 h 339139"/>
              <a:gd name="connsiteX29" fmla="*/ 9522411 w 10230346"/>
              <a:gd name="connsiteY29" fmla="*/ 265971 h 339139"/>
              <a:gd name="connsiteX30" fmla="*/ 9540864 w 10230346"/>
              <a:gd name="connsiteY30" fmla="*/ 284636 h 339139"/>
              <a:gd name="connsiteX31" fmla="*/ 9598014 w 10230346"/>
              <a:gd name="connsiteY31" fmla="*/ 339139 h 339139"/>
              <a:gd name="connsiteX32" fmla="*/ 845227 w 10230346"/>
              <a:gd name="connsiteY32" fmla="*/ 335964 h 339139"/>
              <a:gd name="connsiteX33" fmla="*/ 0 w 10230346"/>
              <a:gd name="connsiteY33" fmla="*/ 335964 h 339139"/>
              <a:gd name="connsiteX34" fmla="*/ 0 w 10230346"/>
              <a:gd name="connsiteY34" fmla="*/ 0 h 339139"/>
              <a:gd name="connsiteX0" fmla="*/ 9609373 w 10882821"/>
              <a:gd name="connsiteY0" fmla="*/ 237817 h 339158"/>
              <a:gd name="connsiteX1" fmla="*/ 9632706 w 10882821"/>
              <a:gd name="connsiteY1" fmla="*/ 261358 h 339158"/>
              <a:gd name="connsiteX2" fmla="*/ 9609373 w 10882821"/>
              <a:gd name="connsiteY2" fmla="*/ 284899 h 339158"/>
              <a:gd name="connsiteX3" fmla="*/ 9586041 w 10882821"/>
              <a:gd name="connsiteY3" fmla="*/ 261358 h 339158"/>
              <a:gd name="connsiteX4" fmla="*/ 9609373 w 10882821"/>
              <a:gd name="connsiteY4" fmla="*/ 237817 h 339158"/>
              <a:gd name="connsiteX5" fmla="*/ 9669650 w 10882821"/>
              <a:gd name="connsiteY5" fmla="*/ 200069 h 339158"/>
              <a:gd name="connsiteX6" fmla="*/ 9683261 w 10882821"/>
              <a:gd name="connsiteY6" fmla="*/ 212909 h 339158"/>
              <a:gd name="connsiteX7" fmla="*/ 9669650 w 10882821"/>
              <a:gd name="connsiteY7" fmla="*/ 225749 h 339158"/>
              <a:gd name="connsiteX8" fmla="*/ 9656038 w 10882821"/>
              <a:gd name="connsiteY8" fmla="*/ 212909 h 339158"/>
              <a:gd name="connsiteX9" fmla="*/ 9669650 w 10882821"/>
              <a:gd name="connsiteY9" fmla="*/ 200069 h 339158"/>
              <a:gd name="connsiteX10" fmla="*/ 9609373 w 10882821"/>
              <a:gd name="connsiteY10" fmla="*/ 143445 h 339158"/>
              <a:gd name="connsiteX11" fmla="*/ 9632706 w 10882821"/>
              <a:gd name="connsiteY11" fmla="*/ 166987 h 339158"/>
              <a:gd name="connsiteX12" fmla="*/ 9609373 w 10882821"/>
              <a:gd name="connsiteY12" fmla="*/ 190527 h 339158"/>
              <a:gd name="connsiteX13" fmla="*/ 9586041 w 10882821"/>
              <a:gd name="connsiteY13" fmla="*/ 166987 h 339158"/>
              <a:gd name="connsiteX14" fmla="*/ 9609373 w 10882821"/>
              <a:gd name="connsiteY14" fmla="*/ 143445 h 339158"/>
              <a:gd name="connsiteX15" fmla="*/ 0 w 10882821"/>
              <a:gd name="connsiteY15" fmla="*/ 0 h 339158"/>
              <a:gd name="connsiteX16" fmla="*/ 739665 w 10882821"/>
              <a:gd name="connsiteY16" fmla="*/ 0 h 339158"/>
              <a:gd name="connsiteX17" fmla="*/ 9785339 w 10882821"/>
              <a:gd name="connsiteY17" fmla="*/ 3175 h 339158"/>
              <a:gd name="connsiteX18" fmla="*/ 9568541 w 10882821"/>
              <a:gd name="connsiteY18" fmla="*/ 27997 h 339158"/>
              <a:gd name="connsiteX19" fmla="*/ 9540864 w 10882821"/>
              <a:gd name="connsiteY19" fmla="*/ 55995 h 339158"/>
              <a:gd name="connsiteX20" fmla="*/ 9522411 w 10882821"/>
              <a:gd name="connsiteY20" fmla="*/ 74659 h 339158"/>
              <a:gd name="connsiteX21" fmla="*/ 9540864 w 10882821"/>
              <a:gd name="connsiteY21" fmla="*/ 97990 h 339158"/>
              <a:gd name="connsiteX22" fmla="*/ 9568541 w 10882821"/>
              <a:gd name="connsiteY22" fmla="*/ 121320 h 339158"/>
              <a:gd name="connsiteX23" fmla="*/ 9545478 w 10882821"/>
              <a:gd name="connsiteY23" fmla="*/ 149317 h 339158"/>
              <a:gd name="connsiteX24" fmla="*/ 9540864 w 10882821"/>
              <a:gd name="connsiteY24" fmla="*/ 149317 h 339158"/>
              <a:gd name="connsiteX25" fmla="*/ 9522411 w 10882821"/>
              <a:gd name="connsiteY25" fmla="*/ 167982 h 339158"/>
              <a:gd name="connsiteX26" fmla="*/ 9540864 w 10882821"/>
              <a:gd name="connsiteY26" fmla="*/ 191313 h 339158"/>
              <a:gd name="connsiteX27" fmla="*/ 9568541 w 10882821"/>
              <a:gd name="connsiteY27" fmla="*/ 214644 h 339158"/>
              <a:gd name="connsiteX28" fmla="*/ 9540864 w 10882821"/>
              <a:gd name="connsiteY28" fmla="*/ 242641 h 339158"/>
              <a:gd name="connsiteX29" fmla="*/ 9522411 w 10882821"/>
              <a:gd name="connsiteY29" fmla="*/ 265971 h 339158"/>
              <a:gd name="connsiteX30" fmla="*/ 9540864 w 10882821"/>
              <a:gd name="connsiteY30" fmla="*/ 284636 h 339158"/>
              <a:gd name="connsiteX31" fmla="*/ 9598014 w 10882821"/>
              <a:gd name="connsiteY31" fmla="*/ 339139 h 339158"/>
              <a:gd name="connsiteX32" fmla="*/ 845227 w 10882821"/>
              <a:gd name="connsiteY32" fmla="*/ 335964 h 339158"/>
              <a:gd name="connsiteX33" fmla="*/ 0 w 10882821"/>
              <a:gd name="connsiteY33" fmla="*/ 335964 h 339158"/>
              <a:gd name="connsiteX34" fmla="*/ 0 w 10882821"/>
              <a:gd name="connsiteY34" fmla="*/ 0 h 339158"/>
              <a:gd name="connsiteX0" fmla="*/ 9598014 w 10910786"/>
              <a:gd name="connsiteY0" fmla="*/ 339139 h 430579"/>
              <a:gd name="connsiteX1" fmla="*/ 845227 w 10910786"/>
              <a:gd name="connsiteY1" fmla="*/ 335964 h 430579"/>
              <a:gd name="connsiteX2" fmla="*/ 0 w 10910786"/>
              <a:gd name="connsiteY2" fmla="*/ 335964 h 430579"/>
              <a:gd name="connsiteX3" fmla="*/ 0 w 10910786"/>
              <a:gd name="connsiteY3" fmla="*/ 0 h 430579"/>
              <a:gd name="connsiteX4" fmla="*/ 9632706 w 10910786"/>
              <a:gd name="connsiteY4" fmla="*/ 261358 h 430579"/>
              <a:gd name="connsiteX5" fmla="*/ 9609373 w 10910786"/>
              <a:gd name="connsiteY5" fmla="*/ 284899 h 430579"/>
              <a:gd name="connsiteX6" fmla="*/ 9586041 w 10910786"/>
              <a:gd name="connsiteY6" fmla="*/ 261358 h 430579"/>
              <a:gd name="connsiteX7" fmla="*/ 9609373 w 10910786"/>
              <a:gd name="connsiteY7" fmla="*/ 237817 h 430579"/>
              <a:gd name="connsiteX8" fmla="*/ 9669650 w 10910786"/>
              <a:gd name="connsiteY8" fmla="*/ 200069 h 430579"/>
              <a:gd name="connsiteX9" fmla="*/ 9683261 w 10910786"/>
              <a:gd name="connsiteY9" fmla="*/ 212909 h 430579"/>
              <a:gd name="connsiteX10" fmla="*/ 9669650 w 10910786"/>
              <a:gd name="connsiteY10" fmla="*/ 225749 h 430579"/>
              <a:gd name="connsiteX11" fmla="*/ 9656038 w 10910786"/>
              <a:gd name="connsiteY11" fmla="*/ 212909 h 430579"/>
              <a:gd name="connsiteX12" fmla="*/ 9669650 w 10910786"/>
              <a:gd name="connsiteY12" fmla="*/ 200069 h 430579"/>
              <a:gd name="connsiteX13" fmla="*/ 9609373 w 10910786"/>
              <a:gd name="connsiteY13" fmla="*/ 143445 h 430579"/>
              <a:gd name="connsiteX14" fmla="*/ 9632706 w 10910786"/>
              <a:gd name="connsiteY14" fmla="*/ 166987 h 430579"/>
              <a:gd name="connsiteX15" fmla="*/ 9609373 w 10910786"/>
              <a:gd name="connsiteY15" fmla="*/ 190527 h 430579"/>
              <a:gd name="connsiteX16" fmla="*/ 9586041 w 10910786"/>
              <a:gd name="connsiteY16" fmla="*/ 166987 h 430579"/>
              <a:gd name="connsiteX17" fmla="*/ 9609373 w 10910786"/>
              <a:gd name="connsiteY17" fmla="*/ 143445 h 430579"/>
              <a:gd name="connsiteX18" fmla="*/ 0 w 10910786"/>
              <a:gd name="connsiteY18" fmla="*/ 0 h 430579"/>
              <a:gd name="connsiteX19" fmla="*/ 739665 w 10910786"/>
              <a:gd name="connsiteY19" fmla="*/ 0 h 430579"/>
              <a:gd name="connsiteX20" fmla="*/ 9785339 w 10910786"/>
              <a:gd name="connsiteY20" fmla="*/ 3175 h 430579"/>
              <a:gd name="connsiteX21" fmla="*/ 9568541 w 10910786"/>
              <a:gd name="connsiteY21" fmla="*/ 27997 h 430579"/>
              <a:gd name="connsiteX22" fmla="*/ 9540864 w 10910786"/>
              <a:gd name="connsiteY22" fmla="*/ 55995 h 430579"/>
              <a:gd name="connsiteX23" fmla="*/ 9522411 w 10910786"/>
              <a:gd name="connsiteY23" fmla="*/ 74659 h 430579"/>
              <a:gd name="connsiteX24" fmla="*/ 9540864 w 10910786"/>
              <a:gd name="connsiteY24" fmla="*/ 97990 h 430579"/>
              <a:gd name="connsiteX25" fmla="*/ 9568541 w 10910786"/>
              <a:gd name="connsiteY25" fmla="*/ 121320 h 430579"/>
              <a:gd name="connsiteX26" fmla="*/ 9545478 w 10910786"/>
              <a:gd name="connsiteY26" fmla="*/ 149317 h 430579"/>
              <a:gd name="connsiteX27" fmla="*/ 9540864 w 10910786"/>
              <a:gd name="connsiteY27" fmla="*/ 149317 h 430579"/>
              <a:gd name="connsiteX28" fmla="*/ 9522411 w 10910786"/>
              <a:gd name="connsiteY28" fmla="*/ 167982 h 430579"/>
              <a:gd name="connsiteX29" fmla="*/ 9540864 w 10910786"/>
              <a:gd name="connsiteY29" fmla="*/ 191313 h 430579"/>
              <a:gd name="connsiteX30" fmla="*/ 9568541 w 10910786"/>
              <a:gd name="connsiteY30" fmla="*/ 214644 h 430579"/>
              <a:gd name="connsiteX31" fmla="*/ 9540864 w 10910786"/>
              <a:gd name="connsiteY31" fmla="*/ 242641 h 430579"/>
              <a:gd name="connsiteX32" fmla="*/ 9522411 w 10910786"/>
              <a:gd name="connsiteY32" fmla="*/ 265971 h 430579"/>
              <a:gd name="connsiteX33" fmla="*/ 9540864 w 10910786"/>
              <a:gd name="connsiteY33" fmla="*/ 284636 h 430579"/>
              <a:gd name="connsiteX34" fmla="*/ 9689454 w 10910786"/>
              <a:gd name="connsiteY34" fmla="*/ 430579 h 43057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34" fmla="*/ 9540864 w 9786569"/>
              <a:gd name="connsiteY34" fmla="*/ 284636 h 339139"/>
              <a:gd name="connsiteX0" fmla="*/ 9598014 w 9786569"/>
              <a:gd name="connsiteY0" fmla="*/ 339139 h 339139"/>
              <a:gd name="connsiteX1" fmla="*/ 845227 w 9786569"/>
              <a:gd name="connsiteY1" fmla="*/ 335964 h 339139"/>
              <a:gd name="connsiteX2" fmla="*/ 0 w 9786569"/>
              <a:gd name="connsiteY2" fmla="*/ 335964 h 339139"/>
              <a:gd name="connsiteX3" fmla="*/ 0 w 9786569"/>
              <a:gd name="connsiteY3" fmla="*/ 0 h 339139"/>
              <a:gd name="connsiteX4" fmla="*/ 9632706 w 9786569"/>
              <a:gd name="connsiteY4" fmla="*/ 261358 h 339139"/>
              <a:gd name="connsiteX5" fmla="*/ 9609373 w 9786569"/>
              <a:gd name="connsiteY5" fmla="*/ 284899 h 339139"/>
              <a:gd name="connsiteX6" fmla="*/ 9586041 w 9786569"/>
              <a:gd name="connsiteY6" fmla="*/ 261358 h 339139"/>
              <a:gd name="connsiteX7" fmla="*/ 9609373 w 9786569"/>
              <a:gd name="connsiteY7" fmla="*/ 237817 h 339139"/>
              <a:gd name="connsiteX8" fmla="*/ 9598014 w 9786569"/>
              <a:gd name="connsiteY8" fmla="*/ 339139 h 339139"/>
              <a:gd name="connsiteX9" fmla="*/ 9669650 w 9786569"/>
              <a:gd name="connsiteY9" fmla="*/ 200069 h 339139"/>
              <a:gd name="connsiteX10" fmla="*/ 9683261 w 9786569"/>
              <a:gd name="connsiteY10" fmla="*/ 212909 h 339139"/>
              <a:gd name="connsiteX11" fmla="*/ 9669650 w 9786569"/>
              <a:gd name="connsiteY11" fmla="*/ 225749 h 339139"/>
              <a:gd name="connsiteX12" fmla="*/ 9656038 w 9786569"/>
              <a:gd name="connsiteY12" fmla="*/ 212909 h 339139"/>
              <a:gd name="connsiteX13" fmla="*/ 9669650 w 9786569"/>
              <a:gd name="connsiteY13" fmla="*/ 200069 h 339139"/>
              <a:gd name="connsiteX14" fmla="*/ 9609373 w 9786569"/>
              <a:gd name="connsiteY14" fmla="*/ 143445 h 339139"/>
              <a:gd name="connsiteX15" fmla="*/ 9632706 w 9786569"/>
              <a:gd name="connsiteY15" fmla="*/ 166987 h 339139"/>
              <a:gd name="connsiteX16" fmla="*/ 9609373 w 9786569"/>
              <a:gd name="connsiteY16" fmla="*/ 190527 h 339139"/>
              <a:gd name="connsiteX17" fmla="*/ 9586041 w 9786569"/>
              <a:gd name="connsiteY17" fmla="*/ 166987 h 339139"/>
              <a:gd name="connsiteX18" fmla="*/ 9609373 w 9786569"/>
              <a:gd name="connsiteY18" fmla="*/ 143445 h 339139"/>
              <a:gd name="connsiteX19" fmla="*/ 0 w 9786569"/>
              <a:gd name="connsiteY19" fmla="*/ 0 h 339139"/>
              <a:gd name="connsiteX20" fmla="*/ 739665 w 9786569"/>
              <a:gd name="connsiteY20" fmla="*/ 0 h 339139"/>
              <a:gd name="connsiteX21" fmla="*/ 9785339 w 9786569"/>
              <a:gd name="connsiteY21" fmla="*/ 3175 h 339139"/>
              <a:gd name="connsiteX22" fmla="*/ 9568541 w 9786569"/>
              <a:gd name="connsiteY22" fmla="*/ 27997 h 339139"/>
              <a:gd name="connsiteX23" fmla="*/ 9540864 w 9786569"/>
              <a:gd name="connsiteY23" fmla="*/ 55995 h 339139"/>
              <a:gd name="connsiteX24" fmla="*/ 9522411 w 9786569"/>
              <a:gd name="connsiteY24" fmla="*/ 74659 h 339139"/>
              <a:gd name="connsiteX25" fmla="*/ 9540864 w 9786569"/>
              <a:gd name="connsiteY25" fmla="*/ 97990 h 339139"/>
              <a:gd name="connsiteX26" fmla="*/ 9568541 w 9786569"/>
              <a:gd name="connsiteY26" fmla="*/ 121320 h 339139"/>
              <a:gd name="connsiteX27" fmla="*/ 9545478 w 9786569"/>
              <a:gd name="connsiteY27" fmla="*/ 149317 h 339139"/>
              <a:gd name="connsiteX28" fmla="*/ 9540864 w 9786569"/>
              <a:gd name="connsiteY28" fmla="*/ 149317 h 339139"/>
              <a:gd name="connsiteX29" fmla="*/ 9522411 w 9786569"/>
              <a:gd name="connsiteY29" fmla="*/ 167982 h 339139"/>
              <a:gd name="connsiteX30" fmla="*/ 9540864 w 9786569"/>
              <a:gd name="connsiteY30" fmla="*/ 191313 h 339139"/>
              <a:gd name="connsiteX31" fmla="*/ 9568541 w 9786569"/>
              <a:gd name="connsiteY31" fmla="*/ 214644 h 339139"/>
              <a:gd name="connsiteX32" fmla="*/ 9540864 w 9786569"/>
              <a:gd name="connsiteY32" fmla="*/ 242641 h 339139"/>
              <a:gd name="connsiteX33" fmla="*/ 9522411 w 9786569"/>
              <a:gd name="connsiteY33"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87794"/>
              <a:gd name="connsiteY0" fmla="*/ 339139 h 339139"/>
              <a:gd name="connsiteX1" fmla="*/ 845227 w 10387794"/>
              <a:gd name="connsiteY1" fmla="*/ 335964 h 339139"/>
              <a:gd name="connsiteX2" fmla="*/ 0 w 10387794"/>
              <a:gd name="connsiteY2" fmla="*/ 335964 h 339139"/>
              <a:gd name="connsiteX3" fmla="*/ 0 w 10387794"/>
              <a:gd name="connsiteY3" fmla="*/ 0 h 339139"/>
              <a:gd name="connsiteX4" fmla="*/ 9632706 w 10387794"/>
              <a:gd name="connsiteY4" fmla="*/ 261358 h 339139"/>
              <a:gd name="connsiteX5" fmla="*/ 9609373 w 10387794"/>
              <a:gd name="connsiteY5" fmla="*/ 284899 h 339139"/>
              <a:gd name="connsiteX6" fmla="*/ 9586041 w 10387794"/>
              <a:gd name="connsiteY6" fmla="*/ 261358 h 339139"/>
              <a:gd name="connsiteX7" fmla="*/ 9609373 w 10387794"/>
              <a:gd name="connsiteY7" fmla="*/ 237817 h 339139"/>
              <a:gd name="connsiteX8" fmla="*/ 9598014 w 10387794"/>
              <a:gd name="connsiteY8" fmla="*/ 339139 h 339139"/>
              <a:gd name="connsiteX9" fmla="*/ 9669650 w 10387794"/>
              <a:gd name="connsiteY9" fmla="*/ 200069 h 339139"/>
              <a:gd name="connsiteX10" fmla="*/ 9683261 w 10387794"/>
              <a:gd name="connsiteY10" fmla="*/ 212909 h 339139"/>
              <a:gd name="connsiteX11" fmla="*/ 9669650 w 10387794"/>
              <a:gd name="connsiteY11" fmla="*/ 225749 h 339139"/>
              <a:gd name="connsiteX12" fmla="*/ 9656038 w 10387794"/>
              <a:gd name="connsiteY12" fmla="*/ 212909 h 339139"/>
              <a:gd name="connsiteX13" fmla="*/ 9669650 w 10387794"/>
              <a:gd name="connsiteY13" fmla="*/ 200069 h 339139"/>
              <a:gd name="connsiteX14" fmla="*/ 9609373 w 10387794"/>
              <a:gd name="connsiteY14" fmla="*/ 143445 h 339139"/>
              <a:gd name="connsiteX15" fmla="*/ 9632706 w 10387794"/>
              <a:gd name="connsiteY15" fmla="*/ 166987 h 339139"/>
              <a:gd name="connsiteX16" fmla="*/ 9609373 w 10387794"/>
              <a:gd name="connsiteY16" fmla="*/ 190527 h 339139"/>
              <a:gd name="connsiteX17" fmla="*/ 9586041 w 10387794"/>
              <a:gd name="connsiteY17" fmla="*/ 166987 h 339139"/>
              <a:gd name="connsiteX18" fmla="*/ 9609373 w 10387794"/>
              <a:gd name="connsiteY18" fmla="*/ 143445 h 339139"/>
              <a:gd name="connsiteX19" fmla="*/ 0 w 10387794"/>
              <a:gd name="connsiteY19" fmla="*/ 0 h 339139"/>
              <a:gd name="connsiteX20" fmla="*/ 739665 w 10387794"/>
              <a:gd name="connsiteY20" fmla="*/ 0 h 339139"/>
              <a:gd name="connsiteX21" fmla="*/ 9785339 w 10387794"/>
              <a:gd name="connsiteY21" fmla="*/ 3175 h 339139"/>
              <a:gd name="connsiteX22" fmla="*/ 9540864 w 10387794"/>
              <a:gd name="connsiteY22" fmla="*/ 55995 h 339139"/>
              <a:gd name="connsiteX23" fmla="*/ 9522411 w 10387794"/>
              <a:gd name="connsiteY23" fmla="*/ 74659 h 339139"/>
              <a:gd name="connsiteX24" fmla="*/ 9540864 w 10387794"/>
              <a:gd name="connsiteY24" fmla="*/ 97990 h 339139"/>
              <a:gd name="connsiteX25" fmla="*/ 9568541 w 10387794"/>
              <a:gd name="connsiteY25" fmla="*/ 121320 h 339139"/>
              <a:gd name="connsiteX26" fmla="*/ 9545478 w 10387794"/>
              <a:gd name="connsiteY26" fmla="*/ 149317 h 339139"/>
              <a:gd name="connsiteX27" fmla="*/ 9540864 w 10387794"/>
              <a:gd name="connsiteY27" fmla="*/ 149317 h 339139"/>
              <a:gd name="connsiteX28" fmla="*/ 9522411 w 10387794"/>
              <a:gd name="connsiteY28" fmla="*/ 167982 h 339139"/>
              <a:gd name="connsiteX29" fmla="*/ 9540864 w 10387794"/>
              <a:gd name="connsiteY29" fmla="*/ 191313 h 339139"/>
              <a:gd name="connsiteX30" fmla="*/ 9568541 w 10387794"/>
              <a:gd name="connsiteY30" fmla="*/ 214644 h 339139"/>
              <a:gd name="connsiteX31" fmla="*/ 9540864 w 10387794"/>
              <a:gd name="connsiteY31" fmla="*/ 242641 h 339139"/>
              <a:gd name="connsiteX32" fmla="*/ 9522411 w 10387794"/>
              <a:gd name="connsiteY32" fmla="*/ 265971 h 339139"/>
              <a:gd name="connsiteX0" fmla="*/ 9598014 w 10373768"/>
              <a:gd name="connsiteY0" fmla="*/ 418315 h 418315"/>
              <a:gd name="connsiteX1" fmla="*/ 845227 w 10373768"/>
              <a:gd name="connsiteY1" fmla="*/ 415140 h 418315"/>
              <a:gd name="connsiteX2" fmla="*/ 0 w 10373768"/>
              <a:gd name="connsiteY2" fmla="*/ 415140 h 418315"/>
              <a:gd name="connsiteX3" fmla="*/ 0 w 10373768"/>
              <a:gd name="connsiteY3" fmla="*/ 79176 h 418315"/>
              <a:gd name="connsiteX4" fmla="*/ 9632706 w 10373768"/>
              <a:gd name="connsiteY4" fmla="*/ 340534 h 418315"/>
              <a:gd name="connsiteX5" fmla="*/ 9609373 w 10373768"/>
              <a:gd name="connsiteY5" fmla="*/ 364075 h 418315"/>
              <a:gd name="connsiteX6" fmla="*/ 9586041 w 10373768"/>
              <a:gd name="connsiteY6" fmla="*/ 340534 h 418315"/>
              <a:gd name="connsiteX7" fmla="*/ 9609373 w 10373768"/>
              <a:gd name="connsiteY7" fmla="*/ 316993 h 418315"/>
              <a:gd name="connsiteX8" fmla="*/ 9598014 w 10373768"/>
              <a:gd name="connsiteY8" fmla="*/ 418315 h 418315"/>
              <a:gd name="connsiteX9" fmla="*/ 9669650 w 10373768"/>
              <a:gd name="connsiteY9" fmla="*/ 279245 h 418315"/>
              <a:gd name="connsiteX10" fmla="*/ 9683261 w 10373768"/>
              <a:gd name="connsiteY10" fmla="*/ 292085 h 418315"/>
              <a:gd name="connsiteX11" fmla="*/ 9669650 w 10373768"/>
              <a:gd name="connsiteY11" fmla="*/ 304925 h 418315"/>
              <a:gd name="connsiteX12" fmla="*/ 9656038 w 10373768"/>
              <a:gd name="connsiteY12" fmla="*/ 292085 h 418315"/>
              <a:gd name="connsiteX13" fmla="*/ 9669650 w 10373768"/>
              <a:gd name="connsiteY13" fmla="*/ 279245 h 418315"/>
              <a:gd name="connsiteX14" fmla="*/ 9609373 w 10373768"/>
              <a:gd name="connsiteY14" fmla="*/ 222621 h 418315"/>
              <a:gd name="connsiteX15" fmla="*/ 9632706 w 10373768"/>
              <a:gd name="connsiteY15" fmla="*/ 246163 h 418315"/>
              <a:gd name="connsiteX16" fmla="*/ 9609373 w 10373768"/>
              <a:gd name="connsiteY16" fmla="*/ 269703 h 418315"/>
              <a:gd name="connsiteX17" fmla="*/ 9586041 w 10373768"/>
              <a:gd name="connsiteY17" fmla="*/ 246163 h 418315"/>
              <a:gd name="connsiteX18" fmla="*/ 9609373 w 10373768"/>
              <a:gd name="connsiteY18" fmla="*/ 222621 h 418315"/>
              <a:gd name="connsiteX19" fmla="*/ 0 w 10373768"/>
              <a:gd name="connsiteY19" fmla="*/ 79176 h 418315"/>
              <a:gd name="connsiteX20" fmla="*/ 739665 w 10373768"/>
              <a:gd name="connsiteY20" fmla="*/ 79176 h 418315"/>
              <a:gd name="connsiteX21" fmla="*/ 9785339 w 10373768"/>
              <a:gd name="connsiteY21" fmla="*/ 82351 h 418315"/>
              <a:gd name="connsiteX22" fmla="*/ 9540864 w 10373768"/>
              <a:gd name="connsiteY22" fmla="*/ 135171 h 418315"/>
              <a:gd name="connsiteX23" fmla="*/ 9522411 w 10373768"/>
              <a:gd name="connsiteY23" fmla="*/ 153835 h 418315"/>
              <a:gd name="connsiteX24" fmla="*/ 9540864 w 10373768"/>
              <a:gd name="connsiteY24" fmla="*/ 177166 h 418315"/>
              <a:gd name="connsiteX25" fmla="*/ 9568541 w 10373768"/>
              <a:gd name="connsiteY25" fmla="*/ 200496 h 418315"/>
              <a:gd name="connsiteX26" fmla="*/ 9545478 w 10373768"/>
              <a:gd name="connsiteY26" fmla="*/ 228493 h 418315"/>
              <a:gd name="connsiteX27" fmla="*/ 9540864 w 10373768"/>
              <a:gd name="connsiteY27" fmla="*/ 228493 h 418315"/>
              <a:gd name="connsiteX28" fmla="*/ 9522411 w 10373768"/>
              <a:gd name="connsiteY28" fmla="*/ 247158 h 418315"/>
              <a:gd name="connsiteX29" fmla="*/ 9540864 w 10373768"/>
              <a:gd name="connsiteY29" fmla="*/ 270489 h 418315"/>
              <a:gd name="connsiteX30" fmla="*/ 9568541 w 10373768"/>
              <a:gd name="connsiteY30" fmla="*/ 293820 h 418315"/>
              <a:gd name="connsiteX31" fmla="*/ 9540864 w 10373768"/>
              <a:gd name="connsiteY31" fmla="*/ 321817 h 418315"/>
              <a:gd name="connsiteX32" fmla="*/ 9522411 w 10373768"/>
              <a:gd name="connsiteY32" fmla="*/ 345147 h 418315"/>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40864 w 9785339"/>
              <a:gd name="connsiteY22" fmla="*/ 55995 h 339139"/>
              <a:gd name="connsiteX23" fmla="*/ 9522411 w 9785339"/>
              <a:gd name="connsiteY23" fmla="*/ 74659 h 339139"/>
              <a:gd name="connsiteX24" fmla="*/ 9540864 w 9785339"/>
              <a:gd name="connsiteY24" fmla="*/ 97990 h 339139"/>
              <a:gd name="connsiteX25" fmla="*/ 9568541 w 9785339"/>
              <a:gd name="connsiteY25" fmla="*/ 121320 h 339139"/>
              <a:gd name="connsiteX26" fmla="*/ 9545478 w 9785339"/>
              <a:gd name="connsiteY26" fmla="*/ 149317 h 339139"/>
              <a:gd name="connsiteX27" fmla="*/ 9540864 w 9785339"/>
              <a:gd name="connsiteY27" fmla="*/ 149317 h 339139"/>
              <a:gd name="connsiteX28" fmla="*/ 9522411 w 9785339"/>
              <a:gd name="connsiteY28" fmla="*/ 167982 h 339139"/>
              <a:gd name="connsiteX29" fmla="*/ 9540864 w 9785339"/>
              <a:gd name="connsiteY29" fmla="*/ 191313 h 339139"/>
              <a:gd name="connsiteX30" fmla="*/ 9568541 w 9785339"/>
              <a:gd name="connsiteY30" fmla="*/ 214644 h 339139"/>
              <a:gd name="connsiteX31" fmla="*/ 9540864 w 9785339"/>
              <a:gd name="connsiteY31" fmla="*/ 242641 h 339139"/>
              <a:gd name="connsiteX32" fmla="*/ 9522411 w 9785339"/>
              <a:gd name="connsiteY32" fmla="*/ 265971 h 339139"/>
              <a:gd name="connsiteX0" fmla="*/ 9598014 w 10504275"/>
              <a:gd name="connsiteY0" fmla="*/ 339139 h 339139"/>
              <a:gd name="connsiteX1" fmla="*/ 845227 w 10504275"/>
              <a:gd name="connsiteY1" fmla="*/ 335964 h 339139"/>
              <a:gd name="connsiteX2" fmla="*/ 0 w 10504275"/>
              <a:gd name="connsiteY2" fmla="*/ 335964 h 339139"/>
              <a:gd name="connsiteX3" fmla="*/ 0 w 10504275"/>
              <a:gd name="connsiteY3" fmla="*/ 0 h 339139"/>
              <a:gd name="connsiteX4" fmla="*/ 9632706 w 10504275"/>
              <a:gd name="connsiteY4" fmla="*/ 261358 h 339139"/>
              <a:gd name="connsiteX5" fmla="*/ 9609373 w 10504275"/>
              <a:gd name="connsiteY5" fmla="*/ 284899 h 339139"/>
              <a:gd name="connsiteX6" fmla="*/ 9586041 w 10504275"/>
              <a:gd name="connsiteY6" fmla="*/ 261358 h 339139"/>
              <a:gd name="connsiteX7" fmla="*/ 9609373 w 10504275"/>
              <a:gd name="connsiteY7" fmla="*/ 237817 h 339139"/>
              <a:gd name="connsiteX8" fmla="*/ 9598014 w 10504275"/>
              <a:gd name="connsiteY8" fmla="*/ 339139 h 339139"/>
              <a:gd name="connsiteX9" fmla="*/ 9669650 w 10504275"/>
              <a:gd name="connsiteY9" fmla="*/ 200069 h 339139"/>
              <a:gd name="connsiteX10" fmla="*/ 9683261 w 10504275"/>
              <a:gd name="connsiteY10" fmla="*/ 212909 h 339139"/>
              <a:gd name="connsiteX11" fmla="*/ 9669650 w 10504275"/>
              <a:gd name="connsiteY11" fmla="*/ 225749 h 339139"/>
              <a:gd name="connsiteX12" fmla="*/ 9656038 w 10504275"/>
              <a:gd name="connsiteY12" fmla="*/ 212909 h 339139"/>
              <a:gd name="connsiteX13" fmla="*/ 9669650 w 10504275"/>
              <a:gd name="connsiteY13" fmla="*/ 200069 h 339139"/>
              <a:gd name="connsiteX14" fmla="*/ 9609373 w 10504275"/>
              <a:gd name="connsiteY14" fmla="*/ 143445 h 339139"/>
              <a:gd name="connsiteX15" fmla="*/ 9632706 w 10504275"/>
              <a:gd name="connsiteY15" fmla="*/ 166987 h 339139"/>
              <a:gd name="connsiteX16" fmla="*/ 9609373 w 10504275"/>
              <a:gd name="connsiteY16" fmla="*/ 190527 h 339139"/>
              <a:gd name="connsiteX17" fmla="*/ 9586041 w 10504275"/>
              <a:gd name="connsiteY17" fmla="*/ 166987 h 339139"/>
              <a:gd name="connsiteX18" fmla="*/ 9609373 w 10504275"/>
              <a:gd name="connsiteY18" fmla="*/ 143445 h 339139"/>
              <a:gd name="connsiteX19" fmla="*/ 0 w 10504275"/>
              <a:gd name="connsiteY19" fmla="*/ 0 h 339139"/>
              <a:gd name="connsiteX20" fmla="*/ 739665 w 10504275"/>
              <a:gd name="connsiteY20" fmla="*/ 0 h 339139"/>
              <a:gd name="connsiteX21" fmla="*/ 9785339 w 10504275"/>
              <a:gd name="connsiteY21" fmla="*/ 3175 h 339139"/>
              <a:gd name="connsiteX22" fmla="*/ 9896464 w 10504275"/>
              <a:gd name="connsiteY22" fmla="*/ 294120 h 339139"/>
              <a:gd name="connsiteX23" fmla="*/ 9522411 w 10504275"/>
              <a:gd name="connsiteY23" fmla="*/ 74659 h 339139"/>
              <a:gd name="connsiteX24" fmla="*/ 9540864 w 10504275"/>
              <a:gd name="connsiteY24" fmla="*/ 97990 h 339139"/>
              <a:gd name="connsiteX25" fmla="*/ 9568541 w 10504275"/>
              <a:gd name="connsiteY25" fmla="*/ 121320 h 339139"/>
              <a:gd name="connsiteX26" fmla="*/ 9545478 w 10504275"/>
              <a:gd name="connsiteY26" fmla="*/ 149317 h 339139"/>
              <a:gd name="connsiteX27" fmla="*/ 9540864 w 10504275"/>
              <a:gd name="connsiteY27" fmla="*/ 149317 h 339139"/>
              <a:gd name="connsiteX28" fmla="*/ 9522411 w 10504275"/>
              <a:gd name="connsiteY28" fmla="*/ 167982 h 339139"/>
              <a:gd name="connsiteX29" fmla="*/ 9540864 w 10504275"/>
              <a:gd name="connsiteY29" fmla="*/ 191313 h 339139"/>
              <a:gd name="connsiteX30" fmla="*/ 9568541 w 10504275"/>
              <a:gd name="connsiteY30" fmla="*/ 214644 h 339139"/>
              <a:gd name="connsiteX31" fmla="*/ 9540864 w 10504275"/>
              <a:gd name="connsiteY31" fmla="*/ 242641 h 339139"/>
              <a:gd name="connsiteX32" fmla="*/ 9522411 w 10504275"/>
              <a:gd name="connsiteY32"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0" fmla="*/ 9598014 w 10381792"/>
              <a:gd name="connsiteY0" fmla="*/ 339139 h 339139"/>
              <a:gd name="connsiteX1" fmla="*/ 845227 w 10381792"/>
              <a:gd name="connsiteY1" fmla="*/ 335964 h 339139"/>
              <a:gd name="connsiteX2" fmla="*/ 0 w 10381792"/>
              <a:gd name="connsiteY2" fmla="*/ 335964 h 339139"/>
              <a:gd name="connsiteX3" fmla="*/ 0 w 10381792"/>
              <a:gd name="connsiteY3" fmla="*/ 0 h 339139"/>
              <a:gd name="connsiteX4" fmla="*/ 9632706 w 10381792"/>
              <a:gd name="connsiteY4" fmla="*/ 261358 h 339139"/>
              <a:gd name="connsiteX5" fmla="*/ 9609373 w 10381792"/>
              <a:gd name="connsiteY5" fmla="*/ 284899 h 339139"/>
              <a:gd name="connsiteX6" fmla="*/ 9586041 w 10381792"/>
              <a:gd name="connsiteY6" fmla="*/ 261358 h 339139"/>
              <a:gd name="connsiteX7" fmla="*/ 9609373 w 10381792"/>
              <a:gd name="connsiteY7" fmla="*/ 237817 h 339139"/>
              <a:gd name="connsiteX8" fmla="*/ 9598014 w 10381792"/>
              <a:gd name="connsiteY8" fmla="*/ 339139 h 339139"/>
              <a:gd name="connsiteX9" fmla="*/ 9669650 w 10381792"/>
              <a:gd name="connsiteY9" fmla="*/ 200069 h 339139"/>
              <a:gd name="connsiteX10" fmla="*/ 9683261 w 10381792"/>
              <a:gd name="connsiteY10" fmla="*/ 212909 h 339139"/>
              <a:gd name="connsiteX11" fmla="*/ 9669650 w 10381792"/>
              <a:gd name="connsiteY11" fmla="*/ 225749 h 339139"/>
              <a:gd name="connsiteX12" fmla="*/ 9656038 w 10381792"/>
              <a:gd name="connsiteY12" fmla="*/ 212909 h 339139"/>
              <a:gd name="connsiteX13" fmla="*/ 9669650 w 10381792"/>
              <a:gd name="connsiteY13" fmla="*/ 200069 h 339139"/>
              <a:gd name="connsiteX14" fmla="*/ 9609373 w 10381792"/>
              <a:gd name="connsiteY14" fmla="*/ 143445 h 339139"/>
              <a:gd name="connsiteX15" fmla="*/ 9632706 w 10381792"/>
              <a:gd name="connsiteY15" fmla="*/ 166987 h 339139"/>
              <a:gd name="connsiteX16" fmla="*/ 9609373 w 10381792"/>
              <a:gd name="connsiteY16" fmla="*/ 190527 h 339139"/>
              <a:gd name="connsiteX17" fmla="*/ 9586041 w 10381792"/>
              <a:gd name="connsiteY17" fmla="*/ 166987 h 339139"/>
              <a:gd name="connsiteX18" fmla="*/ 9609373 w 10381792"/>
              <a:gd name="connsiteY18" fmla="*/ 143445 h 339139"/>
              <a:gd name="connsiteX19" fmla="*/ 0 w 10381792"/>
              <a:gd name="connsiteY19" fmla="*/ 0 h 339139"/>
              <a:gd name="connsiteX20" fmla="*/ 739665 w 10381792"/>
              <a:gd name="connsiteY20" fmla="*/ 0 h 339139"/>
              <a:gd name="connsiteX21" fmla="*/ 9785339 w 10381792"/>
              <a:gd name="connsiteY21" fmla="*/ 3175 h 339139"/>
              <a:gd name="connsiteX22" fmla="*/ 9522411 w 10381792"/>
              <a:gd name="connsiteY22" fmla="*/ 74659 h 339139"/>
              <a:gd name="connsiteX23" fmla="*/ 9540864 w 10381792"/>
              <a:gd name="connsiteY23" fmla="*/ 97990 h 339139"/>
              <a:gd name="connsiteX24" fmla="*/ 9568541 w 10381792"/>
              <a:gd name="connsiteY24" fmla="*/ 121320 h 339139"/>
              <a:gd name="connsiteX25" fmla="*/ 9545478 w 10381792"/>
              <a:gd name="connsiteY25" fmla="*/ 149317 h 339139"/>
              <a:gd name="connsiteX26" fmla="*/ 9540864 w 10381792"/>
              <a:gd name="connsiteY26" fmla="*/ 149317 h 339139"/>
              <a:gd name="connsiteX27" fmla="*/ 9522411 w 10381792"/>
              <a:gd name="connsiteY27" fmla="*/ 167982 h 339139"/>
              <a:gd name="connsiteX28" fmla="*/ 9540864 w 10381792"/>
              <a:gd name="connsiteY28" fmla="*/ 191313 h 339139"/>
              <a:gd name="connsiteX29" fmla="*/ 9568541 w 10381792"/>
              <a:gd name="connsiteY29" fmla="*/ 214644 h 339139"/>
              <a:gd name="connsiteX30" fmla="*/ 9540864 w 10381792"/>
              <a:gd name="connsiteY30" fmla="*/ 242641 h 339139"/>
              <a:gd name="connsiteX31" fmla="*/ 9522411 w 10381792"/>
              <a:gd name="connsiteY31" fmla="*/ 265971 h 339139"/>
              <a:gd name="connsiteX32" fmla="*/ 9598014 w 10381792"/>
              <a:gd name="connsiteY32" fmla="*/ 339139 h 339139"/>
              <a:gd name="connsiteX0" fmla="*/ 9598014 w 9785339"/>
              <a:gd name="connsiteY0" fmla="*/ 339139 h 339139"/>
              <a:gd name="connsiteX1" fmla="*/ 845227 w 9785339"/>
              <a:gd name="connsiteY1" fmla="*/ 335964 h 339139"/>
              <a:gd name="connsiteX2" fmla="*/ 0 w 9785339"/>
              <a:gd name="connsiteY2" fmla="*/ 335964 h 339139"/>
              <a:gd name="connsiteX3" fmla="*/ 0 w 9785339"/>
              <a:gd name="connsiteY3" fmla="*/ 0 h 339139"/>
              <a:gd name="connsiteX4" fmla="*/ 9632706 w 9785339"/>
              <a:gd name="connsiteY4" fmla="*/ 261358 h 339139"/>
              <a:gd name="connsiteX5" fmla="*/ 9609373 w 9785339"/>
              <a:gd name="connsiteY5" fmla="*/ 284899 h 339139"/>
              <a:gd name="connsiteX6" fmla="*/ 9586041 w 9785339"/>
              <a:gd name="connsiteY6" fmla="*/ 261358 h 339139"/>
              <a:gd name="connsiteX7" fmla="*/ 9609373 w 9785339"/>
              <a:gd name="connsiteY7" fmla="*/ 237817 h 339139"/>
              <a:gd name="connsiteX8" fmla="*/ 9598014 w 9785339"/>
              <a:gd name="connsiteY8" fmla="*/ 339139 h 339139"/>
              <a:gd name="connsiteX9" fmla="*/ 9669650 w 9785339"/>
              <a:gd name="connsiteY9" fmla="*/ 200069 h 339139"/>
              <a:gd name="connsiteX10" fmla="*/ 9683261 w 9785339"/>
              <a:gd name="connsiteY10" fmla="*/ 212909 h 339139"/>
              <a:gd name="connsiteX11" fmla="*/ 9669650 w 9785339"/>
              <a:gd name="connsiteY11" fmla="*/ 225749 h 339139"/>
              <a:gd name="connsiteX12" fmla="*/ 9656038 w 9785339"/>
              <a:gd name="connsiteY12" fmla="*/ 212909 h 339139"/>
              <a:gd name="connsiteX13" fmla="*/ 9669650 w 9785339"/>
              <a:gd name="connsiteY13" fmla="*/ 200069 h 339139"/>
              <a:gd name="connsiteX14" fmla="*/ 9609373 w 9785339"/>
              <a:gd name="connsiteY14" fmla="*/ 143445 h 339139"/>
              <a:gd name="connsiteX15" fmla="*/ 9632706 w 9785339"/>
              <a:gd name="connsiteY15" fmla="*/ 166987 h 339139"/>
              <a:gd name="connsiteX16" fmla="*/ 9609373 w 9785339"/>
              <a:gd name="connsiteY16" fmla="*/ 190527 h 339139"/>
              <a:gd name="connsiteX17" fmla="*/ 9586041 w 9785339"/>
              <a:gd name="connsiteY17" fmla="*/ 166987 h 339139"/>
              <a:gd name="connsiteX18" fmla="*/ 9609373 w 9785339"/>
              <a:gd name="connsiteY18" fmla="*/ 143445 h 339139"/>
              <a:gd name="connsiteX19" fmla="*/ 0 w 9785339"/>
              <a:gd name="connsiteY19" fmla="*/ 0 h 339139"/>
              <a:gd name="connsiteX20" fmla="*/ 739665 w 9785339"/>
              <a:gd name="connsiteY20" fmla="*/ 0 h 339139"/>
              <a:gd name="connsiteX21" fmla="*/ 9785339 w 9785339"/>
              <a:gd name="connsiteY21" fmla="*/ 3175 h 339139"/>
              <a:gd name="connsiteX22" fmla="*/ 9522411 w 9785339"/>
              <a:gd name="connsiteY22" fmla="*/ 74659 h 339139"/>
              <a:gd name="connsiteX23" fmla="*/ 9540864 w 9785339"/>
              <a:gd name="connsiteY23" fmla="*/ 97990 h 339139"/>
              <a:gd name="connsiteX24" fmla="*/ 9568541 w 9785339"/>
              <a:gd name="connsiteY24" fmla="*/ 121320 h 339139"/>
              <a:gd name="connsiteX25" fmla="*/ 9545478 w 9785339"/>
              <a:gd name="connsiteY25" fmla="*/ 149317 h 339139"/>
              <a:gd name="connsiteX26" fmla="*/ 9540864 w 9785339"/>
              <a:gd name="connsiteY26" fmla="*/ 149317 h 339139"/>
              <a:gd name="connsiteX27" fmla="*/ 9522411 w 9785339"/>
              <a:gd name="connsiteY27" fmla="*/ 167982 h 339139"/>
              <a:gd name="connsiteX28" fmla="*/ 9540864 w 9785339"/>
              <a:gd name="connsiteY28" fmla="*/ 191313 h 339139"/>
              <a:gd name="connsiteX29" fmla="*/ 9568541 w 9785339"/>
              <a:gd name="connsiteY29" fmla="*/ 214644 h 339139"/>
              <a:gd name="connsiteX30" fmla="*/ 9540864 w 9785339"/>
              <a:gd name="connsiteY30" fmla="*/ 242641 h 339139"/>
              <a:gd name="connsiteX31" fmla="*/ 9522411 w 9785339"/>
              <a:gd name="connsiteY31" fmla="*/ 265971 h 339139"/>
              <a:gd name="connsiteX32" fmla="*/ 9598014 w 9785339"/>
              <a:gd name="connsiteY32" fmla="*/ 339139 h 339139"/>
              <a:gd name="connsiteX33" fmla="*/ 0 w 9785339"/>
              <a:gd name="connsiteY33"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609373 w 10386312"/>
              <a:gd name="connsiteY14" fmla="*/ 143445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9609373 w 10386312"/>
              <a:gd name="connsiteY18" fmla="*/ 143445 h 339139"/>
              <a:gd name="connsiteX19" fmla="*/ 0 w 10386312"/>
              <a:gd name="connsiteY19" fmla="*/ 0 h 339139"/>
              <a:gd name="connsiteX20" fmla="*/ 739665 w 10386312"/>
              <a:gd name="connsiteY20" fmla="*/ 0 h 339139"/>
              <a:gd name="connsiteX21" fmla="*/ 9785339 w 10386312"/>
              <a:gd name="connsiteY21" fmla="*/ 3175 h 339139"/>
              <a:gd name="connsiteX22" fmla="*/ 9540864 w 10386312"/>
              <a:gd name="connsiteY22" fmla="*/ 97990 h 339139"/>
              <a:gd name="connsiteX23" fmla="*/ 9568541 w 10386312"/>
              <a:gd name="connsiteY23" fmla="*/ 121320 h 339139"/>
              <a:gd name="connsiteX24" fmla="*/ 9545478 w 10386312"/>
              <a:gd name="connsiteY24" fmla="*/ 149317 h 339139"/>
              <a:gd name="connsiteX25" fmla="*/ 9540864 w 10386312"/>
              <a:gd name="connsiteY25" fmla="*/ 149317 h 339139"/>
              <a:gd name="connsiteX26" fmla="*/ 9522411 w 10386312"/>
              <a:gd name="connsiteY26" fmla="*/ 167982 h 339139"/>
              <a:gd name="connsiteX27" fmla="*/ 9540864 w 10386312"/>
              <a:gd name="connsiteY27" fmla="*/ 191313 h 339139"/>
              <a:gd name="connsiteX28" fmla="*/ 9568541 w 10386312"/>
              <a:gd name="connsiteY28" fmla="*/ 214644 h 339139"/>
              <a:gd name="connsiteX29" fmla="*/ 9540864 w 10386312"/>
              <a:gd name="connsiteY29" fmla="*/ 242641 h 339139"/>
              <a:gd name="connsiteX30" fmla="*/ 9522411 w 10386312"/>
              <a:gd name="connsiteY30" fmla="*/ 265971 h 339139"/>
              <a:gd name="connsiteX31" fmla="*/ 9598014 w 10386312"/>
              <a:gd name="connsiteY31" fmla="*/ 339139 h 339139"/>
              <a:gd name="connsiteX32" fmla="*/ 0 w 10386312"/>
              <a:gd name="connsiteY32" fmla="*/ 0 h 339139"/>
              <a:gd name="connsiteX0" fmla="*/ 9598014 w 10386312"/>
              <a:gd name="connsiteY0" fmla="*/ 339139 h 339139"/>
              <a:gd name="connsiteX1" fmla="*/ 845227 w 10386312"/>
              <a:gd name="connsiteY1" fmla="*/ 335964 h 339139"/>
              <a:gd name="connsiteX2" fmla="*/ 0 w 10386312"/>
              <a:gd name="connsiteY2" fmla="*/ 335964 h 339139"/>
              <a:gd name="connsiteX3" fmla="*/ 0 w 10386312"/>
              <a:gd name="connsiteY3" fmla="*/ 0 h 339139"/>
              <a:gd name="connsiteX4" fmla="*/ 9632706 w 10386312"/>
              <a:gd name="connsiteY4" fmla="*/ 261358 h 339139"/>
              <a:gd name="connsiteX5" fmla="*/ 9609373 w 10386312"/>
              <a:gd name="connsiteY5" fmla="*/ 284899 h 339139"/>
              <a:gd name="connsiteX6" fmla="*/ 9586041 w 10386312"/>
              <a:gd name="connsiteY6" fmla="*/ 261358 h 339139"/>
              <a:gd name="connsiteX7" fmla="*/ 9609373 w 10386312"/>
              <a:gd name="connsiteY7" fmla="*/ 237817 h 339139"/>
              <a:gd name="connsiteX8" fmla="*/ 9598014 w 10386312"/>
              <a:gd name="connsiteY8" fmla="*/ 339139 h 339139"/>
              <a:gd name="connsiteX9" fmla="*/ 9669650 w 10386312"/>
              <a:gd name="connsiteY9" fmla="*/ 200069 h 339139"/>
              <a:gd name="connsiteX10" fmla="*/ 9683261 w 10386312"/>
              <a:gd name="connsiteY10" fmla="*/ 212909 h 339139"/>
              <a:gd name="connsiteX11" fmla="*/ 9669650 w 10386312"/>
              <a:gd name="connsiteY11" fmla="*/ 225749 h 339139"/>
              <a:gd name="connsiteX12" fmla="*/ 9656038 w 10386312"/>
              <a:gd name="connsiteY12" fmla="*/ 212909 h 339139"/>
              <a:gd name="connsiteX13" fmla="*/ 9669650 w 10386312"/>
              <a:gd name="connsiteY13" fmla="*/ 200069 h 339139"/>
              <a:gd name="connsiteX14" fmla="*/ 9586041 w 10386312"/>
              <a:gd name="connsiteY14" fmla="*/ 166987 h 339139"/>
              <a:gd name="connsiteX15" fmla="*/ 9632706 w 10386312"/>
              <a:gd name="connsiteY15" fmla="*/ 166987 h 339139"/>
              <a:gd name="connsiteX16" fmla="*/ 9609373 w 10386312"/>
              <a:gd name="connsiteY16" fmla="*/ 190527 h 339139"/>
              <a:gd name="connsiteX17" fmla="*/ 9586041 w 10386312"/>
              <a:gd name="connsiteY17" fmla="*/ 166987 h 339139"/>
              <a:gd name="connsiteX18" fmla="*/ 0 w 10386312"/>
              <a:gd name="connsiteY18" fmla="*/ 0 h 339139"/>
              <a:gd name="connsiteX19" fmla="*/ 739665 w 10386312"/>
              <a:gd name="connsiteY19" fmla="*/ 0 h 339139"/>
              <a:gd name="connsiteX20" fmla="*/ 9785339 w 10386312"/>
              <a:gd name="connsiteY20" fmla="*/ 3175 h 339139"/>
              <a:gd name="connsiteX21" fmla="*/ 9540864 w 10386312"/>
              <a:gd name="connsiteY21" fmla="*/ 97990 h 339139"/>
              <a:gd name="connsiteX22" fmla="*/ 9568541 w 10386312"/>
              <a:gd name="connsiteY22" fmla="*/ 121320 h 339139"/>
              <a:gd name="connsiteX23" fmla="*/ 9545478 w 10386312"/>
              <a:gd name="connsiteY23" fmla="*/ 149317 h 339139"/>
              <a:gd name="connsiteX24" fmla="*/ 9540864 w 10386312"/>
              <a:gd name="connsiteY24" fmla="*/ 149317 h 339139"/>
              <a:gd name="connsiteX25" fmla="*/ 9522411 w 10386312"/>
              <a:gd name="connsiteY25" fmla="*/ 167982 h 339139"/>
              <a:gd name="connsiteX26" fmla="*/ 9540864 w 10386312"/>
              <a:gd name="connsiteY26" fmla="*/ 191313 h 339139"/>
              <a:gd name="connsiteX27" fmla="*/ 9568541 w 10386312"/>
              <a:gd name="connsiteY27" fmla="*/ 214644 h 339139"/>
              <a:gd name="connsiteX28" fmla="*/ 9540864 w 10386312"/>
              <a:gd name="connsiteY28" fmla="*/ 242641 h 339139"/>
              <a:gd name="connsiteX29" fmla="*/ 9522411 w 10386312"/>
              <a:gd name="connsiteY29" fmla="*/ 265971 h 339139"/>
              <a:gd name="connsiteX30" fmla="*/ 9598014 w 10386312"/>
              <a:gd name="connsiteY30" fmla="*/ 339139 h 339139"/>
              <a:gd name="connsiteX31" fmla="*/ 0 w 10386312"/>
              <a:gd name="connsiteY31" fmla="*/ 0 h 339139"/>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609373 w 10386312"/>
              <a:gd name="connsiteY5" fmla="*/ 284899 h 347620"/>
              <a:gd name="connsiteX6" fmla="*/ 9586041 w 10386312"/>
              <a:gd name="connsiteY6" fmla="*/ 261358 h 347620"/>
              <a:gd name="connsiteX7" fmla="*/ 9609373 w 10386312"/>
              <a:gd name="connsiteY7" fmla="*/ 237817 h 347620"/>
              <a:gd name="connsiteX8" fmla="*/ 9598014 w 10386312"/>
              <a:gd name="connsiteY8" fmla="*/ 339139 h 347620"/>
              <a:gd name="connsiteX9" fmla="*/ 9669650 w 10386312"/>
              <a:gd name="connsiteY9" fmla="*/ 200069 h 347620"/>
              <a:gd name="connsiteX10" fmla="*/ 9683261 w 10386312"/>
              <a:gd name="connsiteY10" fmla="*/ 212909 h 347620"/>
              <a:gd name="connsiteX11" fmla="*/ 9669650 w 10386312"/>
              <a:gd name="connsiteY11" fmla="*/ 225749 h 347620"/>
              <a:gd name="connsiteX12" fmla="*/ 9656038 w 10386312"/>
              <a:gd name="connsiteY12" fmla="*/ 212909 h 347620"/>
              <a:gd name="connsiteX13" fmla="*/ 9669650 w 10386312"/>
              <a:gd name="connsiteY13" fmla="*/ 200069 h 347620"/>
              <a:gd name="connsiteX14" fmla="*/ 9586041 w 10386312"/>
              <a:gd name="connsiteY14" fmla="*/ 166987 h 347620"/>
              <a:gd name="connsiteX15" fmla="*/ 9632706 w 10386312"/>
              <a:gd name="connsiteY15" fmla="*/ 166987 h 347620"/>
              <a:gd name="connsiteX16" fmla="*/ 9609373 w 10386312"/>
              <a:gd name="connsiteY16" fmla="*/ 190527 h 347620"/>
              <a:gd name="connsiteX17" fmla="*/ 9586041 w 10386312"/>
              <a:gd name="connsiteY17" fmla="*/ 166987 h 347620"/>
              <a:gd name="connsiteX18" fmla="*/ 0 w 10386312"/>
              <a:gd name="connsiteY18" fmla="*/ 0 h 347620"/>
              <a:gd name="connsiteX19" fmla="*/ 739665 w 10386312"/>
              <a:gd name="connsiteY19" fmla="*/ 0 h 347620"/>
              <a:gd name="connsiteX20" fmla="*/ 9785339 w 10386312"/>
              <a:gd name="connsiteY20" fmla="*/ 3175 h 347620"/>
              <a:gd name="connsiteX21" fmla="*/ 9540864 w 10386312"/>
              <a:gd name="connsiteY21" fmla="*/ 97990 h 347620"/>
              <a:gd name="connsiteX22" fmla="*/ 9568541 w 10386312"/>
              <a:gd name="connsiteY22" fmla="*/ 121320 h 347620"/>
              <a:gd name="connsiteX23" fmla="*/ 9545478 w 10386312"/>
              <a:gd name="connsiteY23" fmla="*/ 149317 h 347620"/>
              <a:gd name="connsiteX24" fmla="*/ 9540864 w 10386312"/>
              <a:gd name="connsiteY24" fmla="*/ 149317 h 347620"/>
              <a:gd name="connsiteX25" fmla="*/ 9522411 w 10386312"/>
              <a:gd name="connsiteY25" fmla="*/ 167982 h 347620"/>
              <a:gd name="connsiteX26" fmla="*/ 9540864 w 10386312"/>
              <a:gd name="connsiteY26" fmla="*/ 191313 h 347620"/>
              <a:gd name="connsiteX27" fmla="*/ 9568541 w 10386312"/>
              <a:gd name="connsiteY27" fmla="*/ 214644 h 347620"/>
              <a:gd name="connsiteX28" fmla="*/ 9540864 w 10386312"/>
              <a:gd name="connsiteY28" fmla="*/ 242641 h 347620"/>
              <a:gd name="connsiteX29" fmla="*/ 9598014 w 10386312"/>
              <a:gd name="connsiteY29" fmla="*/ 339139 h 347620"/>
              <a:gd name="connsiteX30" fmla="*/ 0 w 10386312"/>
              <a:gd name="connsiteY3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609373 w 10386312"/>
              <a:gd name="connsiteY6" fmla="*/ 237817 h 347620"/>
              <a:gd name="connsiteX7" fmla="*/ 9598014 w 10386312"/>
              <a:gd name="connsiteY7" fmla="*/ 339139 h 347620"/>
              <a:gd name="connsiteX8" fmla="*/ 9669650 w 10386312"/>
              <a:gd name="connsiteY8" fmla="*/ 200069 h 347620"/>
              <a:gd name="connsiteX9" fmla="*/ 9683261 w 10386312"/>
              <a:gd name="connsiteY9" fmla="*/ 212909 h 347620"/>
              <a:gd name="connsiteX10" fmla="*/ 9669650 w 10386312"/>
              <a:gd name="connsiteY10" fmla="*/ 225749 h 347620"/>
              <a:gd name="connsiteX11" fmla="*/ 9656038 w 10386312"/>
              <a:gd name="connsiteY11" fmla="*/ 212909 h 347620"/>
              <a:gd name="connsiteX12" fmla="*/ 9669650 w 10386312"/>
              <a:gd name="connsiteY12" fmla="*/ 200069 h 347620"/>
              <a:gd name="connsiteX13" fmla="*/ 9586041 w 10386312"/>
              <a:gd name="connsiteY13" fmla="*/ 166987 h 347620"/>
              <a:gd name="connsiteX14" fmla="*/ 9632706 w 10386312"/>
              <a:gd name="connsiteY14" fmla="*/ 166987 h 347620"/>
              <a:gd name="connsiteX15" fmla="*/ 9609373 w 10386312"/>
              <a:gd name="connsiteY15" fmla="*/ 190527 h 347620"/>
              <a:gd name="connsiteX16" fmla="*/ 9586041 w 10386312"/>
              <a:gd name="connsiteY16" fmla="*/ 166987 h 347620"/>
              <a:gd name="connsiteX17" fmla="*/ 0 w 10386312"/>
              <a:gd name="connsiteY17" fmla="*/ 0 h 347620"/>
              <a:gd name="connsiteX18" fmla="*/ 739665 w 10386312"/>
              <a:gd name="connsiteY18" fmla="*/ 0 h 347620"/>
              <a:gd name="connsiteX19" fmla="*/ 9785339 w 10386312"/>
              <a:gd name="connsiteY19" fmla="*/ 3175 h 347620"/>
              <a:gd name="connsiteX20" fmla="*/ 9540864 w 10386312"/>
              <a:gd name="connsiteY20" fmla="*/ 97990 h 347620"/>
              <a:gd name="connsiteX21" fmla="*/ 9568541 w 10386312"/>
              <a:gd name="connsiteY21" fmla="*/ 121320 h 347620"/>
              <a:gd name="connsiteX22" fmla="*/ 9545478 w 10386312"/>
              <a:gd name="connsiteY22" fmla="*/ 149317 h 347620"/>
              <a:gd name="connsiteX23" fmla="*/ 9540864 w 10386312"/>
              <a:gd name="connsiteY23" fmla="*/ 149317 h 347620"/>
              <a:gd name="connsiteX24" fmla="*/ 9522411 w 10386312"/>
              <a:gd name="connsiteY24" fmla="*/ 167982 h 347620"/>
              <a:gd name="connsiteX25" fmla="*/ 9540864 w 10386312"/>
              <a:gd name="connsiteY25" fmla="*/ 191313 h 347620"/>
              <a:gd name="connsiteX26" fmla="*/ 9568541 w 10386312"/>
              <a:gd name="connsiteY26" fmla="*/ 214644 h 347620"/>
              <a:gd name="connsiteX27" fmla="*/ 9540864 w 10386312"/>
              <a:gd name="connsiteY27" fmla="*/ 242641 h 347620"/>
              <a:gd name="connsiteX28" fmla="*/ 9598014 w 10386312"/>
              <a:gd name="connsiteY28" fmla="*/ 339139 h 347620"/>
              <a:gd name="connsiteX29" fmla="*/ 0 w 10386312"/>
              <a:gd name="connsiteY29"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632706 w 10386312"/>
              <a:gd name="connsiteY4" fmla="*/ 261358 h 347620"/>
              <a:gd name="connsiteX5" fmla="*/ 9586041 w 10386312"/>
              <a:gd name="connsiteY5" fmla="*/ 261358 h 347620"/>
              <a:gd name="connsiteX6" fmla="*/ 9598014 w 10386312"/>
              <a:gd name="connsiteY6" fmla="*/ 339139 h 347620"/>
              <a:gd name="connsiteX7" fmla="*/ 9669650 w 10386312"/>
              <a:gd name="connsiteY7" fmla="*/ 200069 h 347620"/>
              <a:gd name="connsiteX8" fmla="*/ 9683261 w 10386312"/>
              <a:gd name="connsiteY8" fmla="*/ 212909 h 347620"/>
              <a:gd name="connsiteX9" fmla="*/ 9669650 w 10386312"/>
              <a:gd name="connsiteY9" fmla="*/ 225749 h 347620"/>
              <a:gd name="connsiteX10" fmla="*/ 9656038 w 10386312"/>
              <a:gd name="connsiteY10" fmla="*/ 212909 h 347620"/>
              <a:gd name="connsiteX11" fmla="*/ 9669650 w 10386312"/>
              <a:gd name="connsiteY11" fmla="*/ 200069 h 347620"/>
              <a:gd name="connsiteX12" fmla="*/ 9586041 w 10386312"/>
              <a:gd name="connsiteY12" fmla="*/ 166987 h 347620"/>
              <a:gd name="connsiteX13" fmla="*/ 9632706 w 10386312"/>
              <a:gd name="connsiteY13" fmla="*/ 166987 h 347620"/>
              <a:gd name="connsiteX14" fmla="*/ 9609373 w 10386312"/>
              <a:gd name="connsiteY14" fmla="*/ 190527 h 347620"/>
              <a:gd name="connsiteX15" fmla="*/ 9586041 w 10386312"/>
              <a:gd name="connsiteY15" fmla="*/ 166987 h 347620"/>
              <a:gd name="connsiteX16" fmla="*/ 0 w 10386312"/>
              <a:gd name="connsiteY16" fmla="*/ 0 h 347620"/>
              <a:gd name="connsiteX17" fmla="*/ 739665 w 10386312"/>
              <a:gd name="connsiteY17" fmla="*/ 0 h 347620"/>
              <a:gd name="connsiteX18" fmla="*/ 9785339 w 10386312"/>
              <a:gd name="connsiteY18" fmla="*/ 3175 h 347620"/>
              <a:gd name="connsiteX19" fmla="*/ 9540864 w 10386312"/>
              <a:gd name="connsiteY19" fmla="*/ 97990 h 347620"/>
              <a:gd name="connsiteX20" fmla="*/ 9568541 w 10386312"/>
              <a:gd name="connsiteY20" fmla="*/ 121320 h 347620"/>
              <a:gd name="connsiteX21" fmla="*/ 9545478 w 10386312"/>
              <a:gd name="connsiteY21" fmla="*/ 149317 h 347620"/>
              <a:gd name="connsiteX22" fmla="*/ 9540864 w 10386312"/>
              <a:gd name="connsiteY22" fmla="*/ 149317 h 347620"/>
              <a:gd name="connsiteX23" fmla="*/ 9522411 w 10386312"/>
              <a:gd name="connsiteY23" fmla="*/ 167982 h 347620"/>
              <a:gd name="connsiteX24" fmla="*/ 9540864 w 10386312"/>
              <a:gd name="connsiteY24" fmla="*/ 191313 h 347620"/>
              <a:gd name="connsiteX25" fmla="*/ 9568541 w 10386312"/>
              <a:gd name="connsiteY25" fmla="*/ 214644 h 347620"/>
              <a:gd name="connsiteX26" fmla="*/ 9540864 w 10386312"/>
              <a:gd name="connsiteY26" fmla="*/ 242641 h 347620"/>
              <a:gd name="connsiteX27" fmla="*/ 9598014 w 10386312"/>
              <a:gd name="connsiteY27" fmla="*/ 339139 h 347620"/>
              <a:gd name="connsiteX28" fmla="*/ 0 w 10386312"/>
              <a:gd name="connsiteY28"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86041 w 10386312"/>
              <a:gd name="connsiteY4" fmla="*/ 261358 h 347620"/>
              <a:gd name="connsiteX5" fmla="*/ 9598014 w 10386312"/>
              <a:gd name="connsiteY5" fmla="*/ 339139 h 347620"/>
              <a:gd name="connsiteX6" fmla="*/ 9669650 w 10386312"/>
              <a:gd name="connsiteY6" fmla="*/ 200069 h 347620"/>
              <a:gd name="connsiteX7" fmla="*/ 9683261 w 10386312"/>
              <a:gd name="connsiteY7" fmla="*/ 212909 h 347620"/>
              <a:gd name="connsiteX8" fmla="*/ 9669650 w 10386312"/>
              <a:gd name="connsiteY8" fmla="*/ 225749 h 347620"/>
              <a:gd name="connsiteX9" fmla="*/ 9656038 w 10386312"/>
              <a:gd name="connsiteY9" fmla="*/ 212909 h 347620"/>
              <a:gd name="connsiteX10" fmla="*/ 9669650 w 10386312"/>
              <a:gd name="connsiteY10" fmla="*/ 200069 h 347620"/>
              <a:gd name="connsiteX11" fmla="*/ 9586041 w 10386312"/>
              <a:gd name="connsiteY11" fmla="*/ 166987 h 347620"/>
              <a:gd name="connsiteX12" fmla="*/ 9632706 w 10386312"/>
              <a:gd name="connsiteY12" fmla="*/ 166987 h 347620"/>
              <a:gd name="connsiteX13" fmla="*/ 9609373 w 10386312"/>
              <a:gd name="connsiteY13" fmla="*/ 190527 h 347620"/>
              <a:gd name="connsiteX14" fmla="*/ 9586041 w 10386312"/>
              <a:gd name="connsiteY14" fmla="*/ 166987 h 347620"/>
              <a:gd name="connsiteX15" fmla="*/ 0 w 10386312"/>
              <a:gd name="connsiteY15" fmla="*/ 0 h 347620"/>
              <a:gd name="connsiteX16" fmla="*/ 739665 w 10386312"/>
              <a:gd name="connsiteY16" fmla="*/ 0 h 347620"/>
              <a:gd name="connsiteX17" fmla="*/ 9785339 w 10386312"/>
              <a:gd name="connsiteY17" fmla="*/ 3175 h 347620"/>
              <a:gd name="connsiteX18" fmla="*/ 9540864 w 10386312"/>
              <a:gd name="connsiteY18" fmla="*/ 97990 h 347620"/>
              <a:gd name="connsiteX19" fmla="*/ 9568541 w 10386312"/>
              <a:gd name="connsiteY19" fmla="*/ 121320 h 347620"/>
              <a:gd name="connsiteX20" fmla="*/ 9545478 w 10386312"/>
              <a:gd name="connsiteY20" fmla="*/ 149317 h 347620"/>
              <a:gd name="connsiteX21" fmla="*/ 9540864 w 10386312"/>
              <a:gd name="connsiteY21" fmla="*/ 149317 h 347620"/>
              <a:gd name="connsiteX22" fmla="*/ 9522411 w 10386312"/>
              <a:gd name="connsiteY22" fmla="*/ 167982 h 347620"/>
              <a:gd name="connsiteX23" fmla="*/ 9540864 w 10386312"/>
              <a:gd name="connsiteY23" fmla="*/ 191313 h 347620"/>
              <a:gd name="connsiteX24" fmla="*/ 9568541 w 10386312"/>
              <a:gd name="connsiteY24" fmla="*/ 214644 h 347620"/>
              <a:gd name="connsiteX25" fmla="*/ 9540864 w 10386312"/>
              <a:gd name="connsiteY25" fmla="*/ 242641 h 347620"/>
              <a:gd name="connsiteX26" fmla="*/ 9598014 w 10386312"/>
              <a:gd name="connsiteY26" fmla="*/ 339139 h 347620"/>
              <a:gd name="connsiteX27" fmla="*/ 0 w 10386312"/>
              <a:gd name="connsiteY27"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0006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669650 w 10386312"/>
              <a:gd name="connsiteY9" fmla="*/ 200069 h 347620"/>
              <a:gd name="connsiteX10" fmla="*/ 9586041 w 10386312"/>
              <a:gd name="connsiteY10" fmla="*/ 166987 h 347620"/>
              <a:gd name="connsiteX11" fmla="*/ 9632706 w 10386312"/>
              <a:gd name="connsiteY11" fmla="*/ 166987 h 347620"/>
              <a:gd name="connsiteX12" fmla="*/ 9609373 w 10386312"/>
              <a:gd name="connsiteY12" fmla="*/ 190527 h 347620"/>
              <a:gd name="connsiteX13" fmla="*/ 9586041 w 10386312"/>
              <a:gd name="connsiteY13" fmla="*/ 166987 h 347620"/>
              <a:gd name="connsiteX14" fmla="*/ 0 w 10386312"/>
              <a:gd name="connsiteY14" fmla="*/ 0 h 347620"/>
              <a:gd name="connsiteX15" fmla="*/ 739665 w 10386312"/>
              <a:gd name="connsiteY15" fmla="*/ 0 h 347620"/>
              <a:gd name="connsiteX16" fmla="*/ 9785339 w 10386312"/>
              <a:gd name="connsiteY16" fmla="*/ 3175 h 347620"/>
              <a:gd name="connsiteX17" fmla="*/ 9540864 w 10386312"/>
              <a:gd name="connsiteY17" fmla="*/ 97990 h 347620"/>
              <a:gd name="connsiteX18" fmla="*/ 9568541 w 10386312"/>
              <a:gd name="connsiteY18" fmla="*/ 121320 h 347620"/>
              <a:gd name="connsiteX19" fmla="*/ 9545478 w 10386312"/>
              <a:gd name="connsiteY19" fmla="*/ 149317 h 347620"/>
              <a:gd name="connsiteX20" fmla="*/ 9540864 w 10386312"/>
              <a:gd name="connsiteY20" fmla="*/ 149317 h 347620"/>
              <a:gd name="connsiteX21" fmla="*/ 9522411 w 10386312"/>
              <a:gd name="connsiteY21" fmla="*/ 167982 h 347620"/>
              <a:gd name="connsiteX22" fmla="*/ 9540864 w 10386312"/>
              <a:gd name="connsiteY22" fmla="*/ 191313 h 347620"/>
              <a:gd name="connsiteX23" fmla="*/ 9568541 w 10386312"/>
              <a:gd name="connsiteY23" fmla="*/ 214644 h 347620"/>
              <a:gd name="connsiteX24" fmla="*/ 9540864 w 10386312"/>
              <a:gd name="connsiteY24" fmla="*/ 242641 h 347620"/>
              <a:gd name="connsiteX25" fmla="*/ 9598014 w 10386312"/>
              <a:gd name="connsiteY25" fmla="*/ 339139 h 347620"/>
              <a:gd name="connsiteX26" fmla="*/ 0 w 10386312"/>
              <a:gd name="connsiteY26"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56038 w 10386312"/>
              <a:gd name="connsiteY5" fmla="*/ 212909 h 347620"/>
              <a:gd name="connsiteX6" fmla="*/ 9683261 w 10386312"/>
              <a:gd name="connsiteY6" fmla="*/ 212909 h 347620"/>
              <a:gd name="connsiteX7" fmla="*/ 9669650 w 10386312"/>
              <a:gd name="connsiteY7" fmla="*/ 225749 h 347620"/>
              <a:gd name="connsiteX8" fmla="*/ 9656038 w 10386312"/>
              <a:gd name="connsiteY8" fmla="*/ 212909 h 347620"/>
              <a:gd name="connsiteX9" fmla="*/ 9586041 w 10386312"/>
              <a:gd name="connsiteY9" fmla="*/ 166987 h 347620"/>
              <a:gd name="connsiteX10" fmla="*/ 9632706 w 10386312"/>
              <a:gd name="connsiteY10" fmla="*/ 166987 h 347620"/>
              <a:gd name="connsiteX11" fmla="*/ 9609373 w 10386312"/>
              <a:gd name="connsiteY11" fmla="*/ 190527 h 347620"/>
              <a:gd name="connsiteX12" fmla="*/ 9586041 w 10386312"/>
              <a:gd name="connsiteY12" fmla="*/ 166987 h 347620"/>
              <a:gd name="connsiteX13" fmla="*/ 0 w 10386312"/>
              <a:gd name="connsiteY13" fmla="*/ 0 h 347620"/>
              <a:gd name="connsiteX14" fmla="*/ 739665 w 10386312"/>
              <a:gd name="connsiteY14" fmla="*/ 0 h 347620"/>
              <a:gd name="connsiteX15" fmla="*/ 9785339 w 10386312"/>
              <a:gd name="connsiteY15" fmla="*/ 3175 h 347620"/>
              <a:gd name="connsiteX16" fmla="*/ 9540864 w 10386312"/>
              <a:gd name="connsiteY16" fmla="*/ 97990 h 347620"/>
              <a:gd name="connsiteX17" fmla="*/ 9568541 w 10386312"/>
              <a:gd name="connsiteY17" fmla="*/ 121320 h 347620"/>
              <a:gd name="connsiteX18" fmla="*/ 9545478 w 10386312"/>
              <a:gd name="connsiteY18" fmla="*/ 149317 h 347620"/>
              <a:gd name="connsiteX19" fmla="*/ 9540864 w 10386312"/>
              <a:gd name="connsiteY19" fmla="*/ 149317 h 347620"/>
              <a:gd name="connsiteX20" fmla="*/ 9522411 w 10386312"/>
              <a:gd name="connsiteY20" fmla="*/ 167982 h 347620"/>
              <a:gd name="connsiteX21" fmla="*/ 9540864 w 10386312"/>
              <a:gd name="connsiteY21" fmla="*/ 191313 h 347620"/>
              <a:gd name="connsiteX22" fmla="*/ 9568541 w 10386312"/>
              <a:gd name="connsiteY22" fmla="*/ 214644 h 347620"/>
              <a:gd name="connsiteX23" fmla="*/ 9540864 w 10386312"/>
              <a:gd name="connsiteY23" fmla="*/ 242641 h 347620"/>
              <a:gd name="connsiteX24" fmla="*/ 9598014 w 10386312"/>
              <a:gd name="connsiteY24" fmla="*/ 339139 h 347620"/>
              <a:gd name="connsiteX25" fmla="*/ 0 w 10386312"/>
              <a:gd name="connsiteY25"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669650 w 10386312"/>
              <a:gd name="connsiteY5" fmla="*/ 225749 h 347620"/>
              <a:gd name="connsiteX6" fmla="*/ 9683261 w 10386312"/>
              <a:gd name="connsiteY6" fmla="*/ 212909 h 347620"/>
              <a:gd name="connsiteX7" fmla="*/ 9669650 w 10386312"/>
              <a:gd name="connsiteY7" fmla="*/ 225749 h 347620"/>
              <a:gd name="connsiteX8" fmla="*/ 9586041 w 10386312"/>
              <a:gd name="connsiteY8" fmla="*/ 166987 h 347620"/>
              <a:gd name="connsiteX9" fmla="*/ 9632706 w 10386312"/>
              <a:gd name="connsiteY9" fmla="*/ 166987 h 347620"/>
              <a:gd name="connsiteX10" fmla="*/ 9609373 w 10386312"/>
              <a:gd name="connsiteY10" fmla="*/ 190527 h 347620"/>
              <a:gd name="connsiteX11" fmla="*/ 9586041 w 10386312"/>
              <a:gd name="connsiteY11" fmla="*/ 166987 h 347620"/>
              <a:gd name="connsiteX12" fmla="*/ 0 w 10386312"/>
              <a:gd name="connsiteY12" fmla="*/ 0 h 347620"/>
              <a:gd name="connsiteX13" fmla="*/ 739665 w 10386312"/>
              <a:gd name="connsiteY13" fmla="*/ 0 h 347620"/>
              <a:gd name="connsiteX14" fmla="*/ 9785339 w 10386312"/>
              <a:gd name="connsiteY14" fmla="*/ 3175 h 347620"/>
              <a:gd name="connsiteX15" fmla="*/ 9540864 w 10386312"/>
              <a:gd name="connsiteY15" fmla="*/ 97990 h 347620"/>
              <a:gd name="connsiteX16" fmla="*/ 9568541 w 10386312"/>
              <a:gd name="connsiteY16" fmla="*/ 121320 h 347620"/>
              <a:gd name="connsiteX17" fmla="*/ 9545478 w 10386312"/>
              <a:gd name="connsiteY17" fmla="*/ 149317 h 347620"/>
              <a:gd name="connsiteX18" fmla="*/ 9540864 w 10386312"/>
              <a:gd name="connsiteY18" fmla="*/ 149317 h 347620"/>
              <a:gd name="connsiteX19" fmla="*/ 9522411 w 10386312"/>
              <a:gd name="connsiteY19" fmla="*/ 167982 h 347620"/>
              <a:gd name="connsiteX20" fmla="*/ 9540864 w 10386312"/>
              <a:gd name="connsiteY20" fmla="*/ 191313 h 347620"/>
              <a:gd name="connsiteX21" fmla="*/ 9568541 w 10386312"/>
              <a:gd name="connsiteY21" fmla="*/ 214644 h 347620"/>
              <a:gd name="connsiteX22" fmla="*/ 9540864 w 10386312"/>
              <a:gd name="connsiteY22" fmla="*/ 242641 h 347620"/>
              <a:gd name="connsiteX23" fmla="*/ 9598014 w 10386312"/>
              <a:gd name="connsiteY23" fmla="*/ 339139 h 347620"/>
              <a:gd name="connsiteX24" fmla="*/ 0 w 10386312"/>
              <a:gd name="connsiteY24"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32706 w 10386312"/>
              <a:gd name="connsiteY6" fmla="*/ 166987 h 347620"/>
              <a:gd name="connsiteX7" fmla="*/ 9609373 w 10386312"/>
              <a:gd name="connsiteY7" fmla="*/ 190527 h 347620"/>
              <a:gd name="connsiteX8" fmla="*/ 9586041 w 10386312"/>
              <a:gd name="connsiteY8" fmla="*/ 166987 h 347620"/>
              <a:gd name="connsiteX9" fmla="*/ 0 w 10386312"/>
              <a:gd name="connsiteY9" fmla="*/ 0 h 347620"/>
              <a:gd name="connsiteX10" fmla="*/ 739665 w 10386312"/>
              <a:gd name="connsiteY10" fmla="*/ 0 h 347620"/>
              <a:gd name="connsiteX11" fmla="*/ 9785339 w 10386312"/>
              <a:gd name="connsiteY11" fmla="*/ 3175 h 347620"/>
              <a:gd name="connsiteX12" fmla="*/ 9540864 w 10386312"/>
              <a:gd name="connsiteY12" fmla="*/ 97990 h 347620"/>
              <a:gd name="connsiteX13" fmla="*/ 9568541 w 10386312"/>
              <a:gd name="connsiteY13" fmla="*/ 121320 h 347620"/>
              <a:gd name="connsiteX14" fmla="*/ 9545478 w 10386312"/>
              <a:gd name="connsiteY14" fmla="*/ 149317 h 347620"/>
              <a:gd name="connsiteX15" fmla="*/ 9540864 w 10386312"/>
              <a:gd name="connsiteY15" fmla="*/ 149317 h 347620"/>
              <a:gd name="connsiteX16" fmla="*/ 9522411 w 10386312"/>
              <a:gd name="connsiteY16" fmla="*/ 167982 h 347620"/>
              <a:gd name="connsiteX17" fmla="*/ 9540864 w 10386312"/>
              <a:gd name="connsiteY17" fmla="*/ 191313 h 347620"/>
              <a:gd name="connsiteX18" fmla="*/ 9568541 w 10386312"/>
              <a:gd name="connsiteY18" fmla="*/ 214644 h 347620"/>
              <a:gd name="connsiteX19" fmla="*/ 9540864 w 10386312"/>
              <a:gd name="connsiteY19" fmla="*/ 242641 h 347620"/>
              <a:gd name="connsiteX20" fmla="*/ 9598014 w 10386312"/>
              <a:gd name="connsiteY20" fmla="*/ 339139 h 347620"/>
              <a:gd name="connsiteX21" fmla="*/ 0 w 10386312"/>
              <a:gd name="connsiteY21"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9586041 w 10386312"/>
              <a:gd name="connsiteY5" fmla="*/ 166987 h 347620"/>
              <a:gd name="connsiteX6" fmla="*/ 9609373 w 10386312"/>
              <a:gd name="connsiteY6" fmla="*/ 190527 h 347620"/>
              <a:gd name="connsiteX7" fmla="*/ 9586041 w 10386312"/>
              <a:gd name="connsiteY7" fmla="*/ 166987 h 347620"/>
              <a:gd name="connsiteX8" fmla="*/ 0 w 10386312"/>
              <a:gd name="connsiteY8" fmla="*/ 0 h 347620"/>
              <a:gd name="connsiteX9" fmla="*/ 739665 w 10386312"/>
              <a:gd name="connsiteY9" fmla="*/ 0 h 347620"/>
              <a:gd name="connsiteX10" fmla="*/ 9785339 w 10386312"/>
              <a:gd name="connsiteY10" fmla="*/ 3175 h 347620"/>
              <a:gd name="connsiteX11" fmla="*/ 9540864 w 10386312"/>
              <a:gd name="connsiteY11" fmla="*/ 97990 h 347620"/>
              <a:gd name="connsiteX12" fmla="*/ 9568541 w 10386312"/>
              <a:gd name="connsiteY12" fmla="*/ 121320 h 347620"/>
              <a:gd name="connsiteX13" fmla="*/ 9545478 w 10386312"/>
              <a:gd name="connsiteY13" fmla="*/ 149317 h 347620"/>
              <a:gd name="connsiteX14" fmla="*/ 9540864 w 10386312"/>
              <a:gd name="connsiteY14" fmla="*/ 149317 h 347620"/>
              <a:gd name="connsiteX15" fmla="*/ 9522411 w 10386312"/>
              <a:gd name="connsiteY15" fmla="*/ 167982 h 347620"/>
              <a:gd name="connsiteX16" fmla="*/ 9540864 w 10386312"/>
              <a:gd name="connsiteY16" fmla="*/ 191313 h 347620"/>
              <a:gd name="connsiteX17" fmla="*/ 9568541 w 10386312"/>
              <a:gd name="connsiteY17" fmla="*/ 214644 h 347620"/>
              <a:gd name="connsiteX18" fmla="*/ 9540864 w 10386312"/>
              <a:gd name="connsiteY18" fmla="*/ 242641 h 347620"/>
              <a:gd name="connsiteX19" fmla="*/ 9598014 w 10386312"/>
              <a:gd name="connsiteY19" fmla="*/ 339139 h 347620"/>
              <a:gd name="connsiteX20" fmla="*/ 0 w 10386312"/>
              <a:gd name="connsiteY20" fmla="*/ 0 h 347620"/>
              <a:gd name="connsiteX0" fmla="*/ 9598014 w 10386312"/>
              <a:gd name="connsiteY0" fmla="*/ 339139 h 347620"/>
              <a:gd name="connsiteX1" fmla="*/ 845227 w 10386312"/>
              <a:gd name="connsiteY1" fmla="*/ 335964 h 347620"/>
              <a:gd name="connsiteX2" fmla="*/ 0 w 10386312"/>
              <a:gd name="connsiteY2" fmla="*/ 335964 h 347620"/>
              <a:gd name="connsiteX3" fmla="*/ 0 w 10386312"/>
              <a:gd name="connsiteY3" fmla="*/ 0 h 347620"/>
              <a:gd name="connsiteX4" fmla="*/ 9598014 w 10386312"/>
              <a:gd name="connsiteY4" fmla="*/ 339139 h 347620"/>
              <a:gd name="connsiteX5" fmla="*/ 0 w 10386312"/>
              <a:gd name="connsiteY5" fmla="*/ 0 h 347620"/>
              <a:gd name="connsiteX6" fmla="*/ 739665 w 10386312"/>
              <a:gd name="connsiteY6" fmla="*/ 0 h 347620"/>
              <a:gd name="connsiteX7" fmla="*/ 9785339 w 10386312"/>
              <a:gd name="connsiteY7" fmla="*/ 3175 h 347620"/>
              <a:gd name="connsiteX8" fmla="*/ 9540864 w 10386312"/>
              <a:gd name="connsiteY8" fmla="*/ 97990 h 347620"/>
              <a:gd name="connsiteX9" fmla="*/ 9568541 w 10386312"/>
              <a:gd name="connsiteY9" fmla="*/ 121320 h 347620"/>
              <a:gd name="connsiteX10" fmla="*/ 9545478 w 10386312"/>
              <a:gd name="connsiteY10" fmla="*/ 149317 h 347620"/>
              <a:gd name="connsiteX11" fmla="*/ 9540864 w 10386312"/>
              <a:gd name="connsiteY11" fmla="*/ 149317 h 347620"/>
              <a:gd name="connsiteX12" fmla="*/ 9522411 w 10386312"/>
              <a:gd name="connsiteY12" fmla="*/ 167982 h 347620"/>
              <a:gd name="connsiteX13" fmla="*/ 9540864 w 10386312"/>
              <a:gd name="connsiteY13" fmla="*/ 191313 h 347620"/>
              <a:gd name="connsiteX14" fmla="*/ 9568541 w 10386312"/>
              <a:gd name="connsiteY14" fmla="*/ 214644 h 347620"/>
              <a:gd name="connsiteX15" fmla="*/ 9540864 w 10386312"/>
              <a:gd name="connsiteY15" fmla="*/ 242641 h 347620"/>
              <a:gd name="connsiteX16" fmla="*/ 9598014 w 10386312"/>
              <a:gd name="connsiteY16" fmla="*/ 339139 h 347620"/>
              <a:gd name="connsiteX17" fmla="*/ 0 w 10386312"/>
              <a:gd name="connsiteY17" fmla="*/ 0 h 347620"/>
              <a:gd name="connsiteX0" fmla="*/ 9598014 w 10386312"/>
              <a:gd name="connsiteY0" fmla="*/ 339139 h 347838"/>
              <a:gd name="connsiteX1" fmla="*/ 845227 w 10386312"/>
              <a:gd name="connsiteY1" fmla="*/ 335964 h 347838"/>
              <a:gd name="connsiteX2" fmla="*/ 0 w 10386312"/>
              <a:gd name="connsiteY2" fmla="*/ 335964 h 347838"/>
              <a:gd name="connsiteX3" fmla="*/ 0 w 10386312"/>
              <a:gd name="connsiteY3" fmla="*/ 0 h 347838"/>
              <a:gd name="connsiteX4" fmla="*/ 9598014 w 10386312"/>
              <a:gd name="connsiteY4" fmla="*/ 339139 h 347838"/>
              <a:gd name="connsiteX5" fmla="*/ 0 w 10386312"/>
              <a:gd name="connsiteY5" fmla="*/ 0 h 347838"/>
              <a:gd name="connsiteX6" fmla="*/ 739665 w 10386312"/>
              <a:gd name="connsiteY6" fmla="*/ 0 h 347838"/>
              <a:gd name="connsiteX7" fmla="*/ 9785339 w 10386312"/>
              <a:gd name="connsiteY7" fmla="*/ 3175 h 347838"/>
              <a:gd name="connsiteX8" fmla="*/ 9540864 w 10386312"/>
              <a:gd name="connsiteY8" fmla="*/ 97990 h 347838"/>
              <a:gd name="connsiteX9" fmla="*/ 9568541 w 10386312"/>
              <a:gd name="connsiteY9" fmla="*/ 121320 h 347838"/>
              <a:gd name="connsiteX10" fmla="*/ 9545478 w 10386312"/>
              <a:gd name="connsiteY10" fmla="*/ 149317 h 347838"/>
              <a:gd name="connsiteX11" fmla="*/ 9540864 w 10386312"/>
              <a:gd name="connsiteY11" fmla="*/ 149317 h 347838"/>
              <a:gd name="connsiteX12" fmla="*/ 9522411 w 10386312"/>
              <a:gd name="connsiteY12" fmla="*/ 167982 h 347838"/>
              <a:gd name="connsiteX13" fmla="*/ 9540864 w 10386312"/>
              <a:gd name="connsiteY13" fmla="*/ 191313 h 347838"/>
              <a:gd name="connsiteX14" fmla="*/ 9540864 w 10386312"/>
              <a:gd name="connsiteY14" fmla="*/ 242641 h 347838"/>
              <a:gd name="connsiteX15" fmla="*/ 9598014 w 10386312"/>
              <a:gd name="connsiteY15" fmla="*/ 339139 h 347838"/>
              <a:gd name="connsiteX16" fmla="*/ 0 w 10386312"/>
              <a:gd name="connsiteY16" fmla="*/ 0 h 347838"/>
              <a:gd name="connsiteX0" fmla="*/ 9598014 w 10387052"/>
              <a:gd name="connsiteY0" fmla="*/ 339139 h 347838"/>
              <a:gd name="connsiteX1" fmla="*/ 845227 w 10387052"/>
              <a:gd name="connsiteY1" fmla="*/ 335964 h 347838"/>
              <a:gd name="connsiteX2" fmla="*/ 0 w 10387052"/>
              <a:gd name="connsiteY2" fmla="*/ 335964 h 347838"/>
              <a:gd name="connsiteX3" fmla="*/ 0 w 10387052"/>
              <a:gd name="connsiteY3" fmla="*/ 0 h 347838"/>
              <a:gd name="connsiteX4" fmla="*/ 9598014 w 10387052"/>
              <a:gd name="connsiteY4" fmla="*/ 339139 h 347838"/>
              <a:gd name="connsiteX5" fmla="*/ 0 w 10387052"/>
              <a:gd name="connsiteY5" fmla="*/ 0 h 347838"/>
              <a:gd name="connsiteX6" fmla="*/ 739665 w 10387052"/>
              <a:gd name="connsiteY6" fmla="*/ 0 h 347838"/>
              <a:gd name="connsiteX7" fmla="*/ 9785339 w 10387052"/>
              <a:gd name="connsiteY7" fmla="*/ 3175 h 347838"/>
              <a:gd name="connsiteX8" fmla="*/ 9540864 w 10387052"/>
              <a:gd name="connsiteY8" fmla="*/ 97990 h 347838"/>
              <a:gd name="connsiteX9" fmla="*/ 9545478 w 10387052"/>
              <a:gd name="connsiteY9" fmla="*/ 149317 h 347838"/>
              <a:gd name="connsiteX10" fmla="*/ 9540864 w 10387052"/>
              <a:gd name="connsiteY10" fmla="*/ 149317 h 347838"/>
              <a:gd name="connsiteX11" fmla="*/ 9522411 w 10387052"/>
              <a:gd name="connsiteY11" fmla="*/ 167982 h 347838"/>
              <a:gd name="connsiteX12" fmla="*/ 9540864 w 10387052"/>
              <a:gd name="connsiteY12" fmla="*/ 191313 h 347838"/>
              <a:gd name="connsiteX13" fmla="*/ 9540864 w 10387052"/>
              <a:gd name="connsiteY13" fmla="*/ 242641 h 347838"/>
              <a:gd name="connsiteX14" fmla="*/ 9598014 w 10387052"/>
              <a:gd name="connsiteY14" fmla="*/ 339139 h 347838"/>
              <a:gd name="connsiteX15" fmla="*/ 0 w 10387052"/>
              <a:gd name="connsiteY15" fmla="*/ 0 h 347838"/>
              <a:gd name="connsiteX0" fmla="*/ 9598014 w 10388562"/>
              <a:gd name="connsiteY0" fmla="*/ 339139 h 347838"/>
              <a:gd name="connsiteX1" fmla="*/ 845227 w 10388562"/>
              <a:gd name="connsiteY1" fmla="*/ 335964 h 347838"/>
              <a:gd name="connsiteX2" fmla="*/ 0 w 10388562"/>
              <a:gd name="connsiteY2" fmla="*/ 335964 h 347838"/>
              <a:gd name="connsiteX3" fmla="*/ 0 w 10388562"/>
              <a:gd name="connsiteY3" fmla="*/ 0 h 347838"/>
              <a:gd name="connsiteX4" fmla="*/ 9598014 w 10388562"/>
              <a:gd name="connsiteY4" fmla="*/ 339139 h 347838"/>
              <a:gd name="connsiteX5" fmla="*/ 0 w 10388562"/>
              <a:gd name="connsiteY5" fmla="*/ 0 h 347838"/>
              <a:gd name="connsiteX6" fmla="*/ 739665 w 10388562"/>
              <a:gd name="connsiteY6" fmla="*/ 0 h 347838"/>
              <a:gd name="connsiteX7" fmla="*/ 9785339 w 10388562"/>
              <a:gd name="connsiteY7" fmla="*/ 3175 h 347838"/>
              <a:gd name="connsiteX8" fmla="*/ 9545478 w 10388562"/>
              <a:gd name="connsiteY8" fmla="*/ 149317 h 347838"/>
              <a:gd name="connsiteX9" fmla="*/ 9540864 w 10388562"/>
              <a:gd name="connsiteY9" fmla="*/ 149317 h 347838"/>
              <a:gd name="connsiteX10" fmla="*/ 9522411 w 10388562"/>
              <a:gd name="connsiteY10" fmla="*/ 167982 h 347838"/>
              <a:gd name="connsiteX11" fmla="*/ 9540864 w 10388562"/>
              <a:gd name="connsiteY11" fmla="*/ 191313 h 347838"/>
              <a:gd name="connsiteX12" fmla="*/ 9540864 w 10388562"/>
              <a:gd name="connsiteY12" fmla="*/ 242641 h 347838"/>
              <a:gd name="connsiteX13" fmla="*/ 9598014 w 10388562"/>
              <a:gd name="connsiteY13" fmla="*/ 339139 h 347838"/>
              <a:gd name="connsiteX14" fmla="*/ 0 w 10388562"/>
              <a:gd name="connsiteY14" fmla="*/ 0 h 347838"/>
              <a:gd name="connsiteX0" fmla="*/ 9598014 w 10389157"/>
              <a:gd name="connsiteY0" fmla="*/ 339139 h 347838"/>
              <a:gd name="connsiteX1" fmla="*/ 845227 w 10389157"/>
              <a:gd name="connsiteY1" fmla="*/ 335964 h 347838"/>
              <a:gd name="connsiteX2" fmla="*/ 0 w 10389157"/>
              <a:gd name="connsiteY2" fmla="*/ 335964 h 347838"/>
              <a:gd name="connsiteX3" fmla="*/ 0 w 10389157"/>
              <a:gd name="connsiteY3" fmla="*/ 0 h 347838"/>
              <a:gd name="connsiteX4" fmla="*/ 9598014 w 10389157"/>
              <a:gd name="connsiteY4" fmla="*/ 339139 h 347838"/>
              <a:gd name="connsiteX5" fmla="*/ 0 w 10389157"/>
              <a:gd name="connsiteY5" fmla="*/ 0 h 347838"/>
              <a:gd name="connsiteX6" fmla="*/ 739665 w 10389157"/>
              <a:gd name="connsiteY6" fmla="*/ 0 h 347838"/>
              <a:gd name="connsiteX7" fmla="*/ 9785339 w 10389157"/>
              <a:gd name="connsiteY7" fmla="*/ 3175 h 347838"/>
              <a:gd name="connsiteX8" fmla="*/ 9545478 w 10389157"/>
              <a:gd name="connsiteY8" fmla="*/ 149317 h 347838"/>
              <a:gd name="connsiteX9" fmla="*/ 9522411 w 10389157"/>
              <a:gd name="connsiteY9" fmla="*/ 167982 h 347838"/>
              <a:gd name="connsiteX10" fmla="*/ 9540864 w 10389157"/>
              <a:gd name="connsiteY10" fmla="*/ 191313 h 347838"/>
              <a:gd name="connsiteX11" fmla="*/ 9540864 w 10389157"/>
              <a:gd name="connsiteY11" fmla="*/ 242641 h 347838"/>
              <a:gd name="connsiteX12" fmla="*/ 9598014 w 10389157"/>
              <a:gd name="connsiteY12" fmla="*/ 339139 h 347838"/>
              <a:gd name="connsiteX13" fmla="*/ 0 w 10389157"/>
              <a:gd name="connsiteY13" fmla="*/ 0 h 347838"/>
              <a:gd name="connsiteX0" fmla="*/ 9598014 w 10381792"/>
              <a:gd name="connsiteY0" fmla="*/ 339139 h 347838"/>
              <a:gd name="connsiteX1" fmla="*/ 845227 w 10381792"/>
              <a:gd name="connsiteY1" fmla="*/ 335964 h 347838"/>
              <a:gd name="connsiteX2" fmla="*/ 0 w 10381792"/>
              <a:gd name="connsiteY2" fmla="*/ 335964 h 347838"/>
              <a:gd name="connsiteX3" fmla="*/ 0 w 10381792"/>
              <a:gd name="connsiteY3" fmla="*/ 0 h 347838"/>
              <a:gd name="connsiteX4" fmla="*/ 9598014 w 10381792"/>
              <a:gd name="connsiteY4" fmla="*/ 339139 h 347838"/>
              <a:gd name="connsiteX5" fmla="*/ 0 w 10381792"/>
              <a:gd name="connsiteY5" fmla="*/ 0 h 347838"/>
              <a:gd name="connsiteX6" fmla="*/ 739665 w 10381792"/>
              <a:gd name="connsiteY6" fmla="*/ 0 h 347838"/>
              <a:gd name="connsiteX7" fmla="*/ 9785339 w 10381792"/>
              <a:gd name="connsiteY7" fmla="*/ 3175 h 347838"/>
              <a:gd name="connsiteX8" fmla="*/ 9522411 w 10381792"/>
              <a:gd name="connsiteY8" fmla="*/ 167982 h 347838"/>
              <a:gd name="connsiteX9" fmla="*/ 9540864 w 10381792"/>
              <a:gd name="connsiteY9" fmla="*/ 191313 h 347838"/>
              <a:gd name="connsiteX10" fmla="*/ 9540864 w 10381792"/>
              <a:gd name="connsiteY10" fmla="*/ 242641 h 347838"/>
              <a:gd name="connsiteX11" fmla="*/ 9598014 w 10381792"/>
              <a:gd name="connsiteY11" fmla="*/ 339139 h 347838"/>
              <a:gd name="connsiteX12" fmla="*/ 0 w 10381792"/>
              <a:gd name="connsiteY12" fmla="*/ 0 h 347838"/>
              <a:gd name="connsiteX0" fmla="*/ 9598014 w 10387201"/>
              <a:gd name="connsiteY0" fmla="*/ 339139 h 347838"/>
              <a:gd name="connsiteX1" fmla="*/ 845227 w 10387201"/>
              <a:gd name="connsiteY1" fmla="*/ 335964 h 347838"/>
              <a:gd name="connsiteX2" fmla="*/ 0 w 10387201"/>
              <a:gd name="connsiteY2" fmla="*/ 335964 h 347838"/>
              <a:gd name="connsiteX3" fmla="*/ 0 w 10387201"/>
              <a:gd name="connsiteY3" fmla="*/ 0 h 347838"/>
              <a:gd name="connsiteX4" fmla="*/ 9598014 w 10387201"/>
              <a:gd name="connsiteY4" fmla="*/ 339139 h 347838"/>
              <a:gd name="connsiteX5" fmla="*/ 0 w 10387201"/>
              <a:gd name="connsiteY5" fmla="*/ 0 h 347838"/>
              <a:gd name="connsiteX6" fmla="*/ 739665 w 10387201"/>
              <a:gd name="connsiteY6" fmla="*/ 0 h 347838"/>
              <a:gd name="connsiteX7" fmla="*/ 9785339 w 10387201"/>
              <a:gd name="connsiteY7" fmla="*/ 3175 h 347838"/>
              <a:gd name="connsiteX8" fmla="*/ 9540864 w 10387201"/>
              <a:gd name="connsiteY8" fmla="*/ 191313 h 347838"/>
              <a:gd name="connsiteX9" fmla="*/ 9540864 w 10387201"/>
              <a:gd name="connsiteY9" fmla="*/ 242641 h 347838"/>
              <a:gd name="connsiteX10" fmla="*/ 9598014 w 10387201"/>
              <a:gd name="connsiteY10" fmla="*/ 339139 h 347838"/>
              <a:gd name="connsiteX11" fmla="*/ 0 w 10387201"/>
              <a:gd name="connsiteY11" fmla="*/ 0 h 347838"/>
              <a:gd name="connsiteX0" fmla="*/ 9598014 w 10385367"/>
              <a:gd name="connsiteY0" fmla="*/ 339139 h 350048"/>
              <a:gd name="connsiteX1" fmla="*/ 845227 w 10385367"/>
              <a:gd name="connsiteY1" fmla="*/ 335964 h 350048"/>
              <a:gd name="connsiteX2" fmla="*/ 0 w 10385367"/>
              <a:gd name="connsiteY2" fmla="*/ 335964 h 350048"/>
              <a:gd name="connsiteX3" fmla="*/ 0 w 10385367"/>
              <a:gd name="connsiteY3" fmla="*/ 0 h 350048"/>
              <a:gd name="connsiteX4" fmla="*/ 9598014 w 10385367"/>
              <a:gd name="connsiteY4" fmla="*/ 339139 h 350048"/>
              <a:gd name="connsiteX5" fmla="*/ 0 w 10385367"/>
              <a:gd name="connsiteY5" fmla="*/ 0 h 350048"/>
              <a:gd name="connsiteX6" fmla="*/ 739665 w 10385367"/>
              <a:gd name="connsiteY6" fmla="*/ 0 h 350048"/>
              <a:gd name="connsiteX7" fmla="*/ 9785339 w 10385367"/>
              <a:gd name="connsiteY7" fmla="*/ 3175 h 350048"/>
              <a:gd name="connsiteX8" fmla="*/ 9540864 w 10385367"/>
              <a:gd name="connsiteY8" fmla="*/ 242641 h 350048"/>
              <a:gd name="connsiteX9" fmla="*/ 9598014 w 10385367"/>
              <a:gd name="connsiteY9" fmla="*/ 339139 h 350048"/>
              <a:gd name="connsiteX10" fmla="*/ 0 w 10385367"/>
              <a:gd name="connsiteY10" fmla="*/ 0 h 350048"/>
              <a:gd name="connsiteX0" fmla="*/ 9598014 w 10858369"/>
              <a:gd name="connsiteY0" fmla="*/ 339139 h 339139"/>
              <a:gd name="connsiteX1" fmla="*/ 845227 w 10858369"/>
              <a:gd name="connsiteY1" fmla="*/ 335964 h 339139"/>
              <a:gd name="connsiteX2" fmla="*/ 0 w 10858369"/>
              <a:gd name="connsiteY2" fmla="*/ 335964 h 339139"/>
              <a:gd name="connsiteX3" fmla="*/ 0 w 10858369"/>
              <a:gd name="connsiteY3" fmla="*/ 0 h 339139"/>
              <a:gd name="connsiteX4" fmla="*/ 9598014 w 10858369"/>
              <a:gd name="connsiteY4" fmla="*/ 339139 h 339139"/>
              <a:gd name="connsiteX5" fmla="*/ 0 w 10858369"/>
              <a:gd name="connsiteY5" fmla="*/ 0 h 339139"/>
              <a:gd name="connsiteX6" fmla="*/ 739665 w 10858369"/>
              <a:gd name="connsiteY6" fmla="*/ 0 h 339139"/>
              <a:gd name="connsiteX7" fmla="*/ 9785339 w 10858369"/>
              <a:gd name="connsiteY7" fmla="*/ 3175 h 339139"/>
              <a:gd name="connsiteX8" fmla="*/ 9598014 w 10858369"/>
              <a:gd name="connsiteY8" fmla="*/ 339139 h 339139"/>
              <a:gd name="connsiteX9" fmla="*/ 0 w 10858369"/>
              <a:gd name="connsiteY9" fmla="*/ 0 h 339139"/>
              <a:gd name="connsiteX0" fmla="*/ 9598014 w 10374035"/>
              <a:gd name="connsiteY0" fmla="*/ 339139 h 339139"/>
              <a:gd name="connsiteX1" fmla="*/ 845227 w 10374035"/>
              <a:gd name="connsiteY1" fmla="*/ 335964 h 339139"/>
              <a:gd name="connsiteX2" fmla="*/ 0 w 10374035"/>
              <a:gd name="connsiteY2" fmla="*/ 335964 h 339139"/>
              <a:gd name="connsiteX3" fmla="*/ 0 w 10374035"/>
              <a:gd name="connsiteY3" fmla="*/ 0 h 339139"/>
              <a:gd name="connsiteX4" fmla="*/ 9598014 w 10374035"/>
              <a:gd name="connsiteY4" fmla="*/ 339139 h 339139"/>
              <a:gd name="connsiteX5" fmla="*/ 0 w 10374035"/>
              <a:gd name="connsiteY5" fmla="*/ 0 h 339139"/>
              <a:gd name="connsiteX6" fmla="*/ 739665 w 10374035"/>
              <a:gd name="connsiteY6" fmla="*/ 0 h 339139"/>
              <a:gd name="connsiteX7" fmla="*/ 9785339 w 10374035"/>
              <a:gd name="connsiteY7" fmla="*/ 3175 h 339139"/>
              <a:gd name="connsiteX8" fmla="*/ 9598014 w 10374035"/>
              <a:gd name="connsiteY8" fmla="*/ 339139 h 339139"/>
              <a:gd name="connsiteX9" fmla="*/ 0 w 10374035"/>
              <a:gd name="connsiteY9" fmla="*/ 0 h 339139"/>
              <a:gd name="connsiteX0" fmla="*/ 9598014 w 10398682"/>
              <a:gd name="connsiteY0" fmla="*/ 339139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9598014 w 10398682"/>
              <a:gd name="connsiteY5" fmla="*/ 339139 h 430579"/>
              <a:gd name="connsiteX6" fmla="*/ 0 w 10398682"/>
              <a:gd name="connsiteY6" fmla="*/ 0 h 430579"/>
              <a:gd name="connsiteX7" fmla="*/ 739665 w 10398682"/>
              <a:gd name="connsiteY7" fmla="*/ 0 h 430579"/>
              <a:gd name="connsiteX8" fmla="*/ 9785339 w 10398682"/>
              <a:gd name="connsiteY8" fmla="*/ 3175 h 430579"/>
              <a:gd name="connsiteX9" fmla="*/ 9689454 w 10398682"/>
              <a:gd name="connsiteY9" fmla="*/ 430579 h 430579"/>
              <a:gd name="connsiteX0" fmla="*/ 0 w 10398682"/>
              <a:gd name="connsiteY0" fmla="*/ 0 h 430579"/>
              <a:gd name="connsiteX1" fmla="*/ 0 w 10398682"/>
              <a:gd name="connsiteY1" fmla="*/ 0 h 430579"/>
              <a:gd name="connsiteX2" fmla="*/ 845227 w 10398682"/>
              <a:gd name="connsiteY2" fmla="*/ 335964 h 430579"/>
              <a:gd name="connsiteX3" fmla="*/ 0 w 10398682"/>
              <a:gd name="connsiteY3" fmla="*/ 335964 h 430579"/>
              <a:gd name="connsiteX4" fmla="*/ 0 w 10398682"/>
              <a:gd name="connsiteY4" fmla="*/ 0 h 430579"/>
              <a:gd name="connsiteX5" fmla="*/ 0 w 10398682"/>
              <a:gd name="connsiteY5" fmla="*/ 0 h 430579"/>
              <a:gd name="connsiteX6" fmla="*/ 739665 w 10398682"/>
              <a:gd name="connsiteY6" fmla="*/ 0 h 430579"/>
              <a:gd name="connsiteX7" fmla="*/ 9785339 w 10398682"/>
              <a:gd name="connsiteY7" fmla="*/ 3175 h 430579"/>
              <a:gd name="connsiteX8" fmla="*/ 9689454 w 10398682"/>
              <a:gd name="connsiteY8" fmla="*/ 430579 h 430579"/>
              <a:gd name="connsiteX0" fmla="*/ 0 w 10867773"/>
              <a:gd name="connsiteY0" fmla="*/ 0 h 336082"/>
              <a:gd name="connsiteX1" fmla="*/ 0 w 10867773"/>
              <a:gd name="connsiteY1" fmla="*/ 0 h 336082"/>
              <a:gd name="connsiteX2" fmla="*/ 845227 w 10867773"/>
              <a:gd name="connsiteY2" fmla="*/ 335964 h 336082"/>
              <a:gd name="connsiteX3" fmla="*/ 0 w 10867773"/>
              <a:gd name="connsiteY3" fmla="*/ 335964 h 336082"/>
              <a:gd name="connsiteX4" fmla="*/ 0 w 10867773"/>
              <a:gd name="connsiteY4" fmla="*/ 0 h 336082"/>
              <a:gd name="connsiteX5" fmla="*/ 0 w 10867773"/>
              <a:gd name="connsiteY5" fmla="*/ 0 h 336082"/>
              <a:gd name="connsiteX6" fmla="*/ 739665 w 10867773"/>
              <a:gd name="connsiteY6" fmla="*/ 0 h 336082"/>
              <a:gd name="connsiteX7" fmla="*/ 9785339 w 10867773"/>
              <a:gd name="connsiteY7" fmla="*/ 3175 h 336082"/>
              <a:gd name="connsiteX8" fmla="*/ 9676754 w 10867773"/>
              <a:gd name="connsiteY8" fmla="*/ 230554 h 336082"/>
              <a:gd name="connsiteX0" fmla="*/ 0 w 10840435"/>
              <a:gd name="connsiteY0" fmla="*/ 0 h 336082"/>
              <a:gd name="connsiteX1" fmla="*/ 0 w 10840435"/>
              <a:gd name="connsiteY1" fmla="*/ 0 h 336082"/>
              <a:gd name="connsiteX2" fmla="*/ 845227 w 10840435"/>
              <a:gd name="connsiteY2" fmla="*/ 335964 h 336082"/>
              <a:gd name="connsiteX3" fmla="*/ 0 w 10840435"/>
              <a:gd name="connsiteY3" fmla="*/ 335964 h 336082"/>
              <a:gd name="connsiteX4" fmla="*/ 0 w 10840435"/>
              <a:gd name="connsiteY4" fmla="*/ 0 h 336082"/>
              <a:gd name="connsiteX5" fmla="*/ 0 w 10840435"/>
              <a:gd name="connsiteY5" fmla="*/ 0 h 336082"/>
              <a:gd name="connsiteX6" fmla="*/ 739665 w 10840435"/>
              <a:gd name="connsiteY6" fmla="*/ 0 h 336082"/>
              <a:gd name="connsiteX7" fmla="*/ 9785339 w 10840435"/>
              <a:gd name="connsiteY7" fmla="*/ 3175 h 336082"/>
              <a:gd name="connsiteX8" fmla="*/ 9625954 w 10840435"/>
              <a:gd name="connsiteY8" fmla="*/ 335329 h 336082"/>
              <a:gd name="connsiteX0" fmla="*/ 0 w 10403938"/>
              <a:gd name="connsiteY0" fmla="*/ 0 h 336082"/>
              <a:gd name="connsiteX1" fmla="*/ 0 w 10403938"/>
              <a:gd name="connsiteY1" fmla="*/ 0 h 336082"/>
              <a:gd name="connsiteX2" fmla="*/ 845227 w 10403938"/>
              <a:gd name="connsiteY2" fmla="*/ 335964 h 336082"/>
              <a:gd name="connsiteX3" fmla="*/ 0 w 10403938"/>
              <a:gd name="connsiteY3" fmla="*/ 335964 h 336082"/>
              <a:gd name="connsiteX4" fmla="*/ 0 w 10403938"/>
              <a:gd name="connsiteY4" fmla="*/ 0 h 336082"/>
              <a:gd name="connsiteX5" fmla="*/ 0 w 10403938"/>
              <a:gd name="connsiteY5" fmla="*/ 0 h 336082"/>
              <a:gd name="connsiteX6" fmla="*/ 739665 w 10403938"/>
              <a:gd name="connsiteY6" fmla="*/ 0 h 336082"/>
              <a:gd name="connsiteX7" fmla="*/ 9785339 w 10403938"/>
              <a:gd name="connsiteY7" fmla="*/ 3175 h 336082"/>
              <a:gd name="connsiteX8" fmla="*/ 9625954 w 10403938"/>
              <a:gd name="connsiteY8" fmla="*/ 335329 h 336082"/>
              <a:gd name="connsiteX0" fmla="*/ 0 w 9785601"/>
              <a:gd name="connsiteY0" fmla="*/ 0 h 336082"/>
              <a:gd name="connsiteX1" fmla="*/ 0 w 9785601"/>
              <a:gd name="connsiteY1" fmla="*/ 0 h 336082"/>
              <a:gd name="connsiteX2" fmla="*/ 845227 w 9785601"/>
              <a:gd name="connsiteY2" fmla="*/ 335964 h 336082"/>
              <a:gd name="connsiteX3" fmla="*/ 0 w 9785601"/>
              <a:gd name="connsiteY3" fmla="*/ 335964 h 336082"/>
              <a:gd name="connsiteX4" fmla="*/ 0 w 9785601"/>
              <a:gd name="connsiteY4" fmla="*/ 0 h 336082"/>
              <a:gd name="connsiteX5" fmla="*/ 0 w 9785601"/>
              <a:gd name="connsiteY5" fmla="*/ 0 h 336082"/>
              <a:gd name="connsiteX6" fmla="*/ 739665 w 9785601"/>
              <a:gd name="connsiteY6" fmla="*/ 0 h 336082"/>
              <a:gd name="connsiteX7" fmla="*/ 9785339 w 9785601"/>
              <a:gd name="connsiteY7" fmla="*/ 3175 h 336082"/>
              <a:gd name="connsiteX8" fmla="*/ 9625954 w 9785601"/>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6350 h 336082"/>
              <a:gd name="connsiteX8" fmla="*/ 9625954 w 9798283"/>
              <a:gd name="connsiteY8" fmla="*/ 335329 h 336082"/>
              <a:gd name="connsiteX0" fmla="*/ 0 w 9941053"/>
              <a:gd name="connsiteY0" fmla="*/ 60328 h 396410"/>
              <a:gd name="connsiteX1" fmla="*/ 0 w 9941053"/>
              <a:gd name="connsiteY1" fmla="*/ 60328 h 396410"/>
              <a:gd name="connsiteX2" fmla="*/ 845227 w 9941053"/>
              <a:gd name="connsiteY2" fmla="*/ 396292 h 396410"/>
              <a:gd name="connsiteX3" fmla="*/ 0 w 9941053"/>
              <a:gd name="connsiteY3" fmla="*/ 396292 h 396410"/>
              <a:gd name="connsiteX4" fmla="*/ 0 w 9941053"/>
              <a:gd name="connsiteY4" fmla="*/ 60328 h 396410"/>
              <a:gd name="connsiteX5" fmla="*/ 0 w 9941053"/>
              <a:gd name="connsiteY5" fmla="*/ 60328 h 396410"/>
              <a:gd name="connsiteX6" fmla="*/ 739665 w 9941053"/>
              <a:gd name="connsiteY6" fmla="*/ 60328 h 396410"/>
              <a:gd name="connsiteX7" fmla="*/ 9940914 w 9941053"/>
              <a:gd name="connsiteY7" fmla="*/ 3 h 396410"/>
              <a:gd name="connsiteX8" fmla="*/ 9625954 w 9941053"/>
              <a:gd name="connsiteY8" fmla="*/ 395657 h 396410"/>
              <a:gd name="connsiteX0" fmla="*/ 0 w 9625954"/>
              <a:gd name="connsiteY0" fmla="*/ 0 h 336082"/>
              <a:gd name="connsiteX1" fmla="*/ 0 w 9625954"/>
              <a:gd name="connsiteY1" fmla="*/ 0 h 336082"/>
              <a:gd name="connsiteX2" fmla="*/ 845227 w 9625954"/>
              <a:gd name="connsiteY2" fmla="*/ 335964 h 336082"/>
              <a:gd name="connsiteX3" fmla="*/ 0 w 9625954"/>
              <a:gd name="connsiteY3" fmla="*/ 335964 h 336082"/>
              <a:gd name="connsiteX4" fmla="*/ 0 w 9625954"/>
              <a:gd name="connsiteY4" fmla="*/ 0 h 336082"/>
              <a:gd name="connsiteX5" fmla="*/ 0 w 9625954"/>
              <a:gd name="connsiteY5" fmla="*/ 0 h 336082"/>
              <a:gd name="connsiteX6" fmla="*/ 739665 w 9625954"/>
              <a:gd name="connsiteY6" fmla="*/ 0 h 336082"/>
              <a:gd name="connsiteX7" fmla="*/ 9229714 w 9625954"/>
              <a:gd name="connsiteY7" fmla="*/ 177800 h 336082"/>
              <a:gd name="connsiteX8" fmla="*/ 9625954 w 9625954"/>
              <a:gd name="connsiteY8" fmla="*/ 335329 h 336082"/>
              <a:gd name="connsiteX0" fmla="*/ 0 w 9798283"/>
              <a:gd name="connsiteY0" fmla="*/ 0 h 336082"/>
              <a:gd name="connsiteX1" fmla="*/ 0 w 9798283"/>
              <a:gd name="connsiteY1" fmla="*/ 0 h 336082"/>
              <a:gd name="connsiteX2" fmla="*/ 845227 w 9798283"/>
              <a:gd name="connsiteY2" fmla="*/ 335964 h 336082"/>
              <a:gd name="connsiteX3" fmla="*/ 0 w 9798283"/>
              <a:gd name="connsiteY3" fmla="*/ 335964 h 336082"/>
              <a:gd name="connsiteX4" fmla="*/ 0 w 9798283"/>
              <a:gd name="connsiteY4" fmla="*/ 0 h 336082"/>
              <a:gd name="connsiteX5" fmla="*/ 0 w 9798283"/>
              <a:gd name="connsiteY5" fmla="*/ 0 h 336082"/>
              <a:gd name="connsiteX6" fmla="*/ 739665 w 9798283"/>
              <a:gd name="connsiteY6" fmla="*/ 0 h 336082"/>
              <a:gd name="connsiteX7" fmla="*/ 9798039 w 9798283"/>
              <a:gd name="connsiteY7" fmla="*/ 3175 h 336082"/>
              <a:gd name="connsiteX8" fmla="*/ 9625954 w 9798283"/>
              <a:gd name="connsiteY8" fmla="*/ 335329 h 336082"/>
              <a:gd name="connsiteX0" fmla="*/ 0 w 10332581"/>
              <a:gd name="connsiteY0" fmla="*/ 0 h 336082"/>
              <a:gd name="connsiteX1" fmla="*/ 0 w 10332581"/>
              <a:gd name="connsiteY1" fmla="*/ 0 h 336082"/>
              <a:gd name="connsiteX2" fmla="*/ 845227 w 10332581"/>
              <a:gd name="connsiteY2" fmla="*/ 335964 h 336082"/>
              <a:gd name="connsiteX3" fmla="*/ 0 w 10332581"/>
              <a:gd name="connsiteY3" fmla="*/ 335964 h 336082"/>
              <a:gd name="connsiteX4" fmla="*/ 0 w 10332581"/>
              <a:gd name="connsiteY4" fmla="*/ 0 h 336082"/>
              <a:gd name="connsiteX5" fmla="*/ 0 w 10332581"/>
              <a:gd name="connsiteY5" fmla="*/ 0 h 336082"/>
              <a:gd name="connsiteX6" fmla="*/ 739665 w 10332581"/>
              <a:gd name="connsiteY6" fmla="*/ 0 h 336082"/>
              <a:gd name="connsiteX7" fmla="*/ 9798039 w 10332581"/>
              <a:gd name="connsiteY7" fmla="*/ 3175 h 336082"/>
              <a:gd name="connsiteX8" fmla="*/ 9333854 w 10332581"/>
              <a:gd name="connsiteY8" fmla="*/ 243254 h 336082"/>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739665 w 10410875"/>
              <a:gd name="connsiteY6" fmla="*/ 0 h 338504"/>
              <a:gd name="connsiteX7" fmla="*/ 9798039 w 10410875"/>
              <a:gd name="connsiteY7" fmla="*/ 3175 h 338504"/>
              <a:gd name="connsiteX8" fmla="*/ 9616429 w 10410875"/>
              <a:gd name="connsiteY8" fmla="*/ 338504 h 338504"/>
              <a:gd name="connsiteX0" fmla="*/ 0 w 10410875"/>
              <a:gd name="connsiteY0" fmla="*/ 0 h 338504"/>
              <a:gd name="connsiteX1" fmla="*/ 0 w 10410875"/>
              <a:gd name="connsiteY1" fmla="*/ 0 h 338504"/>
              <a:gd name="connsiteX2" fmla="*/ 845227 w 10410875"/>
              <a:gd name="connsiteY2" fmla="*/ 335964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10410875"/>
              <a:gd name="connsiteY0" fmla="*/ 0 h 338504"/>
              <a:gd name="connsiteX1" fmla="*/ 0 w 10410875"/>
              <a:gd name="connsiteY1" fmla="*/ 0 h 338504"/>
              <a:gd name="connsiteX2" fmla="*/ 4450166 w 10410875"/>
              <a:gd name="connsiteY2" fmla="*/ 331176 h 338504"/>
              <a:gd name="connsiteX3" fmla="*/ 0 w 10410875"/>
              <a:gd name="connsiteY3" fmla="*/ 335964 h 338504"/>
              <a:gd name="connsiteX4" fmla="*/ 0 w 10410875"/>
              <a:gd name="connsiteY4" fmla="*/ 0 h 338504"/>
              <a:gd name="connsiteX5" fmla="*/ 0 w 10410875"/>
              <a:gd name="connsiteY5" fmla="*/ 0 h 338504"/>
              <a:gd name="connsiteX6" fmla="*/ 9798039 w 10410875"/>
              <a:gd name="connsiteY6" fmla="*/ 3175 h 338504"/>
              <a:gd name="connsiteX7" fmla="*/ 9616429 w 10410875"/>
              <a:gd name="connsiteY7" fmla="*/ 338504 h 338504"/>
              <a:gd name="connsiteX0" fmla="*/ 0 w 9798039"/>
              <a:gd name="connsiteY0" fmla="*/ 0 h 335964"/>
              <a:gd name="connsiteX1" fmla="*/ 0 w 9798039"/>
              <a:gd name="connsiteY1" fmla="*/ 0 h 335964"/>
              <a:gd name="connsiteX2" fmla="*/ 4450166 w 9798039"/>
              <a:gd name="connsiteY2" fmla="*/ 331176 h 335964"/>
              <a:gd name="connsiteX3" fmla="*/ 0 w 9798039"/>
              <a:gd name="connsiteY3" fmla="*/ 335964 h 335964"/>
              <a:gd name="connsiteX4" fmla="*/ 0 w 9798039"/>
              <a:gd name="connsiteY4" fmla="*/ 0 h 335964"/>
              <a:gd name="connsiteX5" fmla="*/ 0 w 9798039"/>
              <a:gd name="connsiteY5" fmla="*/ 0 h 335964"/>
              <a:gd name="connsiteX6" fmla="*/ 9798039 w 9798039"/>
              <a:gd name="connsiteY6" fmla="*/ 3175 h 335964"/>
              <a:gd name="connsiteX0" fmla="*/ 0 w 4808553"/>
              <a:gd name="connsiteY0" fmla="*/ 0 h 335964"/>
              <a:gd name="connsiteX1" fmla="*/ 0 w 4808553"/>
              <a:gd name="connsiteY1" fmla="*/ 0 h 335964"/>
              <a:gd name="connsiteX2" fmla="*/ 4450166 w 4808553"/>
              <a:gd name="connsiteY2" fmla="*/ 331176 h 335964"/>
              <a:gd name="connsiteX3" fmla="*/ 0 w 4808553"/>
              <a:gd name="connsiteY3" fmla="*/ 335964 h 335964"/>
              <a:gd name="connsiteX4" fmla="*/ 0 w 4808553"/>
              <a:gd name="connsiteY4" fmla="*/ 0 h 335964"/>
              <a:gd name="connsiteX0" fmla="*/ 77078 w 4528022"/>
              <a:gd name="connsiteY0" fmla="*/ 10269 h 365804"/>
              <a:gd name="connsiteX1" fmla="*/ 77078 w 4528022"/>
              <a:gd name="connsiteY1" fmla="*/ 10269 h 365804"/>
              <a:gd name="connsiteX2" fmla="*/ 436136 w 4528022"/>
              <a:gd name="connsiteY2" fmla="*/ 29857 h 365804"/>
              <a:gd name="connsiteX3" fmla="*/ 4527244 w 4528022"/>
              <a:gd name="connsiteY3" fmla="*/ 341445 h 365804"/>
              <a:gd name="connsiteX4" fmla="*/ 77078 w 4528022"/>
              <a:gd name="connsiteY4" fmla="*/ 346233 h 365804"/>
              <a:gd name="connsiteX5" fmla="*/ 77078 w 4528022"/>
              <a:gd name="connsiteY5" fmla="*/ 10269 h 365804"/>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810227"/>
              <a:gd name="connsiteY0" fmla="*/ 0 h 353412"/>
              <a:gd name="connsiteX1" fmla="*/ 0 w 4810227"/>
              <a:gd name="connsiteY1" fmla="*/ 0 h 353412"/>
              <a:gd name="connsiteX2" fmla="*/ 4035808 w 4810227"/>
              <a:gd name="connsiteY2" fmla="*/ 48312 h 353412"/>
              <a:gd name="connsiteX3" fmla="*/ 4450166 w 4810227"/>
              <a:gd name="connsiteY3" fmla="*/ 331176 h 353412"/>
              <a:gd name="connsiteX4" fmla="*/ 0 w 4810227"/>
              <a:gd name="connsiteY4" fmla="*/ 335964 h 353412"/>
              <a:gd name="connsiteX5" fmla="*/ 0 w 4810227"/>
              <a:gd name="connsiteY5" fmla="*/ 0 h 353412"/>
              <a:gd name="connsiteX0" fmla="*/ 0 w 4973015"/>
              <a:gd name="connsiteY0" fmla="*/ 0 h 356920"/>
              <a:gd name="connsiteX1" fmla="*/ 0 w 4973015"/>
              <a:gd name="connsiteY1" fmla="*/ 0 h 356920"/>
              <a:gd name="connsiteX2" fmla="*/ 4035808 w 4973015"/>
              <a:gd name="connsiteY2" fmla="*/ 48312 h 356920"/>
              <a:gd name="connsiteX3" fmla="*/ 4673465 w 4973015"/>
              <a:gd name="connsiteY3" fmla="*/ 335963 h 356920"/>
              <a:gd name="connsiteX4" fmla="*/ 0 w 4973015"/>
              <a:gd name="connsiteY4" fmla="*/ 335964 h 356920"/>
              <a:gd name="connsiteX5" fmla="*/ 0 w 4973015"/>
              <a:gd name="connsiteY5" fmla="*/ 0 h 356920"/>
              <a:gd name="connsiteX0" fmla="*/ 0 w 4971985"/>
              <a:gd name="connsiteY0" fmla="*/ 0 h 339915"/>
              <a:gd name="connsiteX1" fmla="*/ 0 w 4971985"/>
              <a:gd name="connsiteY1" fmla="*/ 0 h 339915"/>
              <a:gd name="connsiteX2" fmla="*/ 4035808 w 4971985"/>
              <a:gd name="connsiteY2" fmla="*/ 48312 h 339915"/>
              <a:gd name="connsiteX3" fmla="*/ 4673465 w 4971985"/>
              <a:gd name="connsiteY3" fmla="*/ 335963 h 339915"/>
              <a:gd name="connsiteX4" fmla="*/ 0 w 4971985"/>
              <a:gd name="connsiteY4" fmla="*/ 335964 h 339915"/>
              <a:gd name="connsiteX5" fmla="*/ 0 w 4971985"/>
              <a:gd name="connsiteY5" fmla="*/ 0 h 339915"/>
              <a:gd name="connsiteX0" fmla="*/ 0 w 4977139"/>
              <a:gd name="connsiteY0" fmla="*/ 0 h 335964"/>
              <a:gd name="connsiteX1" fmla="*/ 0 w 4977139"/>
              <a:gd name="connsiteY1" fmla="*/ 0 h 335964"/>
              <a:gd name="connsiteX2" fmla="*/ 4035808 w 4977139"/>
              <a:gd name="connsiteY2" fmla="*/ 48312 h 335964"/>
              <a:gd name="connsiteX3" fmla="*/ 4673465 w 4977139"/>
              <a:gd name="connsiteY3" fmla="*/ 335963 h 335964"/>
              <a:gd name="connsiteX4" fmla="*/ 0 w 4977139"/>
              <a:gd name="connsiteY4" fmla="*/ 335964 h 335964"/>
              <a:gd name="connsiteX5" fmla="*/ 0 w 4977139"/>
              <a:gd name="connsiteY5" fmla="*/ 0 h 335964"/>
              <a:gd name="connsiteX0" fmla="*/ 0 w 4680500"/>
              <a:gd name="connsiteY0" fmla="*/ 0 h 335993"/>
              <a:gd name="connsiteX1" fmla="*/ 0 w 4680500"/>
              <a:gd name="connsiteY1" fmla="*/ 0 h 335993"/>
              <a:gd name="connsiteX2" fmla="*/ 4035808 w 4680500"/>
              <a:gd name="connsiteY2" fmla="*/ 48312 h 335993"/>
              <a:gd name="connsiteX3" fmla="*/ 4673465 w 4680500"/>
              <a:gd name="connsiteY3" fmla="*/ 335963 h 335993"/>
              <a:gd name="connsiteX4" fmla="*/ 0 w 4680500"/>
              <a:gd name="connsiteY4" fmla="*/ 335964 h 335993"/>
              <a:gd name="connsiteX5" fmla="*/ 0 w 4680500"/>
              <a:gd name="connsiteY5" fmla="*/ 0 h 335993"/>
              <a:gd name="connsiteX0" fmla="*/ 0 w 4673495"/>
              <a:gd name="connsiteY0" fmla="*/ 0 h 335993"/>
              <a:gd name="connsiteX1" fmla="*/ 0 w 4673495"/>
              <a:gd name="connsiteY1" fmla="*/ 0 h 335993"/>
              <a:gd name="connsiteX2" fmla="*/ 4035808 w 4673495"/>
              <a:gd name="connsiteY2" fmla="*/ 48312 h 335993"/>
              <a:gd name="connsiteX3" fmla="*/ 4673465 w 4673495"/>
              <a:gd name="connsiteY3" fmla="*/ 335963 h 335993"/>
              <a:gd name="connsiteX4" fmla="*/ 0 w 4673495"/>
              <a:gd name="connsiteY4" fmla="*/ 335964 h 335993"/>
              <a:gd name="connsiteX5" fmla="*/ 0 w 4673495"/>
              <a:gd name="connsiteY5" fmla="*/ 0 h 335993"/>
              <a:gd name="connsiteX0" fmla="*/ 0 w 5049349"/>
              <a:gd name="connsiteY0" fmla="*/ 0 h 360817"/>
              <a:gd name="connsiteX1" fmla="*/ 0 w 5049349"/>
              <a:gd name="connsiteY1" fmla="*/ 0 h 360817"/>
              <a:gd name="connsiteX2" fmla="*/ 4752225 w 5049349"/>
              <a:gd name="connsiteY2" fmla="*/ 438 h 360817"/>
              <a:gd name="connsiteX3" fmla="*/ 4673465 w 5049349"/>
              <a:gd name="connsiteY3" fmla="*/ 335963 h 360817"/>
              <a:gd name="connsiteX4" fmla="*/ 0 w 5049349"/>
              <a:gd name="connsiteY4" fmla="*/ 335964 h 360817"/>
              <a:gd name="connsiteX5" fmla="*/ 0 w 5049349"/>
              <a:gd name="connsiteY5" fmla="*/ 0 h 360817"/>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52027 h 406460"/>
              <a:gd name="connsiteX1" fmla="*/ 0 w 5058027"/>
              <a:gd name="connsiteY1" fmla="*/ 52027 h 406460"/>
              <a:gd name="connsiteX2" fmla="*/ 4775485 w 5058027"/>
              <a:gd name="connsiteY2" fmla="*/ 138639 h 406460"/>
              <a:gd name="connsiteX3" fmla="*/ 4673465 w 5058027"/>
              <a:gd name="connsiteY3" fmla="*/ 387990 h 406460"/>
              <a:gd name="connsiteX4" fmla="*/ 0 w 5058027"/>
              <a:gd name="connsiteY4" fmla="*/ 387991 h 406460"/>
              <a:gd name="connsiteX5" fmla="*/ 0 w 5058027"/>
              <a:gd name="connsiteY5" fmla="*/ 52027 h 406460"/>
              <a:gd name="connsiteX0" fmla="*/ 0 w 5058027"/>
              <a:gd name="connsiteY0" fmla="*/ 0 h 354433"/>
              <a:gd name="connsiteX1" fmla="*/ 0 w 5058027"/>
              <a:gd name="connsiteY1" fmla="*/ 0 h 354433"/>
              <a:gd name="connsiteX2" fmla="*/ 4775485 w 5058027"/>
              <a:gd name="connsiteY2" fmla="*/ 86612 h 354433"/>
              <a:gd name="connsiteX3" fmla="*/ 4673465 w 5058027"/>
              <a:gd name="connsiteY3" fmla="*/ 335963 h 354433"/>
              <a:gd name="connsiteX4" fmla="*/ 0 w 5058027"/>
              <a:gd name="connsiteY4" fmla="*/ 335964 h 354433"/>
              <a:gd name="connsiteX5" fmla="*/ 0 w 5058027"/>
              <a:gd name="connsiteY5" fmla="*/ 0 h 354433"/>
              <a:gd name="connsiteX0" fmla="*/ 0 w 5317112"/>
              <a:gd name="connsiteY0" fmla="*/ 0 h 354433"/>
              <a:gd name="connsiteX1" fmla="*/ 0 w 5317112"/>
              <a:gd name="connsiteY1" fmla="*/ 0 h 354433"/>
              <a:gd name="connsiteX2" fmla="*/ 4775485 w 5317112"/>
              <a:gd name="connsiteY2" fmla="*/ 86612 h 354433"/>
              <a:gd name="connsiteX3" fmla="*/ 4673465 w 5317112"/>
              <a:gd name="connsiteY3" fmla="*/ 335963 h 354433"/>
              <a:gd name="connsiteX4" fmla="*/ 0 w 5317112"/>
              <a:gd name="connsiteY4" fmla="*/ 335964 h 354433"/>
              <a:gd name="connsiteX5" fmla="*/ 0 w 5317112"/>
              <a:gd name="connsiteY5" fmla="*/ 0 h 354433"/>
              <a:gd name="connsiteX0" fmla="*/ 0 w 5286704"/>
              <a:gd name="connsiteY0" fmla="*/ 0 h 354433"/>
              <a:gd name="connsiteX1" fmla="*/ 0 w 5286704"/>
              <a:gd name="connsiteY1" fmla="*/ 0 h 354433"/>
              <a:gd name="connsiteX2" fmla="*/ 4775485 w 5286704"/>
              <a:gd name="connsiteY2" fmla="*/ 86612 h 354433"/>
              <a:gd name="connsiteX3" fmla="*/ 4673465 w 5286704"/>
              <a:gd name="connsiteY3" fmla="*/ 335963 h 354433"/>
              <a:gd name="connsiteX4" fmla="*/ 0 w 5286704"/>
              <a:gd name="connsiteY4" fmla="*/ 335964 h 354433"/>
              <a:gd name="connsiteX5" fmla="*/ 0 w 5286704"/>
              <a:gd name="connsiteY5" fmla="*/ 0 h 354433"/>
              <a:gd name="connsiteX0" fmla="*/ 0 w 5097113"/>
              <a:gd name="connsiteY0" fmla="*/ 0 h 354433"/>
              <a:gd name="connsiteX1" fmla="*/ 0 w 5097113"/>
              <a:gd name="connsiteY1" fmla="*/ 0 h 354433"/>
              <a:gd name="connsiteX2" fmla="*/ 4775485 w 5097113"/>
              <a:gd name="connsiteY2" fmla="*/ 86612 h 354433"/>
              <a:gd name="connsiteX3" fmla="*/ 4673465 w 5097113"/>
              <a:gd name="connsiteY3" fmla="*/ 335963 h 354433"/>
              <a:gd name="connsiteX4" fmla="*/ 0 w 5097113"/>
              <a:gd name="connsiteY4" fmla="*/ 335964 h 354433"/>
              <a:gd name="connsiteX5" fmla="*/ 0 w 5097113"/>
              <a:gd name="connsiteY5" fmla="*/ 0 h 354433"/>
              <a:gd name="connsiteX0" fmla="*/ 0 w 5059613"/>
              <a:gd name="connsiteY0" fmla="*/ 269184 h 623617"/>
              <a:gd name="connsiteX1" fmla="*/ 0 w 5059613"/>
              <a:gd name="connsiteY1" fmla="*/ 269184 h 623617"/>
              <a:gd name="connsiteX2" fmla="*/ 4775485 w 5059613"/>
              <a:gd name="connsiteY2" fmla="*/ 355796 h 623617"/>
              <a:gd name="connsiteX3" fmla="*/ 4673465 w 5059613"/>
              <a:gd name="connsiteY3" fmla="*/ 605147 h 623617"/>
              <a:gd name="connsiteX4" fmla="*/ 0 w 5059613"/>
              <a:gd name="connsiteY4" fmla="*/ 605148 h 623617"/>
              <a:gd name="connsiteX5" fmla="*/ 0 w 5059613"/>
              <a:gd name="connsiteY5" fmla="*/ 269184 h 623617"/>
              <a:gd name="connsiteX0" fmla="*/ 0 w 5080032"/>
              <a:gd name="connsiteY0" fmla="*/ 0 h 606920"/>
              <a:gd name="connsiteX1" fmla="*/ 0 w 5080032"/>
              <a:gd name="connsiteY1" fmla="*/ 0 h 606920"/>
              <a:gd name="connsiteX2" fmla="*/ 4775485 w 5080032"/>
              <a:gd name="connsiteY2" fmla="*/ 86612 h 606920"/>
              <a:gd name="connsiteX3" fmla="*/ 4673465 w 5080032"/>
              <a:gd name="connsiteY3" fmla="*/ 335963 h 606920"/>
              <a:gd name="connsiteX4" fmla="*/ 0 w 5080032"/>
              <a:gd name="connsiteY4" fmla="*/ 335964 h 606920"/>
              <a:gd name="connsiteX5" fmla="*/ 0 w 5080032"/>
              <a:gd name="connsiteY5" fmla="*/ 0 h 606920"/>
              <a:gd name="connsiteX0" fmla="*/ 0 w 5042821"/>
              <a:gd name="connsiteY0" fmla="*/ 38486 h 645406"/>
              <a:gd name="connsiteX1" fmla="*/ 0 w 5042821"/>
              <a:gd name="connsiteY1" fmla="*/ 38486 h 645406"/>
              <a:gd name="connsiteX2" fmla="*/ 4775485 w 5042821"/>
              <a:gd name="connsiteY2" fmla="*/ 125098 h 645406"/>
              <a:gd name="connsiteX3" fmla="*/ 4673465 w 5042821"/>
              <a:gd name="connsiteY3" fmla="*/ 374449 h 645406"/>
              <a:gd name="connsiteX4" fmla="*/ 0 w 5042821"/>
              <a:gd name="connsiteY4" fmla="*/ 374450 h 645406"/>
              <a:gd name="connsiteX5" fmla="*/ 0 w 5042821"/>
              <a:gd name="connsiteY5" fmla="*/ 38486 h 645406"/>
              <a:gd name="connsiteX0" fmla="*/ 0 w 5185081"/>
              <a:gd name="connsiteY0" fmla="*/ 0 h 606920"/>
              <a:gd name="connsiteX1" fmla="*/ 0 w 5185081"/>
              <a:gd name="connsiteY1" fmla="*/ 0 h 606920"/>
              <a:gd name="connsiteX2" fmla="*/ 4775485 w 5185081"/>
              <a:gd name="connsiteY2" fmla="*/ 86612 h 606920"/>
              <a:gd name="connsiteX3" fmla="*/ 4673465 w 5185081"/>
              <a:gd name="connsiteY3" fmla="*/ 335963 h 606920"/>
              <a:gd name="connsiteX4" fmla="*/ 0 w 5185081"/>
              <a:gd name="connsiteY4" fmla="*/ 335964 h 606920"/>
              <a:gd name="connsiteX5" fmla="*/ 0 w 5185081"/>
              <a:gd name="connsiteY5" fmla="*/ 0 h 606920"/>
              <a:gd name="connsiteX0" fmla="*/ 0 w 5185081"/>
              <a:gd name="connsiteY0" fmla="*/ 0 h 354433"/>
              <a:gd name="connsiteX1" fmla="*/ 0 w 5185081"/>
              <a:gd name="connsiteY1" fmla="*/ 0 h 354433"/>
              <a:gd name="connsiteX2" fmla="*/ 4775485 w 5185081"/>
              <a:gd name="connsiteY2" fmla="*/ 86612 h 354433"/>
              <a:gd name="connsiteX3" fmla="*/ 4673465 w 5185081"/>
              <a:gd name="connsiteY3" fmla="*/ 335963 h 354433"/>
              <a:gd name="connsiteX4" fmla="*/ 0 w 5185081"/>
              <a:gd name="connsiteY4" fmla="*/ 335964 h 354433"/>
              <a:gd name="connsiteX5" fmla="*/ 0 w 5185081"/>
              <a:gd name="connsiteY5" fmla="*/ 0 h 354433"/>
              <a:gd name="connsiteX0" fmla="*/ 0 w 5056051"/>
              <a:gd name="connsiteY0" fmla="*/ 0 h 354433"/>
              <a:gd name="connsiteX1" fmla="*/ 0 w 5056051"/>
              <a:gd name="connsiteY1" fmla="*/ 0 h 354433"/>
              <a:gd name="connsiteX2" fmla="*/ 4775485 w 5056051"/>
              <a:gd name="connsiteY2" fmla="*/ 86612 h 354433"/>
              <a:gd name="connsiteX3" fmla="*/ 4673465 w 5056051"/>
              <a:gd name="connsiteY3" fmla="*/ 335963 h 354433"/>
              <a:gd name="connsiteX4" fmla="*/ 0 w 5056051"/>
              <a:gd name="connsiteY4" fmla="*/ 335964 h 354433"/>
              <a:gd name="connsiteX5" fmla="*/ 0 w 5056051"/>
              <a:gd name="connsiteY5" fmla="*/ 0 h 354433"/>
              <a:gd name="connsiteX0" fmla="*/ 0 w 4775496"/>
              <a:gd name="connsiteY0" fmla="*/ 0 h 354433"/>
              <a:gd name="connsiteX1" fmla="*/ 0 w 4775496"/>
              <a:gd name="connsiteY1" fmla="*/ 0 h 354433"/>
              <a:gd name="connsiteX2" fmla="*/ 4775485 w 4775496"/>
              <a:gd name="connsiteY2" fmla="*/ 86612 h 354433"/>
              <a:gd name="connsiteX3" fmla="*/ 4673465 w 4775496"/>
              <a:gd name="connsiteY3" fmla="*/ 335963 h 354433"/>
              <a:gd name="connsiteX4" fmla="*/ 0 w 4775496"/>
              <a:gd name="connsiteY4" fmla="*/ 335964 h 354433"/>
              <a:gd name="connsiteX5" fmla="*/ 0 w 4775496"/>
              <a:gd name="connsiteY5" fmla="*/ 0 h 354433"/>
              <a:gd name="connsiteX0" fmla="*/ 0 w 4775496"/>
              <a:gd name="connsiteY0" fmla="*/ 0 h 335964"/>
              <a:gd name="connsiteX1" fmla="*/ 0 w 4775496"/>
              <a:gd name="connsiteY1" fmla="*/ 0 h 335964"/>
              <a:gd name="connsiteX2" fmla="*/ 4775485 w 4775496"/>
              <a:gd name="connsiteY2" fmla="*/ 86612 h 335964"/>
              <a:gd name="connsiteX3" fmla="*/ 4673465 w 4775496"/>
              <a:gd name="connsiteY3" fmla="*/ 335963 h 335964"/>
              <a:gd name="connsiteX4" fmla="*/ 0 w 4775496"/>
              <a:gd name="connsiteY4" fmla="*/ 335964 h 335964"/>
              <a:gd name="connsiteX5" fmla="*/ 0 w 4775496"/>
              <a:gd name="connsiteY5" fmla="*/ 0 h 335964"/>
              <a:gd name="connsiteX0" fmla="*/ 0 w 4759216"/>
              <a:gd name="connsiteY0" fmla="*/ 0 h 335964"/>
              <a:gd name="connsiteX1" fmla="*/ 0 w 4759216"/>
              <a:gd name="connsiteY1" fmla="*/ 0 h 335964"/>
              <a:gd name="connsiteX2" fmla="*/ 4759203 w 4759216"/>
              <a:gd name="connsiteY2" fmla="*/ 5225 h 335964"/>
              <a:gd name="connsiteX3" fmla="*/ 4673465 w 4759216"/>
              <a:gd name="connsiteY3" fmla="*/ 335963 h 335964"/>
              <a:gd name="connsiteX4" fmla="*/ 0 w 4759216"/>
              <a:gd name="connsiteY4" fmla="*/ 335964 h 335964"/>
              <a:gd name="connsiteX5" fmla="*/ 0 w 4759216"/>
              <a:gd name="connsiteY5" fmla="*/ 0 h 335964"/>
              <a:gd name="connsiteX0" fmla="*/ 0 w 4759208"/>
              <a:gd name="connsiteY0" fmla="*/ 0 h 335964"/>
              <a:gd name="connsiteX1" fmla="*/ 0 w 4759208"/>
              <a:gd name="connsiteY1" fmla="*/ 0 h 335964"/>
              <a:gd name="connsiteX2" fmla="*/ 4759203 w 4759208"/>
              <a:gd name="connsiteY2" fmla="*/ 5225 h 335964"/>
              <a:gd name="connsiteX3" fmla="*/ 4559490 w 4759208"/>
              <a:gd name="connsiteY3" fmla="*/ 206702 h 335964"/>
              <a:gd name="connsiteX4" fmla="*/ 0 w 4759208"/>
              <a:gd name="connsiteY4" fmla="*/ 335964 h 335964"/>
              <a:gd name="connsiteX5" fmla="*/ 0 w 4759208"/>
              <a:gd name="connsiteY5" fmla="*/ 0 h 335964"/>
              <a:gd name="connsiteX0" fmla="*/ 0 w 4759215"/>
              <a:gd name="connsiteY0" fmla="*/ 0 h 335964"/>
              <a:gd name="connsiteX1" fmla="*/ 0 w 4759215"/>
              <a:gd name="connsiteY1" fmla="*/ 0 h 335964"/>
              <a:gd name="connsiteX2" fmla="*/ 4759203 w 4759215"/>
              <a:gd name="connsiteY2" fmla="*/ 5225 h 335964"/>
              <a:gd name="connsiteX3" fmla="*/ 4668814 w 4759215"/>
              <a:gd name="connsiteY3" fmla="*/ 335963 h 335964"/>
              <a:gd name="connsiteX4" fmla="*/ 0 w 4759215"/>
              <a:gd name="connsiteY4" fmla="*/ 335964 h 335964"/>
              <a:gd name="connsiteX5" fmla="*/ 0 w 4759215"/>
              <a:gd name="connsiteY5" fmla="*/ 0 h 3359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759215" h="335964">
                <a:moveTo>
                  <a:pt x="0" y="0"/>
                </a:moveTo>
                <a:lnTo>
                  <a:pt x="0" y="0"/>
                </a:lnTo>
                <a:lnTo>
                  <a:pt x="4759203" y="5225"/>
                </a:lnTo>
                <a:cubicBezTo>
                  <a:pt x="4760433" y="13511"/>
                  <a:pt x="4673878" y="332704"/>
                  <a:pt x="4668814" y="335963"/>
                </a:cubicBezTo>
                <a:cubicBezTo>
                  <a:pt x="4670728" y="334435"/>
                  <a:pt x="1557822" y="335964"/>
                  <a:pt x="0" y="335964"/>
                </a:cubicBezTo>
                <a:lnTo>
                  <a:pt x="0" y="0"/>
                </a:lnTo>
                <a:close/>
              </a:path>
            </a:pathLst>
          </a:custGeom>
          <a:solidFill>
            <a:schemeClr val="tx2"/>
          </a:solidFill>
          <a:ln w="3175">
            <a:noFill/>
          </a:ln>
        </p:spPr>
        <p:txBody>
          <a:bodyPr wrap="square" lIns="540000" tIns="0" rIns="360000" bIns="0" anchor="ctr">
            <a:noAutofit/>
          </a:bodyPr>
          <a:lstStyle>
            <a:lvl1pPr marL="0" indent="0">
              <a:lnSpc>
                <a:spcPct val="100000"/>
              </a:lnSpc>
              <a:buNone/>
              <a:defRPr sz="1500" b="0" cap="all" baseline="0">
                <a:solidFill>
                  <a:schemeClr val="bg1"/>
                </a:solidFill>
                <a:latin typeface="+mj-lt"/>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noProof="0"/>
              <a:t>Click to edit master text styles </a:t>
            </a:r>
          </a:p>
        </p:txBody>
      </p:sp>
    </p:spTree>
    <p:extLst>
      <p:ext uri="{BB962C8B-B14F-4D97-AF65-F5344CB8AC3E}">
        <p14:creationId xmlns:p14="http://schemas.microsoft.com/office/powerpoint/2010/main" val="4158461451"/>
      </p:ext>
    </p:extLst>
  </p:cSld>
  <p:clrMapOvr>
    <a:masterClrMapping/>
  </p:clrMapOvr>
  <p:extLst>
    <p:ext uri="{DCECCB84-F9BA-43D5-87BE-67443E8EF086}">
      <p15:sldGuideLst xmlns:p15="http://schemas.microsoft.com/office/powerpoint/2012/main">
        <p15:guide id="2" pos="384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5 Columns">
    <p:spTree>
      <p:nvGrpSpPr>
        <p:cNvPr id="1" name=""/>
        <p:cNvGrpSpPr/>
        <p:nvPr/>
      </p:nvGrpSpPr>
      <p:grpSpPr>
        <a:xfrm>
          <a:off x="0" y="0"/>
          <a:ext cx="0" cy="0"/>
          <a:chOff x="0" y="0"/>
          <a:chExt cx="0" cy="0"/>
        </a:xfrm>
      </p:grpSpPr>
      <p:sp>
        <p:nvSpPr>
          <p:cNvPr id="2" name="Text Placeholder 15">
            <a:extLst>
              <a:ext uri="{FF2B5EF4-FFF2-40B4-BE49-F238E27FC236}">
                <a16:creationId xmlns:a16="http://schemas.microsoft.com/office/drawing/2014/main" id="{A37B1C57-DE1C-3D55-9AA6-2EC73EA097D5}"/>
              </a:ext>
            </a:extLst>
          </p:cNvPr>
          <p:cNvSpPr>
            <a:spLocks noGrp="1"/>
          </p:cNvSpPr>
          <p:nvPr>
            <p:ph type="body" sz="quarter" idx="10" hasCustomPrompt="1"/>
          </p:nvPr>
        </p:nvSpPr>
        <p:spPr>
          <a:xfrm>
            <a:off x="263526" y="296863"/>
            <a:ext cx="2484438" cy="175577"/>
          </a:xfrm>
        </p:spPr>
        <p:txBody>
          <a:bodyPr/>
          <a:lstStyle>
            <a:lvl1pPr>
              <a:defRPr>
                <a:solidFill>
                  <a:srgbClr val="DA291C"/>
                </a:solidFill>
                <a:latin typeface="Work Sans SemiBold" pitchFamily="2" charset="0"/>
              </a:defRPr>
            </a:lvl1pPr>
          </a:lstStyle>
          <a:p>
            <a:pPr lvl="0"/>
            <a:r>
              <a:rPr lang="en-GB"/>
              <a:t>TAG HERE</a:t>
            </a:r>
          </a:p>
        </p:txBody>
      </p:sp>
    </p:spTree>
    <p:extLst>
      <p:ext uri="{BB962C8B-B14F-4D97-AF65-F5344CB8AC3E}">
        <p14:creationId xmlns:p14="http://schemas.microsoft.com/office/powerpoint/2010/main" val="3733233519"/>
      </p:ext>
    </p:extLst>
  </p:cSld>
  <p:clrMapOvr>
    <a:masterClrMapping/>
  </p:clrMapOvr>
  <p:extLst>
    <p:ext uri="{DCECCB84-F9BA-43D5-87BE-67443E8EF086}">
      <p15:sldGuideLst xmlns:p15="http://schemas.microsoft.com/office/powerpoint/2012/main">
        <p15:guide id="1" pos="1617">
          <p15:clr>
            <a:srgbClr val="000000"/>
          </p15:clr>
        </p15:guide>
        <p15:guide id="2" pos="6063">
          <p15:clr>
            <a:srgbClr val="000000"/>
          </p15:clr>
        </p15:guide>
        <p15:guide id="3" pos="4566">
          <p15:clr>
            <a:srgbClr val="000000"/>
          </p15:clr>
        </p15:guide>
        <p15:guide id="4" pos="3114">
          <p15:clr>
            <a:srgbClr val="000000"/>
          </p15:clr>
        </p15:guide>
        <p15:guide id="5" pos="3069">
          <p15:clr>
            <a:srgbClr val="A4A3A4"/>
          </p15:clr>
        </p15:guide>
        <p15:guide id="6" pos="1663">
          <p15:clr>
            <a:srgbClr val="A4A3A4"/>
          </p15:clr>
        </p15:guide>
        <p15:guide id="7" pos="1572">
          <p15:clr>
            <a:srgbClr val="A4A3A4"/>
          </p15:clr>
        </p15:guide>
        <p15:guide id="8" pos="6108">
          <p15:clr>
            <a:srgbClr val="A4A3A4"/>
          </p15:clr>
        </p15:guide>
        <p15:guide id="9" pos="6017">
          <p15:clr>
            <a:srgbClr val="A4A3A4"/>
          </p15:clr>
        </p15:guide>
        <p15:guide id="10" pos="3160">
          <p15:clr>
            <a:srgbClr val="A4A3A4"/>
          </p15:clr>
        </p15:guide>
        <p15:guide id="11" pos="4611">
          <p15:clr>
            <a:srgbClr val="A4A3A4"/>
          </p15:clr>
        </p15:guide>
        <p15:guide id="12" pos="4520">
          <p15:clr>
            <a:srgbClr val="A4A3A4"/>
          </p15:clr>
        </p15:guide>
        <p15:guide id="13" pos="2842">
          <p15:clr>
            <a:srgbClr val="FBAE40"/>
          </p15:clr>
        </p15:guide>
        <p15:guide id="14" pos="1345">
          <p15:clr>
            <a:srgbClr val="FBAE40"/>
          </p15:clr>
        </p15:guide>
        <p15:guide id="15" pos="4294">
          <p15:clr>
            <a:srgbClr val="FBAE40"/>
          </p15:clr>
        </p15:guide>
        <p15:guide id="16" pos="5790">
          <p15:clr>
            <a:srgbClr val="FBAE40"/>
          </p15:clr>
        </p15:guide>
        <p15:guide id="17" pos="7287">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userDrawn="1">
  <p:cSld name="Contact">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FEBD29-A2FA-59FB-FF78-3F8070935093}"/>
              </a:ext>
            </a:extLst>
          </p:cNvPr>
          <p:cNvSpPr/>
          <p:nvPr userDrawn="1"/>
        </p:nvSpPr>
        <p:spPr>
          <a:xfrm>
            <a:off x="-4172" y="-3173"/>
            <a:ext cx="12196171" cy="6861175"/>
          </a:xfrm>
          <a:prstGeom prst="rect">
            <a:avLst/>
          </a:prstGeom>
          <a:gradFill flip="none" rotWithShape="1">
            <a:gsLst>
              <a:gs pos="15000">
                <a:schemeClr val="accent1">
                  <a:lumMod val="50000"/>
                </a:schemeClr>
              </a:gs>
              <a:gs pos="100000">
                <a:schemeClr val="accent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47788">
              <a:buClrTx/>
              <a:defRPr/>
            </a:pPr>
            <a:endParaRPr lang="fr-FR" sz="1669" kern="1200">
              <a:solidFill>
                <a:prstClr val="white"/>
              </a:solidFill>
              <a:latin typeface="Encode Sans ExpandedLight"/>
            </a:endParaRPr>
          </a:p>
        </p:txBody>
      </p:sp>
      <p:sp>
        <p:nvSpPr>
          <p:cNvPr id="4" name="Parallelogram 22">
            <a:extLst>
              <a:ext uri="{FF2B5EF4-FFF2-40B4-BE49-F238E27FC236}">
                <a16:creationId xmlns:a16="http://schemas.microsoft.com/office/drawing/2014/main" id="{0E3CF52A-2667-3E70-2B15-C411A883EBA1}"/>
              </a:ext>
            </a:extLst>
          </p:cNvPr>
          <p:cNvSpPr/>
          <p:nvPr userDrawn="1"/>
        </p:nvSpPr>
        <p:spPr>
          <a:xfrm>
            <a:off x="-4169" y="-3174"/>
            <a:ext cx="5967314" cy="6867365"/>
          </a:xfrm>
          <a:custGeom>
            <a:avLst/>
            <a:gdLst>
              <a:gd name="connsiteX0" fmla="*/ 0 w 8345097"/>
              <a:gd name="connsiteY0" fmla="*/ 7086360 h 7086360"/>
              <a:gd name="connsiteX1" fmla="*/ 4731137 w 8345097"/>
              <a:gd name="connsiteY1" fmla="*/ 0 h 7086360"/>
              <a:gd name="connsiteX2" fmla="*/ 8345097 w 8345097"/>
              <a:gd name="connsiteY2" fmla="*/ 0 h 7086360"/>
              <a:gd name="connsiteX3" fmla="*/ 3613960 w 8345097"/>
              <a:gd name="connsiteY3" fmla="*/ 7086360 h 7086360"/>
              <a:gd name="connsiteX4" fmla="*/ 0 w 8345097"/>
              <a:gd name="connsiteY4" fmla="*/ 7086360 h 7086360"/>
              <a:gd name="connsiteX0" fmla="*/ 0 w 8345097"/>
              <a:gd name="connsiteY0" fmla="*/ 7097935 h 7097935"/>
              <a:gd name="connsiteX1" fmla="*/ 2381476 w 8345097"/>
              <a:gd name="connsiteY1" fmla="*/ 0 h 7097935"/>
              <a:gd name="connsiteX2" fmla="*/ 8345097 w 8345097"/>
              <a:gd name="connsiteY2" fmla="*/ 11575 h 7097935"/>
              <a:gd name="connsiteX3" fmla="*/ 3613960 w 8345097"/>
              <a:gd name="connsiteY3" fmla="*/ 7097935 h 7097935"/>
              <a:gd name="connsiteX4" fmla="*/ 0 w 8345097"/>
              <a:gd name="connsiteY4" fmla="*/ 7097935 h 7097935"/>
              <a:gd name="connsiteX0" fmla="*/ 0 w 8345097"/>
              <a:gd name="connsiteY0" fmla="*/ 7097935 h 7097935"/>
              <a:gd name="connsiteX1" fmla="*/ 2381476 w 8345097"/>
              <a:gd name="connsiteY1" fmla="*/ 0 h 7097935"/>
              <a:gd name="connsiteX2" fmla="*/ 8345097 w 8345097"/>
              <a:gd name="connsiteY2" fmla="*/ 11575 h 7097935"/>
              <a:gd name="connsiteX3" fmla="*/ 3752856 w 8345097"/>
              <a:gd name="connsiteY3" fmla="*/ 6889590 h 7097935"/>
              <a:gd name="connsiteX4" fmla="*/ 0 w 8345097"/>
              <a:gd name="connsiteY4" fmla="*/ 7097935 h 7097935"/>
              <a:gd name="connsiteX0" fmla="*/ 49207 w 5963621"/>
              <a:gd name="connsiteY0" fmla="*/ 6415028 h 6889590"/>
              <a:gd name="connsiteX1" fmla="*/ 0 w 5963621"/>
              <a:gd name="connsiteY1" fmla="*/ 0 h 6889590"/>
              <a:gd name="connsiteX2" fmla="*/ 5963621 w 5963621"/>
              <a:gd name="connsiteY2" fmla="*/ 11575 h 6889590"/>
              <a:gd name="connsiteX3" fmla="*/ 1371380 w 5963621"/>
              <a:gd name="connsiteY3" fmla="*/ 6889590 h 6889590"/>
              <a:gd name="connsiteX4" fmla="*/ 49207 w 5963621"/>
              <a:gd name="connsiteY4" fmla="*/ 6415028 h 6889590"/>
              <a:gd name="connsiteX0" fmla="*/ 2909 w 5963621"/>
              <a:gd name="connsiteY0" fmla="*/ 6866441 h 6889590"/>
              <a:gd name="connsiteX1" fmla="*/ 0 w 5963621"/>
              <a:gd name="connsiteY1" fmla="*/ 0 h 6889590"/>
              <a:gd name="connsiteX2" fmla="*/ 5963621 w 5963621"/>
              <a:gd name="connsiteY2" fmla="*/ 11575 h 6889590"/>
              <a:gd name="connsiteX3" fmla="*/ 1371380 w 5963621"/>
              <a:gd name="connsiteY3" fmla="*/ 6889590 h 6889590"/>
              <a:gd name="connsiteX4" fmla="*/ 2909 w 5963621"/>
              <a:gd name="connsiteY4" fmla="*/ 6866441 h 6889590"/>
              <a:gd name="connsiteX0" fmla="*/ 3 w 5960715"/>
              <a:gd name="connsiteY0" fmla="*/ 6854866 h 6878015"/>
              <a:gd name="connsiteX1" fmla="*/ 330469 w 5960715"/>
              <a:gd name="connsiteY1" fmla="*/ 321800 h 6878015"/>
              <a:gd name="connsiteX2" fmla="*/ 5960715 w 5960715"/>
              <a:gd name="connsiteY2" fmla="*/ 0 h 6878015"/>
              <a:gd name="connsiteX3" fmla="*/ 1368474 w 5960715"/>
              <a:gd name="connsiteY3" fmla="*/ 6878015 h 6878015"/>
              <a:gd name="connsiteX4" fmla="*/ 3 w 5960715"/>
              <a:gd name="connsiteY4" fmla="*/ 6854866 h 6878015"/>
              <a:gd name="connsiteX0" fmla="*/ 2909 w 5963621"/>
              <a:gd name="connsiteY0" fmla="*/ 6856916 h 6880065"/>
              <a:gd name="connsiteX1" fmla="*/ 0 w 5963621"/>
              <a:gd name="connsiteY1" fmla="*/ 0 h 6880065"/>
              <a:gd name="connsiteX2" fmla="*/ 5963621 w 5963621"/>
              <a:gd name="connsiteY2" fmla="*/ 2050 h 6880065"/>
              <a:gd name="connsiteX3" fmla="*/ 1371380 w 5963621"/>
              <a:gd name="connsiteY3" fmla="*/ 6880065 h 6880065"/>
              <a:gd name="connsiteX4" fmla="*/ 2909 w 5963621"/>
              <a:gd name="connsiteY4" fmla="*/ 6856916 h 6880065"/>
              <a:gd name="connsiteX0" fmla="*/ 215634 w 5963621"/>
              <a:gd name="connsiteY0" fmla="*/ 6682291 h 6880065"/>
              <a:gd name="connsiteX1" fmla="*/ 0 w 5963621"/>
              <a:gd name="connsiteY1" fmla="*/ 0 h 6880065"/>
              <a:gd name="connsiteX2" fmla="*/ 5963621 w 5963621"/>
              <a:gd name="connsiteY2" fmla="*/ 2050 h 6880065"/>
              <a:gd name="connsiteX3" fmla="*/ 1371380 w 5963621"/>
              <a:gd name="connsiteY3" fmla="*/ 6880065 h 6880065"/>
              <a:gd name="connsiteX4" fmla="*/ 215634 w 5963621"/>
              <a:gd name="connsiteY4" fmla="*/ 6682291 h 6880065"/>
              <a:gd name="connsiteX0" fmla="*/ 94984 w 5963621"/>
              <a:gd name="connsiteY0" fmla="*/ 6758491 h 6880065"/>
              <a:gd name="connsiteX1" fmla="*/ 0 w 5963621"/>
              <a:gd name="connsiteY1" fmla="*/ 0 h 6880065"/>
              <a:gd name="connsiteX2" fmla="*/ 5963621 w 5963621"/>
              <a:gd name="connsiteY2" fmla="*/ 2050 h 6880065"/>
              <a:gd name="connsiteX3" fmla="*/ 1371380 w 5963621"/>
              <a:gd name="connsiteY3" fmla="*/ 6880065 h 6880065"/>
              <a:gd name="connsiteX4" fmla="*/ 94984 w 5963621"/>
              <a:gd name="connsiteY4" fmla="*/ 6758491 h 6880065"/>
              <a:gd name="connsiteX0" fmla="*/ 252 w 5964139"/>
              <a:gd name="connsiteY0" fmla="*/ 6856916 h 6880065"/>
              <a:gd name="connsiteX1" fmla="*/ 518 w 5964139"/>
              <a:gd name="connsiteY1" fmla="*/ 0 h 6880065"/>
              <a:gd name="connsiteX2" fmla="*/ 5964139 w 5964139"/>
              <a:gd name="connsiteY2" fmla="*/ 2050 h 6880065"/>
              <a:gd name="connsiteX3" fmla="*/ 1371898 w 5964139"/>
              <a:gd name="connsiteY3" fmla="*/ 6880065 h 6880065"/>
              <a:gd name="connsiteX4" fmla="*/ 252 w 5964139"/>
              <a:gd name="connsiteY4" fmla="*/ 6856916 h 6880065"/>
              <a:gd name="connsiteX0" fmla="*/ 252 w 5964139"/>
              <a:gd name="connsiteY0" fmla="*/ 6856916 h 6864190"/>
              <a:gd name="connsiteX1" fmla="*/ 518 w 5964139"/>
              <a:gd name="connsiteY1" fmla="*/ 0 h 6864190"/>
              <a:gd name="connsiteX2" fmla="*/ 5964139 w 5964139"/>
              <a:gd name="connsiteY2" fmla="*/ 2050 h 6864190"/>
              <a:gd name="connsiteX3" fmla="*/ 1381423 w 5964139"/>
              <a:gd name="connsiteY3" fmla="*/ 6864190 h 6864190"/>
              <a:gd name="connsiteX4" fmla="*/ 252 w 5964139"/>
              <a:gd name="connsiteY4" fmla="*/ 6856916 h 6864190"/>
              <a:gd name="connsiteX0" fmla="*/ 117 w 5967179"/>
              <a:gd name="connsiteY0" fmla="*/ 685691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56916 h 6864190"/>
              <a:gd name="connsiteX0" fmla="*/ 117 w 5967179"/>
              <a:gd name="connsiteY0" fmla="*/ 686326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63266 h 6864190"/>
              <a:gd name="connsiteX0" fmla="*/ 252 w 5967314"/>
              <a:gd name="connsiteY0" fmla="*/ 6866441 h 6867365"/>
              <a:gd name="connsiteX1" fmla="*/ 518 w 5967314"/>
              <a:gd name="connsiteY1" fmla="*/ 0 h 6867365"/>
              <a:gd name="connsiteX2" fmla="*/ 5967314 w 5967314"/>
              <a:gd name="connsiteY2" fmla="*/ 5225 h 6867365"/>
              <a:gd name="connsiteX3" fmla="*/ 1384598 w 5967314"/>
              <a:gd name="connsiteY3" fmla="*/ 6867365 h 6867365"/>
              <a:gd name="connsiteX4" fmla="*/ 252 w 5967314"/>
              <a:gd name="connsiteY4" fmla="*/ 6866441 h 686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314" h="6867365">
                <a:moveTo>
                  <a:pt x="252" y="6866441"/>
                </a:moveTo>
                <a:cubicBezTo>
                  <a:pt x="-718" y="4577627"/>
                  <a:pt x="1488" y="2288814"/>
                  <a:pt x="518" y="0"/>
                </a:cubicBezTo>
                <a:lnTo>
                  <a:pt x="5967314" y="5225"/>
                </a:lnTo>
                <a:lnTo>
                  <a:pt x="1384598" y="6867365"/>
                </a:lnTo>
                <a:lnTo>
                  <a:pt x="252" y="68664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defTabSz="847788">
              <a:defRPr/>
            </a:pPr>
            <a:endParaRPr lang="ru-RU" sz="2307" kern="1200"/>
          </a:p>
        </p:txBody>
      </p:sp>
      <p:pic>
        <p:nvPicPr>
          <p:cNvPr id="6" name="Image 1">
            <a:extLst>
              <a:ext uri="{FF2B5EF4-FFF2-40B4-BE49-F238E27FC236}">
                <a16:creationId xmlns:a16="http://schemas.microsoft.com/office/drawing/2014/main" id="{48C02172-7393-35AD-4902-73735A5DF48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706335" y="619186"/>
            <a:ext cx="3882500" cy="1019671"/>
          </a:xfrm>
          <a:prstGeom prst="rect">
            <a:avLst/>
          </a:prstGeom>
          <a:noFill/>
          <a:ln>
            <a:noFill/>
          </a:ln>
        </p:spPr>
      </p:pic>
      <p:sp>
        <p:nvSpPr>
          <p:cNvPr id="2" name="Titre 1">
            <a:extLst>
              <a:ext uri="{FF2B5EF4-FFF2-40B4-BE49-F238E27FC236}">
                <a16:creationId xmlns:a16="http://schemas.microsoft.com/office/drawing/2014/main" id="{0AE01D72-D317-48EB-8946-13EE8EFCE25B}"/>
              </a:ext>
            </a:extLst>
          </p:cNvPr>
          <p:cNvSpPr>
            <a:spLocks noGrp="1"/>
          </p:cNvSpPr>
          <p:nvPr>
            <p:ph type="title" hasCustomPrompt="1"/>
          </p:nvPr>
        </p:nvSpPr>
        <p:spPr>
          <a:xfrm>
            <a:off x="3881297" y="2971780"/>
            <a:ext cx="5400000" cy="1799999"/>
          </a:xfrm>
        </p:spPr>
        <p:txBody>
          <a:bodyPr anchor="b"/>
          <a:lstStyle>
            <a:lvl1pPr>
              <a:defRPr sz="3152" b="0">
                <a:solidFill>
                  <a:schemeClr val="bg1"/>
                </a:solidFill>
                <a:latin typeface="+mn-lt"/>
              </a:defRPr>
            </a:lvl1pPr>
          </a:lstStyle>
          <a:p>
            <a:r>
              <a:rPr lang="en-US" noProof="0"/>
              <a:t>Click to edit Master title style</a:t>
            </a:r>
          </a:p>
        </p:txBody>
      </p:sp>
      <p:sp>
        <p:nvSpPr>
          <p:cNvPr id="9" name="Espace réservé du texte 10">
            <a:extLst>
              <a:ext uri="{FF2B5EF4-FFF2-40B4-BE49-F238E27FC236}">
                <a16:creationId xmlns:a16="http://schemas.microsoft.com/office/drawing/2014/main" id="{121B9EDF-81A4-4116-AE20-E6C846380D2A}"/>
              </a:ext>
            </a:extLst>
          </p:cNvPr>
          <p:cNvSpPr>
            <a:spLocks noGrp="1"/>
          </p:cNvSpPr>
          <p:nvPr>
            <p:ph type="body" sz="quarter" idx="13" hasCustomPrompt="1"/>
          </p:nvPr>
        </p:nvSpPr>
        <p:spPr>
          <a:xfrm>
            <a:off x="3881297" y="4838359"/>
            <a:ext cx="5400000" cy="1296000"/>
          </a:xfrm>
        </p:spPr>
        <p:txBody>
          <a:bodyPr/>
          <a:lstStyle>
            <a:lvl1pPr>
              <a:defRPr sz="1113">
                <a:solidFill>
                  <a:schemeClr val="bg1"/>
                </a:solidFill>
                <a:latin typeface="+mj-lt"/>
              </a:defRPr>
            </a:lvl1pPr>
            <a:lvl2pPr marL="0" indent="0">
              <a:spcBef>
                <a:spcPts val="0"/>
              </a:spcBef>
              <a:buNone/>
              <a:defRPr sz="1113">
                <a:solidFill>
                  <a:schemeClr val="bg1"/>
                </a:solidFill>
              </a:defRPr>
            </a:lvl2pPr>
            <a:lvl3pPr>
              <a:defRPr sz="1113">
                <a:solidFill>
                  <a:schemeClr val="bg1"/>
                </a:solidFill>
              </a:defRPr>
            </a:lvl3pPr>
            <a:lvl4pPr>
              <a:defRPr sz="1113">
                <a:solidFill>
                  <a:schemeClr val="bg1"/>
                </a:solidFill>
              </a:defRPr>
            </a:lvl4pPr>
            <a:lvl5pPr>
              <a:defRPr sz="1113">
                <a:solidFill>
                  <a:schemeClr val="bg1"/>
                </a:solidFill>
              </a:defRPr>
            </a:lvl5p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Tree>
    <p:extLst>
      <p:ext uri="{BB962C8B-B14F-4D97-AF65-F5344CB8AC3E}">
        <p14:creationId xmlns:p14="http://schemas.microsoft.com/office/powerpoint/2010/main" val="220693469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1_Contact">
    <p:bg>
      <p:bgPr>
        <a:solidFill>
          <a:schemeClr val="accent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AFEBD29-A2FA-59FB-FF78-3F8070935093}"/>
              </a:ext>
            </a:extLst>
          </p:cNvPr>
          <p:cNvSpPr/>
          <p:nvPr userDrawn="1"/>
        </p:nvSpPr>
        <p:spPr>
          <a:xfrm>
            <a:off x="-4172" y="-3173"/>
            <a:ext cx="12196171" cy="6861175"/>
          </a:xfrm>
          <a:prstGeom prst="rect">
            <a:avLst/>
          </a:prstGeom>
          <a:gradFill flip="none" rotWithShape="1">
            <a:gsLst>
              <a:gs pos="15000">
                <a:schemeClr val="accent1">
                  <a:lumMod val="50000"/>
                </a:schemeClr>
              </a:gs>
              <a:gs pos="100000">
                <a:schemeClr val="accent1"/>
              </a:gs>
            </a:gsLst>
            <a:lin ang="27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847788">
              <a:buClrTx/>
              <a:defRPr/>
            </a:pPr>
            <a:endParaRPr lang="fr-FR" sz="1669" kern="1200">
              <a:solidFill>
                <a:prstClr val="white"/>
              </a:solidFill>
              <a:latin typeface="Encode Sans ExpandedLight"/>
            </a:endParaRPr>
          </a:p>
        </p:txBody>
      </p:sp>
      <p:sp>
        <p:nvSpPr>
          <p:cNvPr id="4" name="Parallelogram 22">
            <a:extLst>
              <a:ext uri="{FF2B5EF4-FFF2-40B4-BE49-F238E27FC236}">
                <a16:creationId xmlns:a16="http://schemas.microsoft.com/office/drawing/2014/main" id="{0E3CF52A-2667-3E70-2B15-C411A883EBA1}"/>
              </a:ext>
            </a:extLst>
          </p:cNvPr>
          <p:cNvSpPr/>
          <p:nvPr userDrawn="1"/>
        </p:nvSpPr>
        <p:spPr>
          <a:xfrm>
            <a:off x="-4169" y="-3174"/>
            <a:ext cx="5967314" cy="6867365"/>
          </a:xfrm>
          <a:custGeom>
            <a:avLst/>
            <a:gdLst>
              <a:gd name="connsiteX0" fmla="*/ 0 w 8345097"/>
              <a:gd name="connsiteY0" fmla="*/ 7086360 h 7086360"/>
              <a:gd name="connsiteX1" fmla="*/ 4731137 w 8345097"/>
              <a:gd name="connsiteY1" fmla="*/ 0 h 7086360"/>
              <a:gd name="connsiteX2" fmla="*/ 8345097 w 8345097"/>
              <a:gd name="connsiteY2" fmla="*/ 0 h 7086360"/>
              <a:gd name="connsiteX3" fmla="*/ 3613960 w 8345097"/>
              <a:gd name="connsiteY3" fmla="*/ 7086360 h 7086360"/>
              <a:gd name="connsiteX4" fmla="*/ 0 w 8345097"/>
              <a:gd name="connsiteY4" fmla="*/ 7086360 h 7086360"/>
              <a:gd name="connsiteX0" fmla="*/ 0 w 8345097"/>
              <a:gd name="connsiteY0" fmla="*/ 7097935 h 7097935"/>
              <a:gd name="connsiteX1" fmla="*/ 2381476 w 8345097"/>
              <a:gd name="connsiteY1" fmla="*/ 0 h 7097935"/>
              <a:gd name="connsiteX2" fmla="*/ 8345097 w 8345097"/>
              <a:gd name="connsiteY2" fmla="*/ 11575 h 7097935"/>
              <a:gd name="connsiteX3" fmla="*/ 3613960 w 8345097"/>
              <a:gd name="connsiteY3" fmla="*/ 7097935 h 7097935"/>
              <a:gd name="connsiteX4" fmla="*/ 0 w 8345097"/>
              <a:gd name="connsiteY4" fmla="*/ 7097935 h 7097935"/>
              <a:gd name="connsiteX0" fmla="*/ 0 w 8345097"/>
              <a:gd name="connsiteY0" fmla="*/ 7097935 h 7097935"/>
              <a:gd name="connsiteX1" fmla="*/ 2381476 w 8345097"/>
              <a:gd name="connsiteY1" fmla="*/ 0 h 7097935"/>
              <a:gd name="connsiteX2" fmla="*/ 8345097 w 8345097"/>
              <a:gd name="connsiteY2" fmla="*/ 11575 h 7097935"/>
              <a:gd name="connsiteX3" fmla="*/ 3752856 w 8345097"/>
              <a:gd name="connsiteY3" fmla="*/ 6889590 h 7097935"/>
              <a:gd name="connsiteX4" fmla="*/ 0 w 8345097"/>
              <a:gd name="connsiteY4" fmla="*/ 7097935 h 7097935"/>
              <a:gd name="connsiteX0" fmla="*/ 49207 w 5963621"/>
              <a:gd name="connsiteY0" fmla="*/ 6415028 h 6889590"/>
              <a:gd name="connsiteX1" fmla="*/ 0 w 5963621"/>
              <a:gd name="connsiteY1" fmla="*/ 0 h 6889590"/>
              <a:gd name="connsiteX2" fmla="*/ 5963621 w 5963621"/>
              <a:gd name="connsiteY2" fmla="*/ 11575 h 6889590"/>
              <a:gd name="connsiteX3" fmla="*/ 1371380 w 5963621"/>
              <a:gd name="connsiteY3" fmla="*/ 6889590 h 6889590"/>
              <a:gd name="connsiteX4" fmla="*/ 49207 w 5963621"/>
              <a:gd name="connsiteY4" fmla="*/ 6415028 h 6889590"/>
              <a:gd name="connsiteX0" fmla="*/ 2909 w 5963621"/>
              <a:gd name="connsiteY0" fmla="*/ 6866441 h 6889590"/>
              <a:gd name="connsiteX1" fmla="*/ 0 w 5963621"/>
              <a:gd name="connsiteY1" fmla="*/ 0 h 6889590"/>
              <a:gd name="connsiteX2" fmla="*/ 5963621 w 5963621"/>
              <a:gd name="connsiteY2" fmla="*/ 11575 h 6889590"/>
              <a:gd name="connsiteX3" fmla="*/ 1371380 w 5963621"/>
              <a:gd name="connsiteY3" fmla="*/ 6889590 h 6889590"/>
              <a:gd name="connsiteX4" fmla="*/ 2909 w 5963621"/>
              <a:gd name="connsiteY4" fmla="*/ 6866441 h 6889590"/>
              <a:gd name="connsiteX0" fmla="*/ 3 w 5960715"/>
              <a:gd name="connsiteY0" fmla="*/ 6854866 h 6878015"/>
              <a:gd name="connsiteX1" fmla="*/ 330469 w 5960715"/>
              <a:gd name="connsiteY1" fmla="*/ 321800 h 6878015"/>
              <a:gd name="connsiteX2" fmla="*/ 5960715 w 5960715"/>
              <a:gd name="connsiteY2" fmla="*/ 0 h 6878015"/>
              <a:gd name="connsiteX3" fmla="*/ 1368474 w 5960715"/>
              <a:gd name="connsiteY3" fmla="*/ 6878015 h 6878015"/>
              <a:gd name="connsiteX4" fmla="*/ 3 w 5960715"/>
              <a:gd name="connsiteY4" fmla="*/ 6854866 h 6878015"/>
              <a:gd name="connsiteX0" fmla="*/ 2909 w 5963621"/>
              <a:gd name="connsiteY0" fmla="*/ 6856916 h 6880065"/>
              <a:gd name="connsiteX1" fmla="*/ 0 w 5963621"/>
              <a:gd name="connsiteY1" fmla="*/ 0 h 6880065"/>
              <a:gd name="connsiteX2" fmla="*/ 5963621 w 5963621"/>
              <a:gd name="connsiteY2" fmla="*/ 2050 h 6880065"/>
              <a:gd name="connsiteX3" fmla="*/ 1371380 w 5963621"/>
              <a:gd name="connsiteY3" fmla="*/ 6880065 h 6880065"/>
              <a:gd name="connsiteX4" fmla="*/ 2909 w 5963621"/>
              <a:gd name="connsiteY4" fmla="*/ 6856916 h 6880065"/>
              <a:gd name="connsiteX0" fmla="*/ 215634 w 5963621"/>
              <a:gd name="connsiteY0" fmla="*/ 6682291 h 6880065"/>
              <a:gd name="connsiteX1" fmla="*/ 0 w 5963621"/>
              <a:gd name="connsiteY1" fmla="*/ 0 h 6880065"/>
              <a:gd name="connsiteX2" fmla="*/ 5963621 w 5963621"/>
              <a:gd name="connsiteY2" fmla="*/ 2050 h 6880065"/>
              <a:gd name="connsiteX3" fmla="*/ 1371380 w 5963621"/>
              <a:gd name="connsiteY3" fmla="*/ 6880065 h 6880065"/>
              <a:gd name="connsiteX4" fmla="*/ 215634 w 5963621"/>
              <a:gd name="connsiteY4" fmla="*/ 6682291 h 6880065"/>
              <a:gd name="connsiteX0" fmla="*/ 94984 w 5963621"/>
              <a:gd name="connsiteY0" fmla="*/ 6758491 h 6880065"/>
              <a:gd name="connsiteX1" fmla="*/ 0 w 5963621"/>
              <a:gd name="connsiteY1" fmla="*/ 0 h 6880065"/>
              <a:gd name="connsiteX2" fmla="*/ 5963621 w 5963621"/>
              <a:gd name="connsiteY2" fmla="*/ 2050 h 6880065"/>
              <a:gd name="connsiteX3" fmla="*/ 1371380 w 5963621"/>
              <a:gd name="connsiteY3" fmla="*/ 6880065 h 6880065"/>
              <a:gd name="connsiteX4" fmla="*/ 94984 w 5963621"/>
              <a:gd name="connsiteY4" fmla="*/ 6758491 h 6880065"/>
              <a:gd name="connsiteX0" fmla="*/ 252 w 5964139"/>
              <a:gd name="connsiteY0" fmla="*/ 6856916 h 6880065"/>
              <a:gd name="connsiteX1" fmla="*/ 518 w 5964139"/>
              <a:gd name="connsiteY1" fmla="*/ 0 h 6880065"/>
              <a:gd name="connsiteX2" fmla="*/ 5964139 w 5964139"/>
              <a:gd name="connsiteY2" fmla="*/ 2050 h 6880065"/>
              <a:gd name="connsiteX3" fmla="*/ 1371898 w 5964139"/>
              <a:gd name="connsiteY3" fmla="*/ 6880065 h 6880065"/>
              <a:gd name="connsiteX4" fmla="*/ 252 w 5964139"/>
              <a:gd name="connsiteY4" fmla="*/ 6856916 h 6880065"/>
              <a:gd name="connsiteX0" fmla="*/ 252 w 5964139"/>
              <a:gd name="connsiteY0" fmla="*/ 6856916 h 6864190"/>
              <a:gd name="connsiteX1" fmla="*/ 518 w 5964139"/>
              <a:gd name="connsiteY1" fmla="*/ 0 h 6864190"/>
              <a:gd name="connsiteX2" fmla="*/ 5964139 w 5964139"/>
              <a:gd name="connsiteY2" fmla="*/ 2050 h 6864190"/>
              <a:gd name="connsiteX3" fmla="*/ 1381423 w 5964139"/>
              <a:gd name="connsiteY3" fmla="*/ 6864190 h 6864190"/>
              <a:gd name="connsiteX4" fmla="*/ 252 w 5964139"/>
              <a:gd name="connsiteY4" fmla="*/ 6856916 h 6864190"/>
              <a:gd name="connsiteX0" fmla="*/ 117 w 5967179"/>
              <a:gd name="connsiteY0" fmla="*/ 685691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56916 h 6864190"/>
              <a:gd name="connsiteX0" fmla="*/ 117 w 5967179"/>
              <a:gd name="connsiteY0" fmla="*/ 6863266 h 6864190"/>
              <a:gd name="connsiteX1" fmla="*/ 3558 w 5967179"/>
              <a:gd name="connsiteY1" fmla="*/ 0 h 6864190"/>
              <a:gd name="connsiteX2" fmla="*/ 5967179 w 5967179"/>
              <a:gd name="connsiteY2" fmla="*/ 2050 h 6864190"/>
              <a:gd name="connsiteX3" fmla="*/ 1384463 w 5967179"/>
              <a:gd name="connsiteY3" fmla="*/ 6864190 h 6864190"/>
              <a:gd name="connsiteX4" fmla="*/ 117 w 5967179"/>
              <a:gd name="connsiteY4" fmla="*/ 6863266 h 6864190"/>
              <a:gd name="connsiteX0" fmla="*/ 252 w 5967314"/>
              <a:gd name="connsiteY0" fmla="*/ 6866441 h 6867365"/>
              <a:gd name="connsiteX1" fmla="*/ 518 w 5967314"/>
              <a:gd name="connsiteY1" fmla="*/ 0 h 6867365"/>
              <a:gd name="connsiteX2" fmla="*/ 5967314 w 5967314"/>
              <a:gd name="connsiteY2" fmla="*/ 5225 h 6867365"/>
              <a:gd name="connsiteX3" fmla="*/ 1384598 w 5967314"/>
              <a:gd name="connsiteY3" fmla="*/ 6867365 h 6867365"/>
              <a:gd name="connsiteX4" fmla="*/ 252 w 5967314"/>
              <a:gd name="connsiteY4" fmla="*/ 6866441 h 686736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967314" h="6867365">
                <a:moveTo>
                  <a:pt x="252" y="6866441"/>
                </a:moveTo>
                <a:cubicBezTo>
                  <a:pt x="-718" y="4577627"/>
                  <a:pt x="1488" y="2288814"/>
                  <a:pt x="518" y="0"/>
                </a:cubicBezTo>
                <a:lnTo>
                  <a:pt x="5967314" y="5225"/>
                </a:lnTo>
                <a:lnTo>
                  <a:pt x="1384598" y="6867365"/>
                </a:lnTo>
                <a:lnTo>
                  <a:pt x="252" y="6866441"/>
                </a:lnTo>
                <a:close/>
              </a:path>
            </a:pathLst>
          </a:cu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867" b="0" i="0" u="none" strike="noStrike" cap="none">
                <a:solidFill>
                  <a:srgbClr val="000000"/>
                </a:solidFill>
                <a:latin typeface="Arial"/>
                <a:ea typeface="Arial"/>
                <a:cs typeface="Arial"/>
                <a:sym typeface="Arial"/>
              </a:defRPr>
            </a:lvl9pPr>
          </a:lstStyle>
          <a:p>
            <a:pPr algn="ctr" defTabSz="847788">
              <a:defRPr/>
            </a:pPr>
            <a:endParaRPr lang="ru-RU" sz="2307" kern="1200"/>
          </a:p>
        </p:txBody>
      </p:sp>
    </p:spTree>
    <p:extLst>
      <p:ext uri="{BB962C8B-B14F-4D97-AF65-F5344CB8AC3E}">
        <p14:creationId xmlns:p14="http://schemas.microsoft.com/office/powerpoint/2010/main" val="365972366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1_Text">
    <p:bg>
      <p:bgPr>
        <a:solidFill>
          <a:schemeClr val="bg1"/>
        </a:solidFill>
        <a:effectLst/>
      </p:bgPr>
    </p:bg>
    <p:spTree>
      <p:nvGrpSpPr>
        <p:cNvPr id="1" name=""/>
        <p:cNvGrpSpPr/>
        <p:nvPr/>
      </p:nvGrpSpPr>
      <p:grpSpPr>
        <a:xfrm>
          <a:off x="0" y="0"/>
          <a:ext cx="0" cy="0"/>
          <a:chOff x="0" y="0"/>
          <a:chExt cx="0" cy="0"/>
        </a:xfrm>
      </p:grpSpPr>
      <p:sp>
        <p:nvSpPr>
          <p:cNvPr id="77" name="Text Placeholder 8">
            <a:extLst>
              <a:ext uri="{FF2B5EF4-FFF2-40B4-BE49-F238E27FC236}">
                <a16:creationId xmlns:a16="http://schemas.microsoft.com/office/drawing/2014/main" id="{1BA5820D-D125-6B36-32C2-883928094B9A}"/>
              </a:ext>
            </a:extLst>
          </p:cNvPr>
          <p:cNvSpPr>
            <a:spLocks noGrp="1"/>
          </p:cNvSpPr>
          <p:nvPr>
            <p:ph type="body" sz="quarter" idx="56"/>
          </p:nvPr>
        </p:nvSpPr>
        <p:spPr>
          <a:xfrm>
            <a:off x="559776" y="1804189"/>
            <a:ext cx="11072450" cy="4262751"/>
          </a:xfrm>
          <a:prstGeom prst="rect">
            <a:avLst/>
          </a:prstGeom>
        </p:spPr>
        <p:txBody>
          <a:bodyPr>
            <a:noAutofit/>
          </a:bodyPr>
          <a:lstStyle>
            <a:lvl1pPr marL="12700" indent="-12700">
              <a:buFont typeface="Arial" panose="020B0604020202020204" pitchFamily="34" charset="0"/>
              <a:buNone/>
              <a:tabLst/>
              <a:defRPr sz="1400" b="0" i="0">
                <a:solidFill>
                  <a:schemeClr val="tx1"/>
                </a:solidFill>
                <a:latin typeface="Encode Sans Expanded Expanded L" pitchFamily="2" charset="77"/>
              </a:defRPr>
            </a:lvl1pPr>
            <a:lvl2pPr>
              <a:defRPr sz="1400" b="1" i="0">
                <a:latin typeface="Encode Sans Expanded Expanded S" pitchFamily="2" charset="77"/>
              </a:defRPr>
            </a:lvl2pPr>
            <a:lvl3pPr>
              <a:defRPr sz="1400" b="1" i="0">
                <a:latin typeface="Encode Sans Expanded Expanded S" pitchFamily="2" charset="77"/>
              </a:defRPr>
            </a:lvl3pPr>
            <a:lvl4pPr>
              <a:defRPr sz="1400" b="1" i="0">
                <a:latin typeface="Encode Sans Expanded Expanded S" pitchFamily="2" charset="77"/>
              </a:defRPr>
            </a:lvl4pPr>
            <a:lvl5pPr>
              <a:defRPr sz="1400" b="1" i="0">
                <a:latin typeface="Encode Sans Expanded Expanded S" pitchFamily="2" charset="77"/>
              </a:defRPr>
            </a:lvl5pPr>
          </a:lstStyle>
          <a:p>
            <a:pPr lvl="0"/>
            <a:r>
              <a:rPr lang="en-US"/>
              <a:t>Click to edit Master text styles</a:t>
            </a:r>
          </a:p>
        </p:txBody>
      </p:sp>
      <p:sp>
        <p:nvSpPr>
          <p:cNvPr id="5" name="Title 1">
            <a:extLst>
              <a:ext uri="{FF2B5EF4-FFF2-40B4-BE49-F238E27FC236}">
                <a16:creationId xmlns:a16="http://schemas.microsoft.com/office/drawing/2014/main" id="{EE6F978A-DD40-416B-1128-C0C86FB2A942}"/>
              </a:ext>
            </a:extLst>
          </p:cNvPr>
          <p:cNvSpPr>
            <a:spLocks noGrp="1"/>
          </p:cNvSpPr>
          <p:nvPr>
            <p:ph type="title" hasCustomPrompt="1"/>
          </p:nvPr>
        </p:nvSpPr>
        <p:spPr>
          <a:xfrm>
            <a:off x="559776" y="312618"/>
            <a:ext cx="9210389" cy="671405"/>
          </a:xfrm>
          <a:prstGeom prst="rect">
            <a:avLst/>
          </a:prstGeom>
        </p:spPr>
        <p:txBody>
          <a:bodyPr anchor="t">
            <a:noAutofit/>
          </a:bodyPr>
          <a:lstStyle>
            <a:lvl1pPr>
              <a:buFont typeface="Arial" panose="020B0604020202020204" pitchFamily="34" charset="0"/>
              <a:buNone/>
              <a:defRPr sz="3600" b="1" i="0" cap="none">
                <a:solidFill>
                  <a:srgbClr val="243782"/>
                </a:solidFill>
                <a:latin typeface="Encode Sans Expanded Expanded S" pitchFamily="2" charset="77"/>
              </a:defRPr>
            </a:lvl1pPr>
          </a:lstStyle>
          <a:p>
            <a:r>
              <a:rPr lang="en-US"/>
              <a:t>Click to edit master title style</a:t>
            </a:r>
          </a:p>
        </p:txBody>
      </p:sp>
      <p:sp>
        <p:nvSpPr>
          <p:cNvPr id="8" name="Text Placeholder 16">
            <a:extLst>
              <a:ext uri="{FF2B5EF4-FFF2-40B4-BE49-F238E27FC236}">
                <a16:creationId xmlns:a16="http://schemas.microsoft.com/office/drawing/2014/main" id="{8367D7C7-224D-7E60-96F4-714E2C6682E6}"/>
              </a:ext>
            </a:extLst>
          </p:cNvPr>
          <p:cNvSpPr>
            <a:spLocks noGrp="1"/>
          </p:cNvSpPr>
          <p:nvPr>
            <p:ph type="body" sz="quarter" idx="11" hasCustomPrompt="1"/>
          </p:nvPr>
        </p:nvSpPr>
        <p:spPr>
          <a:xfrm>
            <a:off x="559775" y="984024"/>
            <a:ext cx="7255267" cy="649283"/>
          </a:xfrm>
          <a:prstGeom prst="rect">
            <a:avLst/>
          </a:prstGeom>
        </p:spPr>
        <p:txBody>
          <a:bodyPr>
            <a:noAutofit/>
          </a:bodyPr>
          <a:lstStyle>
            <a:lvl1pPr marL="12700" indent="-12700">
              <a:buFont typeface="Arial" panose="020B0604020202020204" pitchFamily="34" charset="0"/>
              <a:buNone/>
              <a:tabLst/>
              <a:defRPr sz="1800" b="0" i="0">
                <a:solidFill>
                  <a:srgbClr val="243782"/>
                </a:solidFill>
                <a:latin typeface="Encode Sans Expanded Expanded L" pitchFamily="2" charset="77"/>
              </a:defRPr>
            </a:lvl1pPr>
          </a:lstStyle>
          <a:p>
            <a:pPr lvl="0"/>
            <a:r>
              <a:rPr lang="en-US"/>
              <a:t>Click to edit Master subtitle style</a:t>
            </a:r>
          </a:p>
        </p:txBody>
      </p:sp>
      <p:pic>
        <p:nvPicPr>
          <p:cNvPr id="19" name="Graphic 18">
            <a:extLst>
              <a:ext uri="{FF2B5EF4-FFF2-40B4-BE49-F238E27FC236}">
                <a16:creationId xmlns:a16="http://schemas.microsoft.com/office/drawing/2014/main" id="{6D4DAF9A-CC82-232C-7366-8A2028BD0EE1}"/>
              </a:ext>
            </a:extLst>
          </p:cNvPr>
          <p:cNvPicPr>
            <a:picLocks noChangeAspect="1"/>
          </p:cNvPicPr>
          <p:nvPr userDrawn="1"/>
        </p:nvPicPr>
        <p:blipFill>
          <a:blip>
            <a:extLst>
              <a:ext uri="{96DAC541-7B7A-43D3-8B79-37D633B846F1}">
                <asvg:svgBlip xmlns:asvg="http://schemas.microsoft.com/office/drawing/2016/SVG/main" r:embed="rId2"/>
              </a:ext>
            </a:extLst>
          </a:blip>
          <a:srcRect l="11605" t="14035" r="11222" b="15322"/>
          <a:stretch>
            <a:fillRect/>
          </a:stretch>
        </p:blipFill>
        <p:spPr>
          <a:xfrm>
            <a:off x="10406787" y="471807"/>
            <a:ext cx="1254673" cy="319253"/>
          </a:xfrm>
          <a:prstGeom prst="rect">
            <a:avLst/>
          </a:prstGeom>
        </p:spPr>
      </p:pic>
      <p:sp>
        <p:nvSpPr>
          <p:cNvPr id="2" name="Espace réservé du numéro de diapositive 7">
            <a:extLst>
              <a:ext uri="{FF2B5EF4-FFF2-40B4-BE49-F238E27FC236}">
                <a16:creationId xmlns:a16="http://schemas.microsoft.com/office/drawing/2014/main" id="{7C285708-436C-E0FE-72D1-36BA92287518}"/>
              </a:ext>
            </a:extLst>
          </p:cNvPr>
          <p:cNvSpPr>
            <a:spLocks noGrp="1"/>
          </p:cNvSpPr>
          <p:nvPr>
            <p:ph type="sldNum" sz="quarter" idx="17"/>
          </p:nvPr>
        </p:nvSpPr>
        <p:spPr>
          <a:xfrm>
            <a:off x="11328548" y="6397368"/>
            <a:ext cx="541454" cy="184666"/>
          </a:xfrm>
        </p:spPr>
        <p:txBody>
          <a:bodyPr/>
          <a:lstStyle/>
          <a:p>
            <a:fld id="{975A587B-5814-4D9B-9598-FE9CB954CB01}" type="slidenum">
              <a:rPr lang="en-US" noProof="0" smtClean="0"/>
              <a:pPr/>
              <a:t>‹#›</a:t>
            </a:fld>
            <a:endParaRPr lang="en-US" b="0" noProof="0"/>
          </a:p>
        </p:txBody>
      </p:sp>
    </p:spTree>
    <p:extLst>
      <p:ext uri="{BB962C8B-B14F-4D97-AF65-F5344CB8AC3E}">
        <p14:creationId xmlns:p14="http://schemas.microsoft.com/office/powerpoint/2010/main" val="2697271650"/>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091536"/>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theme" Target="../theme/theme1.xml"/><Relationship Id="rId21"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F798E53-107F-468D-A86A-B9E27C8FBA8B}"/>
              </a:ext>
            </a:extLst>
          </p:cNvPr>
          <p:cNvSpPr>
            <a:spLocks noGrp="1"/>
          </p:cNvSpPr>
          <p:nvPr>
            <p:ph type="title"/>
          </p:nvPr>
        </p:nvSpPr>
        <p:spPr>
          <a:xfrm>
            <a:off x="545081" y="1535088"/>
            <a:ext cx="10800000" cy="864000"/>
          </a:xfrm>
          <a:prstGeom prst="rect">
            <a:avLst/>
          </a:prstGeom>
        </p:spPr>
        <p:txBody>
          <a:bodyPr vert="horz" lIns="91440" tIns="45720" rIns="91440" bIns="45720" rtlCol="0" anchor="t">
            <a:noAutofit/>
          </a:bodyPr>
          <a:lstStyle/>
          <a:p>
            <a:r>
              <a:rPr lang="en-US" noProof="0"/>
              <a:t>Click to edit Master title style</a:t>
            </a:r>
          </a:p>
        </p:txBody>
      </p:sp>
      <p:sp>
        <p:nvSpPr>
          <p:cNvPr id="3" name="Espace réservé du texte 2">
            <a:extLst>
              <a:ext uri="{FF2B5EF4-FFF2-40B4-BE49-F238E27FC236}">
                <a16:creationId xmlns:a16="http://schemas.microsoft.com/office/drawing/2014/main" id="{33116353-A2DB-400D-836D-10B770C82C62}"/>
              </a:ext>
            </a:extLst>
          </p:cNvPr>
          <p:cNvSpPr>
            <a:spLocks noGrp="1"/>
          </p:cNvSpPr>
          <p:nvPr>
            <p:ph type="body" idx="1"/>
          </p:nvPr>
        </p:nvSpPr>
        <p:spPr>
          <a:xfrm>
            <a:off x="545081" y="2624771"/>
            <a:ext cx="10800000" cy="3600000"/>
          </a:xfrm>
          <a:prstGeom prst="rect">
            <a:avLst/>
          </a:prstGeom>
        </p:spPr>
        <p:txBody>
          <a:bodyPr vert="horz" lIns="91440" tIns="45720" rIns="91440" bIns="45720" rtlCol="0">
            <a:no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 name="Espace réservé de la date 3">
            <a:extLst>
              <a:ext uri="{FF2B5EF4-FFF2-40B4-BE49-F238E27FC236}">
                <a16:creationId xmlns:a16="http://schemas.microsoft.com/office/drawing/2014/main" id="{FDD59078-F0EA-4B2B-B92A-CB1D0AA4F88E}"/>
              </a:ext>
            </a:extLst>
          </p:cNvPr>
          <p:cNvSpPr>
            <a:spLocks noGrp="1"/>
          </p:cNvSpPr>
          <p:nvPr>
            <p:ph type="dt" sz="half" idx="2"/>
          </p:nvPr>
        </p:nvSpPr>
        <p:spPr>
          <a:xfrm>
            <a:off x="546100" y="6489701"/>
            <a:ext cx="1056000" cy="216000"/>
          </a:xfrm>
          <a:prstGeom prst="rect">
            <a:avLst/>
          </a:prstGeom>
        </p:spPr>
        <p:txBody>
          <a:bodyPr vert="horz" lIns="91440" tIns="45720" rIns="91440" bIns="45720" rtlCol="0" anchor="ctr">
            <a:noAutofit/>
          </a:bodyPr>
          <a:lstStyle>
            <a:lvl1pPr algn="l">
              <a:defRPr sz="900" b="0">
                <a:solidFill>
                  <a:schemeClr val="tx2"/>
                </a:solidFill>
                <a:latin typeface="+mn-lt"/>
              </a:defRPr>
            </a:lvl1pPr>
          </a:lstStyle>
          <a:p>
            <a:endParaRPr lang="en-US"/>
          </a:p>
        </p:txBody>
      </p:sp>
      <p:sp>
        <p:nvSpPr>
          <p:cNvPr id="6" name="Espace réservé du numéro de diapositive 5">
            <a:extLst>
              <a:ext uri="{FF2B5EF4-FFF2-40B4-BE49-F238E27FC236}">
                <a16:creationId xmlns:a16="http://schemas.microsoft.com/office/drawing/2014/main" id="{2A1B493F-9EAA-4161-9132-F480E263F13A}"/>
              </a:ext>
            </a:extLst>
          </p:cNvPr>
          <p:cNvSpPr>
            <a:spLocks noGrp="1"/>
          </p:cNvSpPr>
          <p:nvPr>
            <p:ph type="sldNum" sz="quarter" idx="4"/>
          </p:nvPr>
        </p:nvSpPr>
        <p:spPr>
          <a:xfrm>
            <a:off x="11328548" y="6397368"/>
            <a:ext cx="541454" cy="184666"/>
          </a:xfrm>
          <a:prstGeom prst="rect">
            <a:avLst/>
          </a:prstGeom>
        </p:spPr>
        <p:txBody>
          <a:bodyPr vert="horz" lIns="0" tIns="0" rIns="0" bIns="0" rtlCol="0" anchor="ctr">
            <a:spAutoFit/>
          </a:bodyPr>
          <a:lstStyle>
            <a:lvl1pPr algn="ctr">
              <a:defRPr sz="1200" b="0" spc="100" baseline="0">
                <a:solidFill>
                  <a:schemeClr val="tx2"/>
                </a:solidFill>
                <a:latin typeface="+mn-lt"/>
              </a:defRPr>
            </a:lvl1pPr>
          </a:lstStyle>
          <a:p>
            <a:fld id="{975A587B-5814-4D9B-9598-FE9CB954CB01}" type="slidenum">
              <a:rPr lang="en-US" smtClean="0"/>
              <a:pPr/>
              <a:t>‹#›</a:t>
            </a:fld>
            <a:endParaRPr lang="en-US"/>
          </a:p>
        </p:txBody>
      </p:sp>
      <p:pic>
        <p:nvPicPr>
          <p:cNvPr id="16" name="Image 15" descr="Une image contenant texte&#10;&#10;Description générée automatiquement">
            <a:extLst>
              <a:ext uri="{FF2B5EF4-FFF2-40B4-BE49-F238E27FC236}">
                <a16:creationId xmlns:a16="http://schemas.microsoft.com/office/drawing/2014/main" id="{C3BC85E7-A235-4FF4-9B8B-EFEEC472A86F}"/>
              </a:ext>
            </a:extLst>
          </p:cNvPr>
          <p:cNvPicPr>
            <a:picLocks noChangeAspect="1"/>
          </p:cNvPicPr>
          <p:nvPr userDrawn="1"/>
        </p:nvPicPr>
        <p:blipFill rotWithShape="1">
          <a:blip r:embed="rId21">
            <a:extLst>
              <a:ext uri="{28A0092B-C50C-407E-A947-70E740481C1C}">
                <a14:useLocalDpi xmlns:a14="http://schemas.microsoft.com/office/drawing/2010/main" val="0"/>
              </a:ext>
            </a:extLst>
          </a:blip>
          <a:srcRect/>
          <a:stretch/>
        </p:blipFill>
        <p:spPr>
          <a:xfrm>
            <a:off x="9806940" y="350044"/>
            <a:ext cx="1904048" cy="557212"/>
          </a:xfrm>
          <a:prstGeom prst="rect">
            <a:avLst/>
          </a:prstGeom>
        </p:spPr>
      </p:pic>
      <p:sp>
        <p:nvSpPr>
          <p:cNvPr id="12" name="Google Shape;88;p3">
            <a:extLst>
              <a:ext uri="{FF2B5EF4-FFF2-40B4-BE49-F238E27FC236}">
                <a16:creationId xmlns:a16="http://schemas.microsoft.com/office/drawing/2014/main" id="{9CC1F3B9-2D6B-B620-6DC4-E74D7296A69E}"/>
              </a:ext>
            </a:extLst>
          </p:cNvPr>
          <p:cNvSpPr/>
          <p:nvPr userDrawn="1"/>
        </p:nvSpPr>
        <p:spPr>
          <a:xfrm>
            <a:off x="11431928" y="6335801"/>
            <a:ext cx="307800" cy="307800"/>
          </a:xfrm>
          <a:prstGeom prst="ellipse">
            <a:avLst/>
          </a:prstGeom>
          <a:noFill/>
          <a:ln w="9525" cap="flat" cmpd="sng">
            <a:solidFill>
              <a:schemeClr val="tx2"/>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243782"/>
              </a:solidFill>
              <a:latin typeface="Arial"/>
              <a:ea typeface="Arial"/>
              <a:cs typeface="Arial"/>
              <a:sym typeface="Arial"/>
            </a:endParaRPr>
          </a:p>
        </p:txBody>
      </p:sp>
    </p:spTree>
    <p:extLst>
      <p:ext uri="{BB962C8B-B14F-4D97-AF65-F5344CB8AC3E}">
        <p14:creationId xmlns:p14="http://schemas.microsoft.com/office/powerpoint/2010/main" val="3381122046"/>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Lst>
  <p:hf hdr="0" dt="0"/>
  <p:txStyles>
    <p:titleStyle>
      <a:lvl1pPr algn="l" defTabSz="685800" rtl="0" eaLnBrk="1" latinLnBrk="0" hangingPunct="1">
        <a:lnSpc>
          <a:spcPct val="95000"/>
        </a:lnSpc>
        <a:spcBef>
          <a:spcPct val="0"/>
        </a:spcBef>
        <a:buNone/>
        <a:defRPr sz="2600" b="0" kern="1200" cap="all" baseline="0">
          <a:solidFill>
            <a:schemeClr val="tx2"/>
          </a:solidFill>
          <a:latin typeface="+mj-lt"/>
          <a:ea typeface="+mj-ea"/>
          <a:cs typeface="+mj-cs"/>
        </a:defRPr>
      </a:lvl1pPr>
    </p:titleStyle>
    <p:bodyStyle>
      <a:lvl1pPr marL="0" indent="0" algn="l" defTabSz="685800" rtl="0" eaLnBrk="1" latinLnBrk="0" hangingPunct="1">
        <a:lnSpc>
          <a:spcPct val="105000"/>
        </a:lnSpc>
        <a:spcBef>
          <a:spcPts val="0"/>
        </a:spcBef>
        <a:buFont typeface="Arial" panose="020B0604020202020204" pitchFamily="34" charset="0"/>
        <a:buNone/>
        <a:defRPr sz="1600" b="0" kern="1200">
          <a:solidFill>
            <a:schemeClr val="tx2"/>
          </a:solidFill>
          <a:latin typeface="+mj-lt"/>
          <a:ea typeface="+mn-ea"/>
          <a:cs typeface="+mn-cs"/>
        </a:defRPr>
      </a:lvl1pPr>
      <a:lvl2pPr marL="216000" indent="-216000" algn="l" defTabSz="685800" rtl="0" eaLnBrk="1" latinLnBrk="0" hangingPunct="1">
        <a:lnSpc>
          <a:spcPct val="105000"/>
        </a:lnSpc>
        <a:spcBef>
          <a:spcPts val="700"/>
        </a:spcBef>
        <a:buFont typeface="Arial" panose="020B0604020202020204" pitchFamily="34" charset="0"/>
        <a:buChar char="•"/>
        <a:defRPr sz="1600" kern="1200">
          <a:solidFill>
            <a:schemeClr val="tx2"/>
          </a:solidFill>
          <a:latin typeface="+mn-lt"/>
          <a:ea typeface="+mn-ea"/>
          <a:cs typeface="+mn-cs"/>
        </a:defRPr>
      </a:lvl2pPr>
      <a:lvl3pPr marL="216000" indent="0" algn="l" defTabSz="685800" rtl="0" eaLnBrk="1" latinLnBrk="0" hangingPunct="1">
        <a:lnSpc>
          <a:spcPct val="105000"/>
        </a:lnSpc>
        <a:spcBef>
          <a:spcPts val="700"/>
        </a:spcBef>
        <a:buSzPct val="120000"/>
        <a:buFont typeface="Encode Sans" pitchFamily="2" charset="0"/>
        <a:buNone/>
        <a:defRPr sz="1400" b="0" kern="1200">
          <a:solidFill>
            <a:schemeClr val="accent1"/>
          </a:solidFill>
          <a:latin typeface="+mn-lt"/>
          <a:ea typeface="+mn-ea"/>
          <a:cs typeface="+mn-cs"/>
        </a:defRPr>
      </a:lvl3pPr>
      <a:lvl4pPr marL="216000" indent="0" algn="l" defTabSz="685800" rtl="0" eaLnBrk="1" latinLnBrk="0" hangingPunct="1">
        <a:lnSpc>
          <a:spcPct val="105000"/>
        </a:lnSpc>
        <a:spcBef>
          <a:spcPts val="400"/>
        </a:spcBef>
        <a:buFont typeface="Encode Sans" pitchFamily="2" charset="0"/>
        <a:buNone/>
        <a:defRPr sz="1400" b="0" kern="1200">
          <a:solidFill>
            <a:schemeClr val="accent1"/>
          </a:solidFill>
          <a:latin typeface="+mj-lt"/>
          <a:ea typeface="+mn-ea"/>
          <a:cs typeface="+mn-cs"/>
        </a:defRPr>
      </a:lvl4pPr>
      <a:lvl5pPr marL="360000" indent="-144000" algn="l" defTabSz="685800" rtl="0" eaLnBrk="1" latinLnBrk="0" hangingPunct="1">
        <a:lnSpc>
          <a:spcPct val="105000"/>
        </a:lnSpc>
        <a:spcBef>
          <a:spcPts val="400"/>
        </a:spcBef>
        <a:buFont typeface="Arial" panose="020B0604020202020204" pitchFamily="34" charset="0"/>
        <a:buChar char="•"/>
        <a:defRPr sz="1400" kern="1200">
          <a:solidFill>
            <a:schemeClr val="accent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fr-FR"/>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67ADFE1-BAAD-24CE-8C65-F9C4F87B2FDA}"/>
              </a:ext>
            </a:extLst>
          </p:cNvPr>
          <p:cNvSpPr>
            <a:spLocks noGrp="1"/>
          </p:cNvSpPr>
          <p:nvPr>
            <p:ph type="sldNum" sz="quarter" idx="4294967295"/>
          </p:nvPr>
        </p:nvSpPr>
        <p:spPr>
          <a:xfrm>
            <a:off x="16191" y="1036687"/>
            <a:ext cx="541454" cy="184666"/>
          </a:xfrm>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9" name="Titre 1">
            <a:extLst>
              <a:ext uri="{FF2B5EF4-FFF2-40B4-BE49-F238E27FC236}">
                <a16:creationId xmlns:a16="http://schemas.microsoft.com/office/drawing/2014/main" id="{3517677B-B530-7CFC-8687-C401E1E5F987}"/>
              </a:ext>
            </a:extLst>
          </p:cNvPr>
          <p:cNvSpPr txBox="1">
            <a:spLocks/>
          </p:cNvSpPr>
          <p:nvPr/>
        </p:nvSpPr>
        <p:spPr>
          <a:xfrm>
            <a:off x="731727" y="3673502"/>
            <a:ext cx="9113970" cy="1576096"/>
          </a:xfrm>
          <a:prstGeom prst="rect">
            <a:avLst/>
          </a:prstGeom>
        </p:spPr>
        <p:txBody>
          <a:bodyPr vert="horz" lIns="91440" tIns="45720" rIns="91440" bIns="45720" rtlCol="0" anchor="b">
            <a:noAutofit/>
          </a:bodyPr>
          <a:lstStyle>
            <a:lvl1pPr algn="l" defTabSz="685800" rtl="0" eaLnBrk="1" latinLnBrk="0" hangingPunct="1">
              <a:lnSpc>
                <a:spcPct val="95000"/>
              </a:lnSpc>
              <a:spcBef>
                <a:spcPct val="0"/>
              </a:spcBef>
              <a:buNone/>
              <a:defRPr sz="5000" b="0" kern="1200" cap="all" baseline="0">
                <a:solidFill>
                  <a:schemeClr val="bg1"/>
                </a:solidFill>
                <a:latin typeface="+mn-lt"/>
                <a:ea typeface="+mj-ea"/>
                <a:cs typeface="+mj-cs"/>
              </a:defRPr>
            </a:lvl1pPr>
          </a:lstStyle>
          <a:p>
            <a:pPr marL="0" marR="0" lvl="0" indent="0" algn="l" defTabSz="685800" rtl="0" eaLnBrk="1" fontAlgn="auto" latinLnBrk="0" hangingPunct="1">
              <a:lnSpc>
                <a:spcPct val="95000"/>
              </a:lnSpc>
              <a:spcBef>
                <a:spcPct val="0"/>
              </a:spcBef>
              <a:spcAft>
                <a:spcPts val="0"/>
              </a:spcAft>
              <a:buClrTx/>
              <a:buSzTx/>
              <a:buFontTx/>
              <a:buNone/>
              <a:tabLst/>
              <a:defRPr/>
            </a:pPr>
            <a:r>
              <a:rPr kumimoji="0" lang="en-GB" sz="4000" b="1" i="0" u="none" strike="noStrike" kern="1200" cap="all" spc="0" normalizeH="0" baseline="0" noProof="1">
                <a:ln>
                  <a:noFill/>
                </a:ln>
                <a:solidFill>
                  <a:prstClr val="white"/>
                </a:solidFill>
                <a:effectLst/>
                <a:uLnTx/>
                <a:uFillTx/>
                <a:latin typeface="Encode Sans Expanded Expanded"/>
                <a:ea typeface="+mj-ea"/>
                <a:cs typeface="Encode Sans ExpandedLight"/>
              </a:rPr>
              <a:t>ESG</a:t>
            </a:r>
          </a:p>
          <a:p>
            <a:pPr marL="0" marR="0" lvl="0" indent="0" algn="l" defTabSz="685800" rtl="0" eaLnBrk="1" fontAlgn="auto" latinLnBrk="0" hangingPunct="1">
              <a:lnSpc>
                <a:spcPct val="95000"/>
              </a:lnSpc>
              <a:spcBef>
                <a:spcPct val="0"/>
              </a:spcBef>
              <a:spcAft>
                <a:spcPts val="0"/>
              </a:spcAft>
              <a:buClrTx/>
              <a:buSzTx/>
              <a:buFontTx/>
              <a:buNone/>
              <a:tabLst/>
              <a:defRPr/>
            </a:pPr>
            <a:r>
              <a:rPr kumimoji="0" lang="en-GB" sz="4000" b="1" i="0" u="none" strike="noStrike" kern="1200" cap="all" spc="0" normalizeH="0" baseline="0" noProof="1">
                <a:ln>
                  <a:noFill/>
                </a:ln>
                <a:solidFill>
                  <a:prstClr val="white"/>
                </a:solidFill>
                <a:effectLst/>
                <a:uLnTx/>
                <a:uFillTx/>
                <a:latin typeface="Encode Sans Expanded Expanded"/>
                <a:ea typeface="+mj-ea"/>
                <a:cs typeface="Encode Sans ExpandedLight"/>
              </a:rPr>
              <a:t> </a:t>
            </a:r>
          </a:p>
          <a:p>
            <a:pPr marL="0" marR="0" lvl="0" indent="0" algn="l" defTabSz="685800" rtl="0" eaLnBrk="1" fontAlgn="auto" latinLnBrk="0" hangingPunct="1">
              <a:lnSpc>
                <a:spcPct val="95000"/>
              </a:lnSpc>
              <a:spcBef>
                <a:spcPct val="0"/>
              </a:spcBef>
              <a:spcAft>
                <a:spcPts val="0"/>
              </a:spcAft>
              <a:buClrTx/>
              <a:buSzTx/>
              <a:buFontTx/>
              <a:buNone/>
              <a:tabLst/>
              <a:defRPr/>
            </a:pPr>
            <a:r>
              <a:rPr kumimoji="0" lang="en-US" sz="4000" b="0" i="0" u="none" strike="noStrike" kern="1200" cap="all" spc="0" normalizeH="0" baseline="0" noProof="0">
                <a:ln>
                  <a:noFill/>
                </a:ln>
                <a:solidFill>
                  <a:prstClr val="white"/>
                </a:solidFill>
                <a:effectLst/>
                <a:uLnTx/>
                <a:uFillTx/>
                <a:latin typeface="Encode Sans ExpandedLight"/>
                <a:ea typeface="+mj-ea"/>
                <a:cs typeface="+mj-cs"/>
              </a:rPr>
              <a:t>Benchmark Sustainability Communication &amp; HR</a:t>
            </a:r>
            <a:endParaRPr kumimoji="0" lang="en-GB" sz="4400" b="0" i="0" u="none" strike="noStrike" kern="1200" cap="all" spc="0" normalizeH="0" baseline="0" noProof="1">
              <a:ln>
                <a:noFill/>
              </a:ln>
              <a:solidFill>
                <a:prstClr val="white"/>
              </a:solidFill>
              <a:effectLst/>
              <a:uLnTx/>
              <a:uFillTx/>
              <a:latin typeface="Encode Sans Expanded Light" pitchFamily="2" charset="77"/>
              <a:ea typeface="+mj-ea"/>
              <a:cs typeface="Encode Sans ExpandedLight"/>
            </a:endParaRPr>
          </a:p>
          <a:p>
            <a:pPr marL="0" marR="0" lvl="0" indent="0" algn="l" defTabSz="685800" rtl="0" eaLnBrk="1" fontAlgn="auto" latinLnBrk="0" hangingPunct="1">
              <a:lnSpc>
                <a:spcPct val="95000"/>
              </a:lnSpc>
              <a:spcBef>
                <a:spcPts val="1400"/>
              </a:spcBef>
              <a:spcAft>
                <a:spcPts val="0"/>
              </a:spcAft>
              <a:buClrTx/>
              <a:buSzTx/>
              <a:buFontTx/>
              <a:buNone/>
              <a:tabLst/>
              <a:defRPr/>
            </a:pPr>
            <a:r>
              <a:rPr kumimoji="0" lang="en-US" sz="1800" b="0" i="0" u="none" strike="noStrike" kern="1200" cap="none" spc="0" normalizeH="0" baseline="0" noProof="0">
                <a:ln>
                  <a:noFill/>
                </a:ln>
                <a:solidFill>
                  <a:prstClr val="white"/>
                </a:solidFill>
                <a:effectLst/>
                <a:uLnTx/>
                <a:uFillTx/>
                <a:latin typeface="Encode Sans ExpandedLight"/>
                <a:ea typeface="+mj-ea"/>
                <a:cs typeface="+mj-cs"/>
              </a:rPr>
              <a:t>Narrative territories: how leading players position</a:t>
            </a:r>
            <a:endParaRPr kumimoji="0" lang="en-GB" sz="4400" b="0" i="0" u="none" strike="noStrike" kern="1200" cap="all" spc="0" normalizeH="0" baseline="0" noProof="1">
              <a:ln>
                <a:noFill/>
              </a:ln>
              <a:solidFill>
                <a:prstClr val="white"/>
              </a:solidFill>
              <a:effectLst/>
              <a:uLnTx/>
              <a:uFillTx/>
              <a:latin typeface="Encode Sans Expanded Light" pitchFamily="2" charset="77"/>
              <a:ea typeface="+mj-ea"/>
              <a:cs typeface="Encode Sans ExpandedLight"/>
            </a:endParaRPr>
          </a:p>
        </p:txBody>
      </p:sp>
      <p:sp>
        <p:nvSpPr>
          <p:cNvPr id="10" name="Titre 1">
            <a:extLst>
              <a:ext uri="{FF2B5EF4-FFF2-40B4-BE49-F238E27FC236}">
                <a16:creationId xmlns:a16="http://schemas.microsoft.com/office/drawing/2014/main" id="{EF6DE7AC-311D-AC5B-6A67-6D6A2CF11EBF}"/>
              </a:ext>
            </a:extLst>
          </p:cNvPr>
          <p:cNvSpPr txBox="1">
            <a:spLocks/>
          </p:cNvSpPr>
          <p:nvPr/>
        </p:nvSpPr>
        <p:spPr>
          <a:xfrm>
            <a:off x="6914305" y="5938344"/>
            <a:ext cx="4783709" cy="344214"/>
          </a:xfrm>
          <a:prstGeom prst="rect">
            <a:avLst/>
          </a:prstGeom>
        </p:spPr>
        <p:txBody>
          <a:bodyPr vert="horz" lIns="91440" tIns="45720" rIns="91440" bIns="45720" rtlCol="0" anchor="t">
            <a:noAutofit/>
          </a:bodyPr>
          <a:lstStyle>
            <a:lvl1pPr algn="l" defTabSz="685800" rtl="0" eaLnBrk="1" latinLnBrk="0" hangingPunct="1">
              <a:lnSpc>
                <a:spcPct val="90000"/>
              </a:lnSpc>
              <a:spcBef>
                <a:spcPct val="0"/>
              </a:spcBef>
              <a:buNone/>
              <a:defRPr sz="4700" kern="1200" cap="all" baseline="0">
                <a:solidFill>
                  <a:schemeClr val="bg1"/>
                </a:solidFill>
                <a:latin typeface="+mn-lt"/>
                <a:ea typeface="+mj-ea"/>
                <a:cs typeface="+mj-cs"/>
              </a:defRPr>
            </a:lvl1pPr>
          </a:lstStyle>
          <a:p>
            <a:pPr marL="0" marR="0" lvl="0" indent="0" algn="r" defTabSz="685800" rtl="0" eaLnBrk="1" fontAlgn="auto" latinLnBrk="0" hangingPunct="1">
              <a:lnSpc>
                <a:spcPct val="90000"/>
              </a:lnSpc>
              <a:spcBef>
                <a:spcPct val="0"/>
              </a:spcBef>
              <a:spcAft>
                <a:spcPts val="0"/>
              </a:spcAft>
              <a:buClrTx/>
              <a:buSzTx/>
              <a:buFontTx/>
              <a:buNone/>
              <a:tabLst/>
              <a:defRPr/>
            </a:pPr>
            <a:r>
              <a:rPr kumimoji="0" lang="en-GB" sz="1800" b="0" i="0" u="none" strike="noStrike" kern="1200" cap="all" spc="0" normalizeH="0" baseline="0" noProof="1">
                <a:ln>
                  <a:noFill/>
                </a:ln>
                <a:solidFill>
                  <a:prstClr val="white"/>
                </a:solidFill>
                <a:effectLst/>
                <a:uLnTx/>
                <a:uFillTx/>
                <a:latin typeface="Encode Sans ExpandedLight"/>
                <a:ea typeface="+mj-ea"/>
                <a:cs typeface="+mj-cs"/>
              </a:rPr>
              <a:t>October 2026</a:t>
            </a:r>
            <a:endParaRPr kumimoji="0" lang="en-GB" sz="3200" b="0" i="0" u="none" strike="noStrike" kern="1200" cap="all" spc="0" normalizeH="0" baseline="0" noProof="1">
              <a:ln>
                <a:noFill/>
              </a:ln>
              <a:solidFill>
                <a:prstClr val="white"/>
              </a:solidFill>
              <a:effectLst/>
              <a:uLnTx/>
              <a:uFillTx/>
              <a:latin typeface="Encode Sans ExpandedLight"/>
              <a:ea typeface="+mj-ea"/>
              <a:cs typeface="+mj-cs"/>
            </a:endParaRPr>
          </a:p>
        </p:txBody>
      </p:sp>
    </p:spTree>
    <p:extLst>
      <p:ext uri="{BB962C8B-B14F-4D97-AF65-F5344CB8AC3E}">
        <p14:creationId xmlns:p14="http://schemas.microsoft.com/office/powerpoint/2010/main" val="125536756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18E99B-64B6-F0DC-0C5C-04AC17198767}"/>
            </a:ext>
          </a:extLst>
        </p:cNvPr>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11CC0418-3991-9DEE-57EA-33F4C59FDFE6}"/>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7" name="Text Placeholder 6">
            <a:extLst>
              <a:ext uri="{FF2B5EF4-FFF2-40B4-BE49-F238E27FC236}">
                <a16:creationId xmlns:a16="http://schemas.microsoft.com/office/drawing/2014/main" id="{04DF6A94-9E98-98BF-84BE-D2338A6B7BF4}"/>
              </a:ext>
            </a:extLst>
          </p:cNvPr>
          <p:cNvSpPr>
            <a:spLocks noGrp="1"/>
          </p:cNvSpPr>
          <p:nvPr>
            <p:ph type="body" idx="19"/>
          </p:nvPr>
        </p:nvSpPr>
        <p:spPr/>
        <p:txBody>
          <a:bodyPr/>
          <a:lstStyle/>
          <a:p>
            <a:r>
              <a:rPr lang="en-GB" sz="1600" noProof="1">
                <a:latin typeface="Encode Sans Expanded Expanded"/>
              </a:rPr>
              <a:t>Agenda</a:t>
            </a:r>
            <a:endParaRPr lang="en-GB" noProof="1"/>
          </a:p>
        </p:txBody>
      </p:sp>
      <p:sp>
        <p:nvSpPr>
          <p:cNvPr id="8" name="TextBox 7">
            <a:extLst>
              <a:ext uri="{FF2B5EF4-FFF2-40B4-BE49-F238E27FC236}">
                <a16:creationId xmlns:a16="http://schemas.microsoft.com/office/drawing/2014/main" id="{DA182C4D-6E12-E200-14F8-C8CEB07C455B}"/>
              </a:ext>
            </a:extLst>
          </p:cNvPr>
          <p:cNvSpPr txBox="1"/>
          <p:nvPr/>
        </p:nvSpPr>
        <p:spPr>
          <a:xfrm>
            <a:off x="612700" y="1037260"/>
            <a:ext cx="7616900" cy="646331"/>
          </a:xfrm>
          <a:prstGeom prst="rect">
            <a:avLst/>
          </a:prstGeom>
          <a:noFill/>
        </p:spPr>
        <p:txBody>
          <a:bodyPr wrap="square" lIns="91440" tIns="45720" rIns="91440" bIns="45720" anchor="t">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3600" b="1" i="0" u="none" strike="noStrike" kern="1200" cap="none" spc="0" normalizeH="0" baseline="0" noProof="0">
                <a:ln>
                  <a:noFill/>
                </a:ln>
                <a:solidFill>
                  <a:srgbClr val="272B35"/>
                </a:solidFill>
                <a:effectLst/>
                <a:uLnTx/>
                <a:uFillTx/>
                <a:latin typeface="Encode Sans ExpandedLight"/>
                <a:ea typeface="+mn-ea"/>
                <a:cs typeface="+mn-cs"/>
              </a:rPr>
              <a:t>RESEARCH AREAS</a:t>
            </a:r>
            <a:endParaRPr kumimoji="0" lang="en-GB" sz="3600" b="1" i="0" u="none" strike="noStrike" kern="1200" cap="none" spc="0" normalizeH="0" baseline="0" noProof="1">
              <a:ln>
                <a:noFill/>
              </a:ln>
              <a:solidFill>
                <a:srgbClr val="243782"/>
              </a:solidFill>
              <a:effectLst/>
              <a:uLnTx/>
              <a:uFillTx/>
              <a:latin typeface="Encode Sans Expanded" pitchFamily="2" charset="77"/>
              <a:ea typeface="Encode Sans ExpandedLight"/>
              <a:cs typeface="+mn-lt"/>
            </a:endParaRPr>
          </a:p>
        </p:txBody>
      </p:sp>
      <p:sp>
        <p:nvSpPr>
          <p:cNvPr id="11" name="TextBox 10">
            <a:extLst>
              <a:ext uri="{FF2B5EF4-FFF2-40B4-BE49-F238E27FC236}">
                <a16:creationId xmlns:a16="http://schemas.microsoft.com/office/drawing/2014/main" id="{A8EBB142-D9A3-988E-30FF-40C76B169B47}"/>
              </a:ext>
            </a:extLst>
          </p:cNvPr>
          <p:cNvSpPr txBox="1"/>
          <p:nvPr/>
        </p:nvSpPr>
        <p:spPr>
          <a:xfrm>
            <a:off x="612700" y="2216484"/>
            <a:ext cx="8686800" cy="492764"/>
          </a:xfrm>
          <a:prstGeom prst="rect">
            <a:avLst/>
          </a:prstGeom>
          <a:noFill/>
        </p:spPr>
        <p:txBody>
          <a:bodyPr wrap="square" lIns="91440" tIns="45720" rIns="91440" bIns="45720" anchor="t">
            <a:spAutoFit/>
          </a:bodyPr>
          <a:lstStyle>
            <a:defPPr>
              <a:defRPr lang="en-US"/>
            </a:defPPr>
            <a:lvl1pPr marL="342900" indent="-342900">
              <a:lnSpc>
                <a:spcPct val="150000"/>
              </a:lnSpc>
              <a:buClr>
                <a:schemeClr val="tx2"/>
              </a:buClr>
              <a:buSzPct val="126000"/>
              <a:buFont typeface="+mj-lt"/>
              <a:buAutoNum type="arabicPeriod"/>
              <a:defRPr sz="1400" b="1">
                <a:latin typeface="Encode Sans Expanded" pitchFamily="2" charset="77"/>
              </a:defRPr>
            </a:lvl1pPr>
            <a:lvl2pPr marL="800100" lvl="1" indent="-342900">
              <a:lnSpc>
                <a:spcPct val="150000"/>
              </a:lnSpc>
              <a:buClr>
                <a:schemeClr val="tx2"/>
              </a:buClr>
              <a:buSzPct val="126000"/>
              <a:buFont typeface="Arial" panose="020B0604020202020204" pitchFamily="34" charset="0"/>
              <a:buChar char="•"/>
              <a:defRPr sz="1400">
                <a:latin typeface="Encode Sans Expanded" pitchFamily="2" charset="77"/>
              </a:defRPr>
            </a:lvl2pPr>
          </a:lstStyle>
          <a:p>
            <a:pPr marL="342900" marR="0" lvl="0" indent="-342900" algn="l" defTabSz="914400" rtl="0" eaLnBrk="1" fontAlgn="auto" latinLnBrk="0" hangingPunct="1">
              <a:lnSpc>
                <a:spcPct val="150000"/>
              </a:lnSpc>
              <a:spcBef>
                <a:spcPts val="0"/>
              </a:spcBef>
              <a:spcAft>
                <a:spcPts val="0"/>
              </a:spcAft>
              <a:buClr>
                <a:srgbClr val="243782"/>
              </a:buClr>
              <a:buSzPct val="126000"/>
              <a:buFont typeface="+mj-lt"/>
              <a:buAutoNum type="arabicPeriod"/>
              <a:tabLst/>
              <a:defRPr/>
            </a:pPr>
            <a:r>
              <a:rPr kumimoji="0" lang="en-US" sz="2000" b="1" i="0" u="none" strike="noStrike" kern="1200" cap="none" spc="0" normalizeH="0" baseline="0" noProof="0" dirty="0">
                <a:ln>
                  <a:noFill/>
                </a:ln>
                <a:solidFill>
                  <a:srgbClr val="272B35"/>
                </a:solidFill>
                <a:effectLst/>
                <a:uLnTx/>
                <a:uFillTx/>
                <a:latin typeface="Encode Sans Expanded" pitchFamily="2" charset="77"/>
                <a:ea typeface="+mn-ea"/>
                <a:cs typeface="+mn-cs"/>
              </a:rPr>
              <a:t>Global sustainability narrative: four narrative territories</a:t>
            </a:r>
            <a:endParaRPr kumimoji="0" lang="en-US" sz="1400" b="1" i="0" u="none" strike="noStrike" kern="1200" cap="none" spc="0" normalizeH="0" baseline="0" noProof="0" dirty="0">
              <a:ln>
                <a:noFill/>
              </a:ln>
              <a:solidFill>
                <a:srgbClr val="272B35"/>
              </a:solidFill>
              <a:effectLst/>
              <a:uLnTx/>
              <a:uFillTx/>
              <a:latin typeface="Encode Sans Expanded" pitchFamily="2" charset="77"/>
              <a:ea typeface="+mn-ea"/>
              <a:cs typeface="+mn-cs"/>
            </a:endParaRPr>
          </a:p>
          <a:p>
            <a:pPr lvl="1"/>
            <a:r>
              <a:rPr sz="1400" b="0" i="0">
                <a:solidFill>
                  <a:srgbClr val="272B35"/>
                </a:solidFill>
                <a:latin typeface="Encode Sans ExpandedLight"/>
              </a:rPr>
              <a:t>The four territories</a:t>
            </a:r>
          </a:p>
          <a:p>
            <a:pPr lvl="1"/>
            <a:r>
              <a:rPr sz="1400" b="0" i="0">
                <a:solidFill>
                  <a:srgbClr val="272B35"/>
                </a:solidFill>
                <a:latin typeface="Encode Sans ExpandedLight"/>
              </a:rPr>
              <a:t>Positioning map of the players</a:t>
            </a:r>
          </a:p>
          <a:p>
            <a:pPr lvl="1"/>
            <a:r>
              <a:rPr sz="1400" b="0" i="0">
                <a:solidFill>
                  <a:srgbClr val="272B35"/>
                </a:solidFill>
                <a:latin typeface="Encode Sans ExpandedLight"/>
              </a:rPr>
              <a:t>Fair Transition</a:t>
            </a:r>
          </a:p>
          <a:p>
            <a:pPr lvl="1"/>
            <a:r>
              <a:rPr sz="1400" b="0" i="0">
                <a:solidFill>
                  <a:srgbClr val="272B35"/>
                </a:solidFill>
                <a:latin typeface="Encode Sans ExpandedLight"/>
              </a:rPr>
              <a:t>Customer Trust</a:t>
            </a:r>
          </a:p>
          <a:p>
            <a:pPr lvl="1"/>
            <a:r>
              <a:rPr sz="1400" b="0" i="0">
                <a:solidFill>
                  <a:srgbClr val="272B35"/>
                </a:solidFill>
                <a:latin typeface="Encode Sans ExpandedLight"/>
              </a:rPr>
              <a:t>Environmental Transformation</a:t>
            </a:r>
          </a:p>
          <a:p>
            <a:pPr lvl="1"/>
            <a:r>
              <a:rPr sz="1400" b="0" i="0">
                <a:solidFill>
                  <a:srgbClr val="272B35"/>
                </a:solidFill>
                <a:latin typeface="Encode Sans ExpandedLight"/>
              </a:rPr>
              <a:t>Transparency &amp; Accountability</a:t>
            </a:r>
          </a:p>
          <a:p>
            <a:pPr lvl="1"/>
            <a:r>
              <a:rPr sz="1400" b="0" i="0">
                <a:solidFill>
                  <a:srgbClr val="272B35"/>
                </a:solidFill>
                <a:latin typeface="Encode Sans ExpandedLight"/>
              </a:rPr>
              <a:t>Stellantis today and narrative architecture</a:t>
            </a:r>
          </a:p>
          <a:p>
            <a:pPr lvl="1"/>
            <a:r>
              <a:rPr sz="1400" b="0" i="0">
                <a:solidFill>
                  <a:srgbClr val="272B35"/>
                </a:solidFill>
                <a:latin typeface="Encode Sans ExpandedLight"/>
              </a:rPr>
              <a:t>Take-outs</a:t>
            </a:r>
          </a:p>
        </p:txBody>
      </p:sp>
    </p:spTree>
    <p:extLst>
      <p:ext uri="{BB962C8B-B14F-4D97-AF65-F5344CB8AC3E}">
        <p14:creationId xmlns:p14="http://schemas.microsoft.com/office/powerpoint/2010/main" val="33821041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92709C3-6C73-AF64-8C76-E4D3FD59B0D5}"/>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US" sz="1200" b="0" i="0" u="none" strike="noStrike" kern="1200" cap="none" spc="100" normalizeH="0" baseline="0" noProof="0"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100" normalizeH="0" baseline="0" noProof="0">
              <a:ln>
                <a:noFill/>
              </a:ln>
              <a:solidFill>
                <a:srgbClr val="243782"/>
              </a:solidFill>
              <a:effectLst/>
              <a:uLnTx/>
              <a:uFillTx/>
              <a:latin typeface="Encode Sans ExpandedLight"/>
              <a:ea typeface="+mn-ea"/>
              <a:cs typeface="+mn-cs"/>
            </a:endParaRPr>
          </a:p>
        </p:txBody>
      </p:sp>
      <p:sp>
        <p:nvSpPr>
          <p:cNvPr id="10" name="Text Placeholder 9">
            <a:extLst>
              <a:ext uri="{FF2B5EF4-FFF2-40B4-BE49-F238E27FC236}">
                <a16:creationId xmlns:a16="http://schemas.microsoft.com/office/drawing/2014/main" id="{5D4F1699-0D06-92D0-9045-AA3F624A85A7}"/>
              </a:ext>
            </a:extLst>
          </p:cNvPr>
          <p:cNvSpPr>
            <a:spLocks noGrp="1"/>
          </p:cNvSpPr>
          <p:nvPr>
            <p:ph type="body" sz="quarter" idx="13"/>
          </p:nvPr>
        </p:nvSpPr>
        <p:spPr>
          <a:xfrm>
            <a:off x="536400" y="1337159"/>
            <a:ext cx="8096961" cy="669771"/>
          </a:xfrm>
        </p:spPr>
        <p:txBody>
          <a:bodyPr/>
          <a:lstStyle/>
          <a:p>
            <a:r>
              <a:rPr lang="en-US" dirty="0"/>
              <a:t>NARRATIVE TERRITORIES</a:t>
            </a:r>
          </a:p>
        </p:txBody>
      </p:sp>
      <p:sp>
        <p:nvSpPr>
          <p:cNvPr id="12" name="Text Placeholder 11">
            <a:extLst>
              <a:ext uri="{FF2B5EF4-FFF2-40B4-BE49-F238E27FC236}">
                <a16:creationId xmlns:a16="http://schemas.microsoft.com/office/drawing/2014/main" id="{B1333CCC-EE47-3594-14CE-B3A6997F72BB}"/>
              </a:ext>
            </a:extLst>
          </p:cNvPr>
          <p:cNvSpPr>
            <a:spLocks noGrp="1"/>
          </p:cNvSpPr>
          <p:nvPr>
            <p:ph type="body" idx="21"/>
          </p:nvPr>
        </p:nvSpPr>
        <p:spPr/>
        <p:txBody>
          <a:bodyPr/>
          <a:lstStyle/>
          <a:p>
            <a:r>
              <a:rPr lang="en-US"/>
              <a:t>1</a:t>
            </a:r>
          </a:p>
        </p:txBody>
      </p:sp>
      <p:sp>
        <p:nvSpPr>
          <p:cNvPr id="13" name="Text 35">
            <a:extLst>
              <a:ext uri="{FF2B5EF4-FFF2-40B4-BE49-F238E27FC236}">
                <a16:creationId xmlns:a16="http://schemas.microsoft.com/office/drawing/2014/main" id="{87D3B3EB-89E0-E866-7861-27CF38FDCCB8}"/>
              </a:ext>
            </a:extLst>
          </p:cNvPr>
          <p:cNvSpPr/>
          <p:nvPr/>
        </p:nvSpPr>
        <p:spPr>
          <a:xfrm>
            <a:off x="706873" y="2486874"/>
            <a:ext cx="5852160" cy="2217582"/>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srgbClr val="E94E24"/>
                </a:solidFill>
                <a:effectLst/>
                <a:uLnTx/>
                <a:uFillTx/>
                <a:latin typeface="Encode Sans ExpandedLight"/>
                <a:ea typeface="+mn-ea"/>
                <a:cs typeface="+mn-cs"/>
              </a:rPr>
              <a:t>KEY QUESTION</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272B35"/>
              </a:solidFill>
              <a:effectLst/>
              <a:uLnTx/>
              <a:uFillTx/>
              <a:latin typeface="Encode Sans ExpandedLigh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272B35"/>
                </a:solidFill>
                <a:effectLst/>
                <a:uLnTx/>
                <a:uFillTx/>
                <a:latin typeface="Encode Sans ExpandedLight"/>
                <a:ea typeface="+mn-ea"/>
                <a:cs typeface="+mn-cs"/>
              </a:rPr>
              <a:t>Where do leading players stand on the four narrative territories, with which activities, and how do they tell them?</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2400" b="0" i="0" u="none" strike="noStrike" kern="1200" cap="none" spc="0" normalizeH="0" baseline="0" noProof="0" dirty="0">
              <a:ln>
                <a:noFill/>
              </a:ln>
              <a:solidFill>
                <a:srgbClr val="272B35"/>
              </a:solidFill>
              <a:effectLst/>
              <a:uLnTx/>
              <a:uFillTx/>
              <a:latin typeface="Encode Sans Expanded" pitchFamily="2" charset="77"/>
              <a:ea typeface="+mn-ea"/>
              <a:cs typeface="+mn-cs"/>
            </a:endParaRPr>
          </a:p>
        </p:txBody>
      </p:sp>
    </p:spTree>
    <p:extLst>
      <p:ext uri="{BB962C8B-B14F-4D97-AF65-F5344CB8AC3E}">
        <p14:creationId xmlns:p14="http://schemas.microsoft.com/office/powerpoint/2010/main" val="41317689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EE61A7E-A2BD-6288-BB93-8598342911AB}"/>
            </a:ext>
          </a:extLst>
        </p:cNvPr>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B4FD897B-153E-0E9C-3835-1015A547EE70}"/>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US" sz="1200" b="0" i="0" u="none" strike="noStrike" kern="1200" cap="none" spc="100" normalizeH="0" baseline="0" noProof="0"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6</a:t>
            </a:fld>
            <a:endParaRPr kumimoji="0" lang="en-US" sz="1200" b="0" i="0" u="none" strike="noStrike" kern="1200" cap="none" spc="100" normalizeH="0" baseline="0" noProof="0">
              <a:ln>
                <a:noFill/>
              </a:ln>
              <a:solidFill>
                <a:srgbClr val="243782"/>
              </a:solidFill>
              <a:effectLst/>
              <a:uLnTx/>
              <a:uFillTx/>
              <a:latin typeface="Encode Sans ExpandedLight"/>
              <a:ea typeface="+mn-ea"/>
              <a:cs typeface="+mn-cs"/>
            </a:endParaRPr>
          </a:p>
        </p:txBody>
      </p:sp>
      <p:sp>
        <p:nvSpPr>
          <p:cNvPr id="10" name="Text Placeholder 9">
            <a:extLst>
              <a:ext uri="{FF2B5EF4-FFF2-40B4-BE49-F238E27FC236}">
                <a16:creationId xmlns:a16="http://schemas.microsoft.com/office/drawing/2014/main" id="{99EC3581-D74B-BA46-0C07-CCB791CE92C4}"/>
              </a:ext>
            </a:extLst>
          </p:cNvPr>
          <p:cNvSpPr>
            <a:spLocks noGrp="1"/>
          </p:cNvSpPr>
          <p:nvPr>
            <p:ph type="body" sz="quarter" idx="13"/>
          </p:nvPr>
        </p:nvSpPr>
        <p:spPr/>
        <p:txBody>
          <a:bodyPr/>
          <a:lstStyle/>
          <a:p>
            <a:r>
              <a:rPr lang="en-US" dirty="0"/>
              <a:t>TAKE-OUTS</a:t>
            </a:r>
          </a:p>
        </p:txBody>
      </p:sp>
      <p:sp>
        <p:nvSpPr>
          <p:cNvPr id="12" name="Text Placeholder 11">
            <a:extLst>
              <a:ext uri="{FF2B5EF4-FFF2-40B4-BE49-F238E27FC236}">
                <a16:creationId xmlns:a16="http://schemas.microsoft.com/office/drawing/2014/main" id="{C1D06DEC-8C91-0DE9-35E4-52017B3914EC}"/>
              </a:ext>
            </a:extLst>
          </p:cNvPr>
          <p:cNvSpPr>
            <a:spLocks noGrp="1"/>
          </p:cNvSpPr>
          <p:nvPr>
            <p:ph type="body" idx="21"/>
          </p:nvPr>
        </p:nvSpPr>
        <p:spPr/>
        <p:txBody>
          <a:bodyPr/>
          <a:lstStyle/>
          <a:p>
            <a:r>
              <a:rPr lang="en-US"/>
              <a:t>1</a:t>
            </a:r>
          </a:p>
        </p:txBody>
      </p:sp>
      <p:sp>
        <p:nvSpPr>
          <p:cNvPr id="13" name="Text 35">
            <a:extLst>
              <a:ext uri="{FF2B5EF4-FFF2-40B4-BE49-F238E27FC236}">
                <a16:creationId xmlns:a16="http://schemas.microsoft.com/office/drawing/2014/main" id="{C13E93CE-77BF-E7A3-D4BD-1BC48471F86F}"/>
              </a:ext>
            </a:extLst>
          </p:cNvPr>
          <p:cNvSpPr/>
          <p:nvPr/>
        </p:nvSpPr>
        <p:spPr>
          <a:xfrm>
            <a:off x="706873" y="2486874"/>
            <a:ext cx="6400800" cy="3474720"/>
          </a:xfrm>
          <a:prstGeom prst="rect">
            <a:avLst/>
          </a:prstGeom>
          <a:noFill/>
          <a:ln/>
        </p:spPr>
        <p:txBody>
          <a:bodyPr wrap="square" lIns="0" tIns="0" rIns="0" bIns="0" rtlCol="0" anchor="t"/>
          <a:lstStyle/>
          <a:p>
            <a:pPr marL="0" marR="0" lvl="0" indent="0" algn="l" defTabSz="914400" rtl="0" eaLnBrk="1" fontAlgn="auto" latinLnBrk="0" hangingPunct="1">
              <a:lnSpc>
                <a:spcPct val="100000"/>
              </a:lnSpc>
              <a:spcBef>
                <a:spcPts val="0"/>
              </a:spcBef>
              <a:spcAft>
                <a:spcPts val="1400"/>
              </a:spcAft>
              <a:buClrTx/>
              <a:buSzTx/>
              <a:buFontTx/>
              <a:buNone/>
              <a:tabLst/>
              <a:defRPr/>
            </a:pPr>
            <a:r>
              <a:rPr kumimoji="0" lang="en-US" sz="1800" b="1" i="0" u="none" strike="noStrike" kern="1200" cap="none" spc="0" normalizeH="0" baseline="0" noProof="0">
                <a:ln>
                  <a:noFill/>
                </a:ln>
                <a:solidFill>
                  <a:srgbClr val="243782"/>
                </a:solidFill>
                <a:effectLst/>
                <a:uLnTx/>
                <a:uFillTx/>
                <a:latin typeface="Encode Sans ExpandedLight"/>
                <a:ea typeface="+mn-ea"/>
                <a:cs typeface="+mn-cs"/>
              </a:rPr>
              <a:t>Fair Transition leads, Transparency &amp; Accountability is the backbone, Customer Trust and Environmental Transformation supply the product proof.</a:t>
            </a:r>
            <a:endParaRPr kumimoji="0" lang="en-US" sz="2400" b="0" i="0" u="none" strike="noStrike" kern="1200" cap="none" spc="0" normalizeH="0" baseline="0" noProof="0" dirty="0">
              <a:ln>
                <a:noFill/>
              </a:ln>
              <a:solidFill>
                <a:srgbClr val="272B35"/>
              </a:solidFill>
              <a:effectLst/>
              <a:uLnTx/>
              <a:uFillTx/>
              <a:latin typeface="Encode Sans ExpandedLight"/>
              <a:ea typeface="+mn-ea"/>
              <a:cs typeface="+mn-cs"/>
            </a:endParaRPr>
          </a:p>
          <a:p>
            <a:pPr marL="228600" indent="-228600">
              <a:spcAft>
                <a:spcPts val="700"/>
              </a:spcAft>
              <a:buChar char="•"/>
            </a:pPr>
            <a:r>
              <a:rPr sz="1400" b="0" i="0">
                <a:solidFill>
                  <a:srgbClr val="272B35"/>
                </a:solidFill>
                <a:latin typeface="Encode Sans ExpandedLight"/>
              </a:rPr>
              <a:t>One object, one number, one person behind every story.</a:t>
            </a:r>
          </a:p>
          <a:p>
            <a:pPr marL="228600" indent="-228600">
              <a:spcAft>
                <a:spcPts val="700"/>
              </a:spcAft>
              <a:buChar char="•"/>
            </a:pPr>
            <a:r>
              <a:rPr sz="1400" b="0" i="0">
                <a:solidFill>
                  <a:srgbClr val="272B35"/>
                </a:solidFill>
                <a:latin typeface="Encode Sans ExpandedLight"/>
              </a:rPr>
              <a:t>Never an adjective without proof: no “affordable” without price, no “just” without a KPI.</a:t>
            </a:r>
          </a:p>
          <a:p>
            <a:pPr marL="228600" indent="-228600">
              <a:spcAft>
                <a:spcPts val="700"/>
              </a:spcAft>
              <a:buChar char="•"/>
            </a:pPr>
            <a:r>
              <a:rPr sz="1400" b="0" i="0">
                <a:solidFill>
                  <a:srgbClr val="272B35"/>
                </a:solidFill>
                <a:latin typeface="Encode Sans ExpandedLight"/>
              </a:rPr>
              <a:t>Rhythm over volume: a stable half-year index beats a longer report.</a:t>
            </a:r>
          </a:p>
          <a:p>
            <a:pPr marL="228600" indent="-228600">
              <a:spcAft>
                <a:spcPts val="700"/>
              </a:spcAft>
              <a:buChar char="•"/>
            </a:pPr>
            <a:r>
              <a:rPr sz="1400" b="0" i="0">
                <a:solidFill>
                  <a:srgbClr val="272B35"/>
                </a:solidFill>
                <a:latin typeface="Encode Sans ExpandedLight"/>
              </a:rPr>
              <a:t>Bad news first and in the first person: 2050, Belvidere, recalls.</a:t>
            </a:r>
          </a:p>
          <a:p>
            <a:pPr marL="228600" indent="-228600">
              <a:spcAft>
                <a:spcPts val="700"/>
              </a:spcAft>
              <a:buChar char="•"/>
            </a:pPr>
            <a:r>
              <a:rPr sz="1400" b="0" i="0">
                <a:solidFill>
                  <a:srgbClr val="272B35"/>
                </a:solidFill>
                <a:latin typeface="Encode Sans ExpandedLight"/>
              </a:rPr>
              <a:t>One group frame, many brand and market proofs.</a:t>
            </a:r>
          </a:p>
        </p:txBody>
      </p:sp>
    </p:spTree>
    <p:extLst>
      <p:ext uri="{BB962C8B-B14F-4D97-AF65-F5344CB8AC3E}">
        <p14:creationId xmlns:p14="http://schemas.microsoft.com/office/powerpoint/2010/main" val="4273387618"/>
      </p:ext>
    </p:extLst>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The four territories</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Four territories, one test: turn a value into a measurable proof</a:t>
            </a:r>
          </a:p>
        </p:txBody>
      </p:sp>
      <p:sp>
        <p:nvSpPr>
          <p:cNvPr id="7" name="Territory 01"/>
          <p:cNvSpPr/>
          <p:nvPr/>
        </p:nvSpPr>
        <p:spPr>
          <a:xfrm>
            <a:off x="612648" y="1783080"/>
            <a:ext cx="2606040" cy="26060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rritory 01 text"/>
          <p:cNvSpPr txBox="1"/>
          <p:nvPr/>
        </p:nvSpPr>
        <p:spPr>
          <a:xfrm>
            <a:off x="841248" y="2011680"/>
            <a:ext cx="2194560" cy="228600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01</a:t>
            </a:r>
          </a:p>
          <a:p>
            <a:pPr algn="l">
              <a:spcAft>
                <a:spcPts val="800"/>
              </a:spcAft>
            </a:pPr>
            <a:r>
              <a:rPr sz="1600" b="1" i="0">
                <a:solidFill>
                  <a:srgbClr val="243782"/>
                </a:solidFill>
                <a:latin typeface="Encode Sans Expanded"/>
              </a:rPr>
              <a:t>Fair Transition</a:t>
            </a:r>
          </a:p>
          <a:p>
            <a:pPr algn="l">
              <a:spcAft>
                <a:spcPts val="0"/>
              </a:spcAft>
            </a:pPr>
            <a:r>
              <a:rPr sz="1300" b="0" i="0">
                <a:solidFill>
                  <a:srgbClr val="272B35"/>
                </a:solidFill>
                <a:latin typeface="Encode Sans ExpandedLight"/>
              </a:rPr>
              <a:t>Affordability, accessibility, electrification, reskilling</a:t>
            </a:r>
          </a:p>
        </p:txBody>
      </p:sp>
      <p:sp>
        <p:nvSpPr>
          <p:cNvPr id="9" name="Territory 02"/>
          <p:cNvSpPr/>
          <p:nvPr/>
        </p:nvSpPr>
        <p:spPr>
          <a:xfrm>
            <a:off x="3401568" y="1783080"/>
            <a:ext cx="2606040" cy="26060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rritory 02 text"/>
          <p:cNvSpPr txBox="1"/>
          <p:nvPr/>
        </p:nvSpPr>
        <p:spPr>
          <a:xfrm>
            <a:off x="3630168" y="2011680"/>
            <a:ext cx="2194560" cy="228600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02</a:t>
            </a:r>
          </a:p>
          <a:p>
            <a:pPr algn="l">
              <a:spcAft>
                <a:spcPts val="800"/>
              </a:spcAft>
            </a:pPr>
            <a:r>
              <a:rPr sz="1600" b="1" i="0">
                <a:solidFill>
                  <a:srgbClr val="243782"/>
                </a:solidFill>
                <a:latin typeface="Encode Sans Expanded"/>
              </a:rPr>
              <a:t>Customer Trust</a:t>
            </a:r>
          </a:p>
          <a:p>
            <a:pPr algn="l">
              <a:spcAft>
                <a:spcPts val="0"/>
              </a:spcAft>
            </a:pPr>
            <a:r>
              <a:rPr sz="1300" b="0" i="0">
                <a:solidFill>
                  <a:srgbClr val="272B35"/>
                </a:solidFill>
                <a:latin typeface="Encode Sans ExpandedLight"/>
              </a:rPr>
              <a:t>Quality, safety, durability, privacy, customer experience</a:t>
            </a:r>
          </a:p>
        </p:txBody>
      </p:sp>
      <p:sp>
        <p:nvSpPr>
          <p:cNvPr id="11" name="Territory 03"/>
          <p:cNvSpPr/>
          <p:nvPr/>
        </p:nvSpPr>
        <p:spPr>
          <a:xfrm>
            <a:off x="6190488" y="1783080"/>
            <a:ext cx="2606040" cy="26060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rritory 03 text"/>
          <p:cNvSpPr txBox="1"/>
          <p:nvPr/>
        </p:nvSpPr>
        <p:spPr>
          <a:xfrm>
            <a:off x="6419088" y="2011680"/>
            <a:ext cx="2194560" cy="228600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03</a:t>
            </a:r>
          </a:p>
          <a:p>
            <a:pPr algn="l">
              <a:spcAft>
                <a:spcPts val="800"/>
              </a:spcAft>
            </a:pPr>
            <a:r>
              <a:rPr sz="1600" b="1" i="0">
                <a:solidFill>
                  <a:srgbClr val="243782"/>
                </a:solidFill>
                <a:latin typeface="Encode Sans Expanded"/>
              </a:rPr>
              <a:t>Environmental Transformation</a:t>
            </a:r>
          </a:p>
          <a:p>
            <a:pPr algn="l">
              <a:spcAft>
                <a:spcPts val="0"/>
              </a:spcAft>
            </a:pPr>
            <a:r>
              <a:rPr sz="1300" b="0" i="0">
                <a:solidFill>
                  <a:srgbClr val="272B35"/>
                </a:solidFill>
                <a:latin typeface="Encode Sans ExpandedLight"/>
              </a:rPr>
              <a:t>Decarbonisation, circularity, supply chain</a:t>
            </a:r>
          </a:p>
        </p:txBody>
      </p:sp>
      <p:sp>
        <p:nvSpPr>
          <p:cNvPr id="13" name="Territory 04"/>
          <p:cNvSpPr/>
          <p:nvPr/>
        </p:nvSpPr>
        <p:spPr>
          <a:xfrm>
            <a:off x="8979407" y="1783080"/>
            <a:ext cx="2606040" cy="260604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rritory 04 text"/>
          <p:cNvSpPr txBox="1"/>
          <p:nvPr/>
        </p:nvSpPr>
        <p:spPr>
          <a:xfrm>
            <a:off x="9208007" y="2011680"/>
            <a:ext cx="2194560" cy="2286000"/>
          </a:xfrm>
          <a:prstGeom prst="rect">
            <a:avLst/>
          </a:prstGeom>
          <a:noFill/>
        </p:spPr>
        <p:txBody>
          <a:bodyPr wrap="square" lIns="0" rIns="0" tIns="0" bIns="0" anchor="t">
            <a:spAutoFit/>
          </a:bodyPr>
          <a:lstStyle/>
          <a:p>
            <a:pPr algn="l">
              <a:spcAft>
                <a:spcPts val="1000"/>
              </a:spcAft>
            </a:pPr>
            <a:r>
              <a:rPr sz="2800" b="1" i="0">
                <a:solidFill>
                  <a:srgbClr val="E94E24"/>
                </a:solidFill>
                <a:latin typeface="Encode Sans Expanded"/>
              </a:rPr>
              <a:t>04</a:t>
            </a:r>
          </a:p>
          <a:p>
            <a:pPr algn="l">
              <a:spcAft>
                <a:spcPts val="800"/>
              </a:spcAft>
            </a:pPr>
            <a:r>
              <a:rPr sz="1600" b="1" i="0">
                <a:solidFill>
                  <a:srgbClr val="243782"/>
                </a:solidFill>
                <a:latin typeface="Encode Sans Expanded"/>
              </a:rPr>
              <a:t>Transparency &amp; Accountability</a:t>
            </a:r>
          </a:p>
          <a:p>
            <a:pPr algn="l">
              <a:spcAft>
                <a:spcPts val="0"/>
              </a:spcAft>
            </a:pPr>
            <a:r>
              <a:rPr sz="1300" b="0" i="0">
                <a:solidFill>
                  <a:srgbClr val="272B35"/>
                </a:solidFill>
                <a:latin typeface="Encode Sans ExpandedLight"/>
              </a:rPr>
              <a:t>Results, progress and transparency beyond reporting</a:t>
            </a:r>
          </a:p>
        </p:txBody>
      </p:sp>
      <p:sp>
        <p:nvSpPr>
          <p:cNvPr id="15" name="What wins"/>
          <p:cNvSpPr/>
          <p:nvPr/>
        </p:nvSpPr>
        <p:spPr>
          <a:xfrm>
            <a:off x="612648" y="4663440"/>
            <a:ext cx="10927080" cy="1051560"/>
          </a:xfrm>
          <a:prstGeom prst="roundRect">
            <a:avLst>
              <a:gd name="adj" fmla="val 5000"/>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What wins text"/>
          <p:cNvSpPr txBox="1"/>
          <p:nvPr/>
        </p:nvSpPr>
        <p:spPr>
          <a:xfrm>
            <a:off x="868680" y="4800600"/>
            <a:ext cx="10424160" cy="822960"/>
          </a:xfrm>
          <a:prstGeom prst="rect">
            <a:avLst/>
          </a:prstGeom>
          <a:noFill/>
        </p:spPr>
        <p:txBody>
          <a:bodyPr wrap="square" lIns="0" rIns="0" tIns="0" bIns="0" anchor="ctr">
            <a:spAutoFit/>
          </a:bodyPr>
          <a:lstStyle/>
          <a:p>
            <a:pPr algn="l">
              <a:spcAft>
                <a:spcPts val="0"/>
              </a:spcAft>
            </a:pPr>
            <a:r>
              <a:rPr sz="1500" b="1" i="0">
                <a:solidFill>
                  <a:srgbClr val="E94E24"/>
                </a:solidFill>
                <a:latin typeface="Encode Sans Expanded"/>
              </a:rPr>
              <a:t>What wins in every territory: </a:t>
            </a:r>
            <a:r>
              <a:rPr sz="1500" b="0" i="0">
                <a:solidFill>
                  <a:srgbClr val="FFFFFF"/>
                </a:solidFill>
                <a:latin typeface="Encode Sans ExpandedLight"/>
              </a:rPr>
              <a:t>a recurring, measurable proof tied to a concrete object (a monthly payment, a patent given away, tonnes of CO₂ per car, a quarterly score), not a slogan.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Positioning map</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960120"/>
            <a:ext cx="10972800" cy="548640"/>
          </a:xfrm>
          <a:prstGeom prst="rect">
            <a:avLst/>
          </a:prstGeom>
          <a:noFill/>
        </p:spPr>
        <p:txBody>
          <a:bodyPr wrap="square" lIns="0" rIns="0" tIns="0" bIns="0" anchor="t">
            <a:spAutoFit/>
          </a:bodyPr>
          <a:lstStyle/>
          <a:p>
            <a:pPr algn="l">
              <a:spcAft>
                <a:spcPts val="0"/>
              </a:spcAft>
            </a:pPr>
            <a:r>
              <a:rPr sz="2000" b="1" i="0">
                <a:solidFill>
                  <a:srgbClr val="243782"/>
                </a:solidFill>
                <a:latin typeface="Encode Sans Expanded"/>
              </a:rPr>
              <a:t>Who occupies which territory, and with what</a:t>
            </a:r>
          </a:p>
        </p:txBody>
      </p:sp>
      <p:graphicFrame>
        <p:nvGraphicFramePr>
          <p:cNvPr id="7" name="Table 6"/>
          <p:cNvGraphicFramePr>
            <a:graphicFrameLocks noGrp="1"/>
          </p:cNvGraphicFramePr>
          <p:nvPr/>
        </p:nvGraphicFramePr>
        <p:xfrm>
          <a:off x="612648" y="1371600"/>
          <a:ext cx="10927080" cy="4526280"/>
        </p:xfrm>
        <a:graphic>
          <a:graphicData uri="http://schemas.openxmlformats.org/drawingml/2006/table">
            <a:tbl>
              <a:tblPr firstRow="1" bandRow="1">
                <a:tableStyleId>{5C22544A-7EE6-4342-B048-85BDC9FD1C3A}</a:tableStyleId>
              </a:tblPr>
              <a:tblGrid>
                <a:gridCol w="1600200"/>
                <a:gridCol w="2331720"/>
                <a:gridCol w="2331720"/>
                <a:gridCol w="2331720"/>
                <a:gridCol w="2331720"/>
              </a:tblGrid>
              <a:tr h="251460">
                <a:tc>
                  <a:txBody>
                    <a:bodyPr/>
                    <a:lstStyle/>
                    <a:p>
                      <a:r>
                        <a:rPr sz="1000" b="1" i="0">
                          <a:solidFill>
                            <a:srgbClr val="FFFFFF"/>
                          </a:solidFill>
                          <a:latin typeface="Encode Sans Expanded"/>
                        </a:rPr>
                        <a:t>Player</a:t>
                      </a:r>
                    </a:p>
                  </a:txBody>
                  <a:tcPr marL="54864" marR="54864" marT="9144" marB="9144" anchor="ctr">
                    <a:solidFill>
                      <a:srgbClr val="243782"/>
                    </a:solidFill>
                  </a:tcPr>
                </a:tc>
                <a:tc>
                  <a:txBody>
                    <a:bodyPr/>
                    <a:lstStyle/>
                    <a:p>
                      <a:r>
                        <a:rPr sz="1000" b="1" i="0">
                          <a:solidFill>
                            <a:srgbClr val="FFFFFF"/>
                          </a:solidFill>
                          <a:latin typeface="Encode Sans Expanded"/>
                        </a:rPr>
                        <a:t>Fair Transition</a:t>
                      </a:r>
                    </a:p>
                  </a:txBody>
                  <a:tcPr marL="54864" marR="54864" marT="9144" marB="9144" anchor="ctr">
                    <a:solidFill>
                      <a:srgbClr val="243782"/>
                    </a:solidFill>
                  </a:tcPr>
                </a:tc>
                <a:tc>
                  <a:txBody>
                    <a:bodyPr/>
                    <a:lstStyle/>
                    <a:p>
                      <a:r>
                        <a:rPr sz="1000" b="1" i="0">
                          <a:solidFill>
                            <a:srgbClr val="FFFFFF"/>
                          </a:solidFill>
                          <a:latin typeface="Encode Sans Expanded"/>
                        </a:rPr>
                        <a:t>Customer Trust</a:t>
                      </a:r>
                    </a:p>
                  </a:txBody>
                  <a:tcPr marL="54864" marR="54864" marT="9144" marB="9144" anchor="ctr">
                    <a:solidFill>
                      <a:srgbClr val="243782"/>
                    </a:solidFill>
                  </a:tcPr>
                </a:tc>
                <a:tc>
                  <a:txBody>
                    <a:bodyPr/>
                    <a:lstStyle/>
                    <a:p>
                      <a:r>
                        <a:rPr sz="1000" b="1" i="0">
                          <a:solidFill>
                            <a:srgbClr val="FFFFFF"/>
                          </a:solidFill>
                          <a:latin typeface="Encode Sans Expanded"/>
                        </a:rPr>
                        <a:t>Environmental Transformation</a:t>
                      </a:r>
                    </a:p>
                  </a:txBody>
                  <a:tcPr marL="54864" marR="54864" marT="9144" marB="9144" anchor="ctr">
                    <a:solidFill>
                      <a:srgbClr val="243782"/>
                    </a:solidFill>
                  </a:tcPr>
                </a:tc>
                <a:tc>
                  <a:txBody>
                    <a:bodyPr/>
                    <a:lstStyle/>
                    <a:p>
                      <a:r>
                        <a:rPr sz="1000" b="1" i="0">
                          <a:solidFill>
                            <a:srgbClr val="FFFFFF"/>
                          </a:solidFill>
                          <a:latin typeface="Encode Sans Expanded"/>
                        </a:rPr>
                        <a:t>Transparency &amp; Accountability</a:t>
                      </a:r>
                    </a:p>
                  </a:txBody>
                  <a:tcPr marL="54864" marR="54864" marT="9144" marB="9144" anchor="ctr">
                    <a:solidFill>
                      <a:srgbClr val="243782"/>
                    </a:solidFill>
                  </a:tcPr>
                </a:tc>
              </a:tr>
              <a:tr h="251460">
                <a:tc>
                  <a:txBody>
                    <a:bodyPr/>
                    <a:lstStyle/>
                    <a:p>
                      <a:r>
                        <a:rPr sz="1000" b="1" i="0">
                          <a:solidFill>
                            <a:srgbClr val="243782"/>
                          </a:solidFill>
                          <a:latin typeface="Encode Sans Expanded"/>
                        </a:rPr>
                        <a:t>Volkswagen</a:t>
                      </a:r>
                    </a:p>
                  </a:txBody>
                  <a:tcPr marL="54864" marR="54864" marT="9144" marB="9144" anchor="ctr">
                    <a:solidFill>
                      <a:srgbClr val="FFFFFF"/>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ID.Polo €24,995; 35k jobs cut</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Integrity, inward-facing</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regenerate+, raw materials report</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CO₂ index in Board bonus</a:t>
                      </a:r>
                    </a:p>
                  </a:txBody>
                  <a:tcPr marL="54864" marR="54864" marT="9144" marB="9144" anchor="ctr">
                    <a:solidFill>
                      <a:srgbClr val="EEF0FA"/>
                    </a:solidFill>
                  </a:tcPr>
                </a:tc>
              </a:tr>
              <a:tr h="251460">
                <a:tc>
                  <a:txBody>
                    <a:bodyPr/>
                    <a:lstStyle/>
                    <a:p>
                      <a:r>
                        <a:rPr sz="1000" b="1" i="0">
                          <a:solidFill>
                            <a:srgbClr val="243782"/>
                          </a:solidFill>
                          <a:latin typeface="Encode Sans Expanded"/>
                        </a:rPr>
                        <a:t>Mercedes-Benz</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Traffic Safety + Digital Trust ESG</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Low-CO₂ steel and aluminium</a:t>
                      </a:r>
                    </a:p>
                  </a:txBody>
                  <a:tcPr marL="54864" marR="54864" marT="9144" marB="9144" anchor="ctr">
                    <a:solidFill>
                      <a:srgbClr val="EEF0FA"/>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Yearly versioned transition plan</a:t>
                      </a:r>
                    </a:p>
                  </a:txBody>
                  <a:tcPr marL="54864" marR="54864" marT="9144" marB="9144" anchor="ctr">
                    <a:solidFill>
                      <a:srgbClr val="C9D2F0"/>
                    </a:solidFill>
                  </a:tcPr>
                </a:tc>
              </a:tr>
              <a:tr h="251460">
                <a:tc>
                  <a:txBody>
                    <a:bodyPr/>
                    <a:lstStyle/>
                    <a:p>
                      <a:r>
                        <a:rPr sz="1000" b="1" i="0">
                          <a:solidFill>
                            <a:srgbClr val="243782"/>
                          </a:solidFill>
                          <a:latin typeface="Encode Sans Expanded"/>
                        </a:rPr>
                        <a:t>BMW</a:t>
                      </a:r>
                    </a:p>
                  </a:txBody>
                  <a:tcPr marL="54864" marR="54864" marT="9144" marB="9144" anchor="ctr">
                    <a:solidFill>
                      <a:srgbClr val="FFFFFF"/>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Debrecen training centre</a:t>
                      </a:r>
                    </a:p>
                  </a:txBody>
                  <a:tcPr marL="54864" marR="54864" marT="9144" marB="9144" anchor="ctr">
                    <a:solidFill>
                      <a:srgbClr val="EEF0FA"/>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Neue Klasse: 0.1 t CO₂/car</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Fleet CO₂ in long-term pay</a:t>
                      </a:r>
                    </a:p>
                  </a:txBody>
                  <a:tcPr marL="54864" marR="54864" marT="9144" marB="9144" anchor="ctr">
                    <a:solidFill>
                      <a:srgbClr val="EEF0FA"/>
                    </a:solidFill>
                  </a:tcPr>
                </a:tc>
              </a:tr>
              <a:tr h="251460">
                <a:tc>
                  <a:txBody>
                    <a:bodyPr/>
                    <a:lstStyle/>
                    <a:p>
                      <a:r>
                        <a:rPr sz="1000" b="1" i="0">
                          <a:solidFill>
                            <a:srgbClr val="243782"/>
                          </a:solidFill>
                          <a:latin typeface="Encode Sans Expanded"/>
                        </a:rPr>
                        <a:t>Renault</a:t>
                      </a:r>
                    </a:p>
                  </a:txBody>
                  <a:tcPr marL="54864" marR="54864" marT="9144" marB="9144" anchor="ctr">
                    <a:solidFill>
                      <a:srgbClr val="FFFFFF"/>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Twingo, social leasing, Flins</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Firefighter patent, free licence</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The Future Is NEUTRAL</a:t>
                      </a:r>
                    </a:p>
                  </a:txBody>
                  <a:tcPr marL="54864" marR="54864" marT="9144" marB="9144" anchor="ctr">
                    <a:solidFill>
                      <a:srgbClr val="C9D2F0"/>
                    </a:solidFill>
                  </a:tcPr>
                </a:tc>
                <a:tc>
                  <a:txBody>
                    <a:bodyPr/>
                    <a:lstStyle/>
                    <a:p>
                      <a:r>
                        <a:rPr sz="900" b="1" i="0">
                          <a:solidFill>
                            <a:srgbClr val="243782"/>
                          </a:solidFill>
                          <a:latin typeface="Encode Sans Expanded"/>
                        </a:rPr>
                        <a:t>Weak: </a:t>
                      </a:r>
                      <a:r>
                        <a:rPr sz="900" b="0" i="0">
                          <a:solidFill>
                            <a:srgbClr val="272B35"/>
                          </a:solidFill>
                          <a:latin typeface="Encode Sans ExpandedLight"/>
                        </a:rPr>
                        <a:t>External ratings table only</a:t>
                      </a:r>
                    </a:p>
                  </a:txBody>
                  <a:tcPr marL="54864" marR="54864" marT="9144" marB="9144" anchor="ctr">
                    <a:solidFill>
                      <a:srgbClr val="FCE6DE"/>
                    </a:solidFill>
                  </a:tcPr>
                </a:tc>
              </a:tr>
              <a:tr h="251460">
                <a:tc>
                  <a:txBody>
                    <a:bodyPr/>
                    <a:lstStyle/>
                    <a:p>
                      <a:r>
                        <a:rPr sz="1000" b="1" i="0">
                          <a:solidFill>
                            <a:srgbClr val="243782"/>
                          </a:solidFill>
                          <a:latin typeface="Encode Sans Expanded"/>
                        </a:rPr>
                        <a:t>Volvo Cars</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Seatbelt patent, E.V.A.</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EX90 battery passport</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2024 reset explained</a:t>
                      </a:r>
                    </a:p>
                  </a:txBody>
                  <a:tcPr marL="54864" marR="54864" marT="9144" marB="9144" anchor="ctr">
                    <a:solidFill>
                      <a:srgbClr val="EEF0FA"/>
                    </a:solidFill>
                  </a:tcPr>
                </a:tc>
              </a:tr>
              <a:tr h="251460">
                <a:tc>
                  <a:txBody>
                    <a:bodyPr/>
                    <a:lstStyle/>
                    <a:p>
                      <a:r>
                        <a:rPr sz="1000" b="1" i="0">
                          <a:solidFill>
                            <a:srgbClr val="243782"/>
                          </a:solidFill>
                          <a:latin typeface="Encode Sans Expanded"/>
                        </a:rPr>
                        <a:t>Polestar</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Product label, traced vs mapped</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Public LCA method per model</a:t>
                      </a:r>
                    </a:p>
                  </a:txBody>
                  <a:tcPr marL="54864" marR="54864" marT="9144" marB="9144" anchor="ctr">
                    <a:solidFill>
                      <a:srgbClr val="C9D2F0"/>
                    </a:solidFill>
                  </a:tcPr>
                </a:tc>
              </a:tr>
              <a:tr h="251460">
                <a:tc>
                  <a:txBody>
                    <a:bodyPr/>
                    <a:lstStyle/>
                    <a:p>
                      <a:r>
                        <a:rPr sz="1000" b="1" i="0">
                          <a:solidFill>
                            <a:srgbClr val="243782"/>
                          </a:solidFill>
                          <a:latin typeface="Encode Sans Expanded"/>
                        </a:rPr>
                        <a:t>Toyota</a:t>
                      </a:r>
                    </a:p>
                  </a:txBody>
                  <a:tcPr marL="54864" marR="54864" marT="9144" marB="9144" anchor="ctr">
                    <a:solidFill>
                      <a:srgbClr val="FFFFFF"/>
                    </a:solidFill>
                  </a:tcPr>
                </a:tc>
                <a:tc>
                  <a:txBody>
                    <a:bodyPr/>
                    <a:lstStyle/>
                    <a:p>
                      <a:r>
                        <a:rPr sz="900" b="1" i="0">
                          <a:solidFill>
                            <a:srgbClr val="243782"/>
                          </a:solidFill>
                          <a:latin typeface="Encode Sans Expanded"/>
                        </a:rPr>
                        <a:t>Weak: </a:t>
                      </a:r>
                      <a:r>
                        <a:rPr sz="900" b="0" i="0">
                          <a:solidFill>
                            <a:srgbClr val="272B35"/>
                          </a:solidFill>
                          <a:latin typeface="Encode Sans ExpandedLight"/>
                        </a:rPr>
                        <a:t>“Multi-pathway” contested</a:t>
                      </a:r>
                    </a:p>
                  </a:txBody>
                  <a:tcPr marL="54864" marR="54864" marT="9144" marB="9144" anchor="ctr">
                    <a:solidFill>
                      <a:srgbClr val="FCE6DE"/>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10-year hybrid battery warranty</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Battery 3R, Challenge 2050</a:t>
                      </a:r>
                    </a:p>
                  </a:txBody>
                  <a:tcPr marL="54864" marR="54864" marT="9144" marB="9144" anchor="ctr">
                    <a:solidFill>
                      <a:srgbClr val="EEF0FA"/>
                    </a:solidFill>
                  </a:tcPr>
                </a:tc>
                <a:tc>
                  <a:txBody>
                    <a:bodyPr/>
                    <a:lstStyle/>
                    <a:p>
                      <a:r>
                        <a:rPr sz="900" b="1" i="0">
                          <a:solidFill>
                            <a:srgbClr val="243782"/>
                          </a:solidFill>
                          <a:latin typeface="Encode Sans Expanded"/>
                        </a:rPr>
                        <a:t>Weak: </a:t>
                      </a:r>
                      <a:r>
                        <a:rPr sz="900" b="0" i="0">
                          <a:solidFill>
                            <a:srgbClr val="272B35"/>
                          </a:solidFill>
                          <a:latin typeface="Encode Sans ExpandedLight"/>
                        </a:rPr>
                        <a:t>Worst on climate lobbying</a:t>
                      </a:r>
                    </a:p>
                  </a:txBody>
                  <a:tcPr marL="54864" marR="54864" marT="9144" marB="9144" anchor="ctr">
                    <a:solidFill>
                      <a:srgbClr val="FCE6DE"/>
                    </a:solidFill>
                  </a:tcPr>
                </a:tc>
              </a:tr>
              <a:tr h="251460">
                <a:tc>
                  <a:txBody>
                    <a:bodyPr/>
                    <a:lstStyle/>
                    <a:p>
                      <a:r>
                        <a:rPr sz="1000" b="1" i="0">
                          <a:solidFill>
                            <a:srgbClr val="243782"/>
                          </a:solidFill>
                          <a:latin typeface="Encode Sans Expanded"/>
                        </a:rPr>
                        <a:t>Hyundai/Kia</a:t>
                      </a:r>
                    </a:p>
                  </a:txBody>
                  <a:tcPr marL="54864" marR="54864" marT="9144" marB="9144" anchor="ctr">
                    <a:solidFill>
                      <a:srgbClr val="FFFFFF"/>
                    </a:solidFill>
                  </a:tcPr>
                </a:tc>
                <a:tc>
                  <a:txBody>
                    <a:bodyPr/>
                    <a:lstStyle/>
                    <a:p>
                      <a:r>
                        <a:rPr sz="900" b="1" i="0">
                          <a:solidFill>
                            <a:srgbClr val="243782"/>
                          </a:solidFill>
                          <a:latin typeface="Encode Sans Expanded"/>
                        </a:rPr>
                        <a:t>Weak: </a:t>
                      </a:r>
                      <a:r>
                        <a:rPr sz="900" b="0" i="0">
                          <a:solidFill>
                            <a:srgbClr val="272B35"/>
                          </a:solidFill>
                          <a:latin typeface="Encode Sans ExpandedLight"/>
                        </a:rPr>
                        <a:t>EV3 “affordable” at €35,990</a:t>
                      </a:r>
                    </a:p>
                  </a:txBody>
                  <a:tcPr marL="54864" marR="54864" marT="9144" marB="9144" anchor="ctr">
                    <a:solidFill>
                      <a:srgbClr val="FCE6DE"/>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Battery warranties</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Ocean Cleanup, IONIQ Forest</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Supply-chain disclosure 40%</a:t>
                      </a:r>
                    </a:p>
                  </a:txBody>
                  <a:tcPr marL="54864" marR="54864" marT="9144" marB="9144" anchor="ctr">
                    <a:solidFill>
                      <a:srgbClr val="EEF0FA"/>
                    </a:solidFill>
                  </a:tcPr>
                </a:tc>
              </a:tr>
              <a:tr h="251460">
                <a:tc>
                  <a:txBody>
                    <a:bodyPr/>
                    <a:lstStyle/>
                    <a:p>
                      <a:r>
                        <a:rPr sz="1000" b="1" i="0">
                          <a:solidFill>
                            <a:srgbClr val="243782"/>
                          </a:solidFill>
                          <a:latin typeface="Encode Sans Expanded"/>
                        </a:rPr>
                        <a:t>BYD</a:t>
                      </a:r>
                    </a:p>
                  </a:txBody>
                  <a:tcPr marL="54864" marR="54864" marT="9144" marB="9144" anchor="ctr">
                    <a:solidFill>
                      <a:srgbClr val="FFFFFF"/>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Dolphin Surf €22,990, price only</a:t>
                      </a:r>
                    </a:p>
                  </a:txBody>
                  <a:tcPr marL="54864" marR="54864" marT="9144" marB="9144" anchor="ctr">
                    <a:solidFill>
                      <a:srgbClr val="EEF0FA"/>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Blade Battery nail test</a:t>
                      </a:r>
                    </a:p>
                  </a:txBody>
                  <a:tcPr marL="54864" marR="54864" marT="9144" marB="9144" anchor="ctr">
                    <a:solidFill>
                      <a:srgbClr val="EEF0FA"/>
                    </a:solidFill>
                  </a:tcPr>
                </a:tc>
                <a:tc>
                  <a:txBody>
                    <a:bodyPr/>
                    <a:lstStyle/>
                    <a:p>
                      <a:r>
                        <a:rPr sz="900" b="1" i="0">
                          <a:solidFill>
                            <a:srgbClr val="243782"/>
                          </a:solidFill>
                          <a:latin typeface="Encode Sans Expanded"/>
                        </a:rPr>
                        <a:t>Weak: </a:t>
                      </a:r>
                      <a:r>
                        <a:rPr sz="900" b="0" i="0">
                          <a:solidFill>
                            <a:srgbClr val="272B35"/>
                          </a:solidFill>
                          <a:latin typeface="Encode Sans ExpandedLight"/>
                        </a:rPr>
                        <a:t>46.6 Mt “avoided” claim</a:t>
                      </a:r>
                    </a:p>
                  </a:txBody>
                  <a:tcPr marL="54864" marR="54864" marT="9144" marB="9144" anchor="ctr">
                    <a:solidFill>
                      <a:srgbClr val="FCE6DE"/>
                    </a:solidFill>
                  </a:tcPr>
                </a:tc>
                <a:tc>
                  <a:txBody>
                    <a:bodyPr/>
                    <a:lstStyle/>
                    <a:p>
                      <a:r>
                        <a:rPr sz="900" b="1" i="0">
                          <a:solidFill>
                            <a:srgbClr val="243782"/>
                          </a:solidFill>
                          <a:latin typeface="Encode Sans Expanded"/>
                        </a:rPr>
                        <a:t>Weak: </a:t>
                      </a:r>
                      <a:r>
                        <a:rPr sz="900" b="0" i="0">
                          <a:solidFill>
                            <a:srgbClr val="272B35"/>
                          </a:solidFill>
                          <a:latin typeface="Encode Sans ExpandedLight"/>
                        </a:rPr>
                        <a:t>0% supply-chain disclosure</a:t>
                      </a:r>
                    </a:p>
                  </a:txBody>
                  <a:tcPr marL="54864" marR="54864" marT="9144" marB="9144" anchor="ctr">
                    <a:solidFill>
                      <a:srgbClr val="FCE6DE"/>
                    </a:solidFill>
                  </a:tcPr>
                </a:tc>
              </a:tr>
              <a:tr h="251460">
                <a:tc>
                  <a:txBody>
                    <a:bodyPr/>
                    <a:lstStyle/>
                    <a:p>
                      <a:r>
                        <a:rPr sz="1000" b="1" i="0">
                          <a:solidFill>
                            <a:srgbClr val="243782"/>
                          </a:solidFill>
                          <a:latin typeface="Encode Sans Expanded"/>
                        </a:rPr>
                        <a:t>Schneider Electric</a:t>
                      </a:r>
                    </a:p>
                  </a:txBody>
                  <a:tcPr marL="54864" marR="54864" marT="9144" marB="9144" anchor="ctr">
                    <a:solidFill>
                      <a:srgbClr val="FFFFFF"/>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Access to Energy, 1m trained</a:t>
                      </a:r>
                    </a:p>
                  </a:txBody>
                  <a:tcPr marL="54864" marR="54864" marT="9144" marB="9144" anchor="ctr">
                    <a:solidFill>
                      <a:srgbClr val="C9D2F0"/>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−56% CO₂ at top suppliers</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Quarterly impact score</a:t>
                      </a:r>
                    </a:p>
                  </a:txBody>
                  <a:tcPr marL="54864" marR="54864" marT="9144" marB="9144" anchor="ctr">
                    <a:solidFill>
                      <a:srgbClr val="C9D2F0"/>
                    </a:solidFill>
                  </a:tcPr>
                </a:tc>
              </a:tr>
              <a:tr h="251460">
                <a:tc>
                  <a:txBody>
                    <a:bodyPr/>
                    <a:lstStyle/>
                    <a:p>
                      <a:r>
                        <a:rPr sz="1000" b="1" i="0">
                          <a:solidFill>
                            <a:srgbClr val="243782"/>
                          </a:solidFill>
                          <a:latin typeface="Encode Sans Expanded"/>
                        </a:rPr>
                        <a:t>Microsoft</a:t>
                      </a:r>
                    </a:p>
                  </a:txBody>
                  <a:tcPr marL="54864" marR="54864" marT="9144" marB="9144" anchor="ctr">
                    <a:solidFill>
                      <a:srgbClr val="FFFFFF"/>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$4bn reskilling (Elevate)</a:t>
                      </a:r>
                    </a:p>
                  </a:txBody>
                  <a:tcPr marL="54864" marR="54864" marT="9144" marB="9144" anchor="ctr">
                    <a:solidFill>
                      <a:srgbClr val="C9D2F0"/>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Supplier clause, Scope 3 up</a:t>
                      </a:r>
                    </a:p>
                  </a:txBody>
                  <a:tcPr marL="54864" marR="54864" marT="9144" marB="9144" anchor="ctr">
                    <a:solidFill>
                      <a:srgbClr val="EEF0FA"/>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Admits +25% emissions</a:t>
                      </a:r>
                    </a:p>
                  </a:txBody>
                  <a:tcPr marL="54864" marR="54864" marT="9144" marB="9144" anchor="ctr">
                    <a:solidFill>
                      <a:srgbClr val="C9D2F0"/>
                    </a:solidFill>
                  </a:tcPr>
                </a:tc>
              </a:tr>
              <a:tr h="251460">
                <a:tc>
                  <a:txBody>
                    <a:bodyPr/>
                    <a:lstStyle/>
                    <a:p>
                      <a:r>
                        <a:rPr sz="1000" b="1" i="0">
                          <a:solidFill>
                            <a:srgbClr val="243782"/>
                          </a:solidFill>
                          <a:latin typeface="Encode Sans Expanded"/>
                        </a:rPr>
                        <a:t>Patagonia</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Ironclad Guarantee, repairs</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Footprint Chronicles map</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“Work in Progress” report</a:t>
                      </a:r>
                    </a:p>
                  </a:txBody>
                  <a:tcPr marL="54864" marR="54864" marT="9144" marB="9144" anchor="ctr">
                    <a:solidFill>
                      <a:srgbClr val="C9D2F0"/>
                    </a:solidFill>
                  </a:tcPr>
                </a:tc>
              </a:tr>
              <a:tr h="251460">
                <a:tc>
                  <a:txBody>
                    <a:bodyPr/>
                    <a:lstStyle/>
                    <a:p>
                      <a:r>
                        <a:rPr sz="1000" b="1" i="0">
                          <a:solidFill>
                            <a:srgbClr val="243782"/>
                          </a:solidFill>
                          <a:latin typeface="Encode Sans Expanded"/>
                        </a:rPr>
                        <a:t>Apple</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“Privacy. That's iPhone.”</a:t>
                      </a:r>
                    </a:p>
                  </a:txBody>
                  <a:tcPr marL="54864" marR="54864" marT="9144" marB="9144" anchor="ctr">
                    <a:solidFill>
                      <a:srgbClr val="C9D2F0"/>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30% recycled, recycled cobalt</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Watch claim banned in court</a:t>
                      </a:r>
                    </a:p>
                  </a:txBody>
                  <a:tcPr marL="54864" marR="54864" marT="9144" marB="9144" anchor="ctr">
                    <a:solidFill>
                      <a:srgbClr val="EEF0FA"/>
                    </a:solidFill>
                  </a:tcPr>
                </a:tc>
              </a:tr>
              <a:tr h="251460">
                <a:tc>
                  <a:txBody>
                    <a:bodyPr/>
                    <a:lstStyle/>
                    <a:p>
                      <a:r>
                        <a:rPr sz="1000" b="1" i="0">
                          <a:solidFill>
                            <a:srgbClr val="243782"/>
                          </a:solidFill>
                          <a:latin typeface="Encode Sans Expanded"/>
                        </a:rPr>
                        <a:t>IKEA</a:t>
                      </a:r>
                    </a:p>
                  </a:txBody>
                  <a:tcPr marL="54864" marR="54864" marT="9144" marB="9144" anchor="ctr">
                    <a:solidFill>
                      <a:srgbClr val="FFFFFF"/>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“Not a premium add-on”, −10%</a:t>
                      </a:r>
                    </a:p>
                  </a:txBody>
                  <a:tcPr marL="54864" marR="54864" marT="9144" marB="9144" anchor="ctr">
                    <a:solidFill>
                      <a:srgbClr val="C9D2F0"/>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Renewables for suppliers</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Footprint delay disclosed</a:t>
                      </a:r>
                    </a:p>
                  </a:txBody>
                  <a:tcPr marL="54864" marR="54864" marT="9144" marB="9144" anchor="ctr">
                    <a:solidFill>
                      <a:srgbClr val="EEF0FA"/>
                    </a:solidFill>
                  </a:tcPr>
                </a:tc>
              </a:tr>
              <a:tr h="251460">
                <a:tc>
                  <a:txBody>
                    <a:bodyPr/>
                    <a:lstStyle/>
                    <a:p>
                      <a:r>
                        <a:rPr sz="1000" b="1" i="0">
                          <a:solidFill>
                            <a:srgbClr val="243782"/>
                          </a:solidFill>
                          <a:latin typeface="Encode Sans Expanded"/>
                        </a:rPr>
                        <a:t>Enel</a:t>
                      </a:r>
                    </a:p>
                  </a:txBody>
                  <a:tcPr marL="54864" marR="54864" marT="9144" marB="9144" anchor="ctr">
                    <a:solidFill>
                      <a:srgbClr val="FFFFFF"/>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Futur-e, Just Transition Report</a:t>
                      </a:r>
                    </a:p>
                  </a:txBody>
                  <a:tcPr marL="54864" marR="54864" marT="9144" marB="9144" anchor="ctr">
                    <a:solidFill>
                      <a:srgbClr val="C9D2F0"/>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r>
              <a:tr h="251460">
                <a:tc>
                  <a:txBody>
                    <a:bodyPr/>
                    <a:lstStyle/>
                    <a:p>
                      <a:r>
                        <a:rPr sz="1000" b="1" i="0">
                          <a:solidFill>
                            <a:srgbClr val="243782"/>
                          </a:solidFill>
                          <a:latin typeface="Encode Sans Expanded"/>
                        </a:rPr>
                        <a:t>Holcim</a:t>
                      </a:r>
                    </a:p>
                  </a:txBody>
                  <a:tcPr marL="54864" marR="54864" marT="9144" marB="9144" anchor="ctr">
                    <a:solidFill>
                      <a:srgbClr val="FFFFFF"/>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0" i="0">
                          <a:solidFill>
                            <a:srgbClr val="5E6370"/>
                          </a:solidFill>
                          <a:latin typeface="Encode Sans ExpandedLight"/>
                        </a:rPr>
                        <a:t>Not found</a:t>
                      </a:r>
                    </a:p>
                  </a:txBody>
                  <a:tcPr marL="54864" marR="54864" marT="9144" marB="9144" anchor="ctr">
                    <a:solidFill>
                      <a:srgbClr val="F7F7F9"/>
                    </a:solidFill>
                  </a:tcPr>
                </a:tc>
                <a:tc>
                  <a:txBody>
                    <a:bodyPr/>
                    <a:lstStyle/>
                    <a:p>
                      <a:r>
                        <a:rPr sz="900" b="1" i="0">
                          <a:solidFill>
                            <a:srgbClr val="243782"/>
                          </a:solidFill>
                          <a:latin typeface="Encode Sans Expanded"/>
                        </a:rPr>
                        <a:t>Strong: </a:t>
                      </a:r>
                      <a:r>
                        <a:rPr sz="900" b="0" i="0">
                          <a:solidFill>
                            <a:srgbClr val="272B35"/>
                          </a:solidFill>
                          <a:latin typeface="Encode Sans ExpandedLight"/>
                        </a:rPr>
                        <a:t>ECOPact/ECOPlanet share of sales</a:t>
                      </a:r>
                    </a:p>
                  </a:txBody>
                  <a:tcPr marL="54864" marR="54864" marT="9144" marB="9144" anchor="ctr">
                    <a:solidFill>
                      <a:srgbClr val="C9D2F0"/>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ECO KPIs next to results</a:t>
                      </a:r>
                    </a:p>
                  </a:txBody>
                  <a:tcPr marL="54864" marR="54864" marT="9144" marB="9144" anchor="ctr">
                    <a:solidFill>
                      <a:srgbClr val="EEF0FA"/>
                    </a:solidFill>
                  </a:tcPr>
                </a:tc>
              </a:tr>
              <a:tr h="251460">
                <a:tc>
                  <a:txBody>
                    <a:bodyPr/>
                    <a:lstStyle/>
                    <a:p>
                      <a:r>
                        <a:rPr sz="1000" b="1" i="0">
                          <a:solidFill>
                            <a:srgbClr val="E94E24"/>
                          </a:solidFill>
                          <a:latin typeface="Encode Sans Expanded"/>
                        </a:rPr>
                        <a:t>Stellantis</a:t>
                      </a:r>
                    </a:p>
                  </a:txBody>
                  <a:tcPr marL="54864" marR="54864" marT="9144" marB="9144" anchor="ctr">
                    <a:solidFill>
                      <a:srgbClr val="FCE6DE"/>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ë-C3 €94/month, E-Car &lt;€15k</a:t>
                      </a:r>
                    </a:p>
                  </a:txBody>
                  <a:tcPr marL="54864" marR="54864" marT="9144" marB="9144" anchor="ctr">
                    <a:solidFill>
                      <a:srgbClr val="EEF0FA"/>
                    </a:solidFill>
                  </a:tcPr>
                </a:tc>
                <a:tc>
                  <a:txBody>
                    <a:bodyPr/>
                    <a:lstStyle/>
                    <a:p>
                      <a:r>
                        <a:rPr sz="900" b="1" i="0">
                          <a:solidFill>
                            <a:srgbClr val="243782"/>
                          </a:solidFill>
                          <a:latin typeface="Encode Sans Expanded"/>
                        </a:rPr>
                        <a:t>Weak: </a:t>
                      </a:r>
                      <a:r>
                        <a:rPr sz="900" b="0" i="0">
                          <a:solidFill>
                            <a:srgbClr val="272B35"/>
                          </a:solidFill>
                          <a:latin typeface="Encode Sans ExpandedLight"/>
                        </a:rPr>
                        <a:t>US recalls, privacy; quality reset</a:t>
                      </a:r>
                    </a:p>
                  </a:txBody>
                  <a:tcPr marL="54864" marR="54864" marT="9144" marB="9144" anchor="ctr">
                    <a:solidFill>
                      <a:srgbClr val="FCE6DE"/>
                    </a:solidFill>
                  </a:tcPr>
                </a:tc>
                <a:tc>
                  <a:txBody>
                    <a:bodyPr/>
                    <a:lstStyle/>
                    <a:p>
                      <a:r>
                        <a:rPr sz="900" b="1" i="0">
                          <a:solidFill>
                            <a:srgbClr val="243782"/>
                          </a:solidFill>
                          <a:latin typeface="Encode Sans Expanded"/>
                        </a:rPr>
                        <a:t>Medium: </a:t>
                      </a:r>
                      <a:r>
                        <a:rPr sz="900" b="0" i="0">
                          <a:solidFill>
                            <a:srgbClr val="272B35"/>
                          </a:solidFill>
                          <a:latin typeface="Encode Sans ExpandedLight"/>
                        </a:rPr>
                        <a:t>SUSTAINera, Reuse +51%</a:t>
                      </a:r>
                    </a:p>
                  </a:txBody>
                  <a:tcPr marL="54864" marR="54864" marT="9144" marB="9144" anchor="ctr">
                    <a:solidFill>
                      <a:srgbClr val="EEF0FA"/>
                    </a:solidFill>
                  </a:tcPr>
                </a:tc>
                <a:tc>
                  <a:txBody>
                    <a:bodyPr/>
                    <a:lstStyle/>
                    <a:p>
                      <a:r>
                        <a:rPr sz="900" b="1" i="0">
                          <a:solidFill>
                            <a:srgbClr val="243782"/>
                          </a:solidFill>
                          <a:latin typeface="Encode Sans Expanded"/>
                        </a:rPr>
                        <a:t>Weak: </a:t>
                      </a:r>
                      <a:r>
                        <a:rPr sz="900" b="0" i="0">
                          <a:solidFill>
                            <a:srgbClr val="272B35"/>
                          </a:solidFill>
                          <a:latin typeface="Encode Sans ExpandedLight"/>
                        </a:rPr>
                        <a:t>CSRD only, no reset story</a:t>
                      </a:r>
                    </a:p>
                  </a:txBody>
                  <a:tcPr marL="54864" marR="54864" marT="9144" marB="9144" anchor="ctr">
                    <a:solidFill>
                      <a:srgbClr val="FCE6DE"/>
                    </a:solidFill>
                  </a:tcPr>
                </a:tc>
              </a:tr>
            </a:tbl>
          </a:graphicData>
        </a:graphic>
      </p:graphicFrame>
      <p:sp>
        <p:nvSpPr>
          <p:cNvPr id="8" name="Footnote"/>
          <p:cNvSpPr txBox="1"/>
          <p:nvPr/>
        </p:nvSpPr>
        <p:spPr>
          <a:xfrm>
            <a:off x="612648" y="6382512"/>
            <a:ext cx="10241280" cy="274320"/>
          </a:xfrm>
          <a:prstGeom prst="rect">
            <a:avLst/>
          </a:prstGeom>
          <a:noFill/>
        </p:spPr>
        <p:txBody>
          <a:bodyPr wrap="square" lIns="0" rIns="0" tIns="0" bIns="0" anchor="t">
            <a:spAutoFit/>
          </a:bodyPr>
          <a:lstStyle/>
          <a:p>
            <a:pPr algn="l">
              <a:spcAft>
                <a:spcPts val="0"/>
              </a:spcAft>
            </a:pPr>
            <a:r>
              <a:rPr sz="900" b="0" i="1">
                <a:solidFill>
                  <a:srgbClr val="5E6370"/>
                </a:solidFill>
                <a:latin typeface="Encode Sans ExpandedLight"/>
              </a:rPr>
              <a:t>Qualitative reading by the research team, not a rating. “Not found” = not found in our sources, not absent. Mostly self-reported figures.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Positioning map</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What the map tells us</a:t>
            </a:r>
          </a:p>
        </p:txBody>
      </p:sp>
      <p:sp>
        <p:nvSpPr>
          <p:cNvPr id="7" name="Reading 1"/>
          <p:cNvSpPr/>
          <p:nvPr/>
        </p:nvSpPr>
        <p:spPr>
          <a:xfrm>
            <a:off x="612648" y="1783080"/>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ading 1 badge"/>
          <p:cNvSpPr/>
          <p:nvPr/>
        </p:nvSpPr>
        <p:spPr>
          <a:xfrm>
            <a:off x="886968" y="2057400"/>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01</a:t>
            </a:r>
          </a:p>
        </p:txBody>
      </p:sp>
      <p:sp>
        <p:nvSpPr>
          <p:cNvPr id="9" name="Reading 1 text"/>
          <p:cNvSpPr txBox="1"/>
          <p:nvPr/>
        </p:nvSpPr>
        <p:spPr>
          <a:xfrm>
            <a:off x="1801368" y="2057400"/>
            <a:ext cx="3977639" cy="13716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No player is strong everywhere</a:t>
            </a:r>
          </a:p>
          <a:p>
            <a:pPr algn="l">
              <a:spcAft>
                <a:spcPts val="0"/>
              </a:spcAft>
            </a:pPr>
            <a:r>
              <a:rPr sz="1400" b="0" i="0">
                <a:solidFill>
                  <a:srgbClr val="272B35"/>
                </a:solidFill>
                <a:latin typeface="Encode Sans ExpandedLight"/>
              </a:rPr>
              <a:t>Renault, Schneider Electric and Patagonia are strong on three territories; nobody on four.</a:t>
            </a:r>
          </a:p>
        </p:txBody>
      </p:sp>
      <p:sp>
        <p:nvSpPr>
          <p:cNvPr id="10" name="Reading 2"/>
          <p:cNvSpPr/>
          <p:nvPr/>
        </p:nvSpPr>
        <p:spPr>
          <a:xfrm>
            <a:off x="6190488" y="1783080"/>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ading 2 badge"/>
          <p:cNvSpPr/>
          <p:nvPr/>
        </p:nvSpPr>
        <p:spPr>
          <a:xfrm>
            <a:off x="6464807" y="2057400"/>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02</a:t>
            </a:r>
          </a:p>
        </p:txBody>
      </p:sp>
      <p:sp>
        <p:nvSpPr>
          <p:cNvPr id="12" name="Reading 2 text"/>
          <p:cNvSpPr txBox="1"/>
          <p:nvPr/>
        </p:nvSpPr>
        <p:spPr>
          <a:xfrm>
            <a:off x="7379208" y="2057400"/>
            <a:ext cx="3977639" cy="13716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No carmaker owns Transparency</a:t>
            </a:r>
          </a:p>
          <a:p>
            <a:pPr algn="l">
              <a:spcAft>
                <a:spcPts val="0"/>
              </a:spcAft>
            </a:pPr>
            <a:r>
              <a:rPr sz="1400" b="0" i="0">
                <a:solidFill>
                  <a:srgbClr val="272B35"/>
                </a:solidFill>
                <a:latin typeface="Encode Sans ExpandedLight"/>
              </a:rPr>
              <a:t>Only Mercedes (versioned transition plan) and Polestar (public LCA method) are strong: the space is still open.</a:t>
            </a:r>
          </a:p>
        </p:txBody>
      </p:sp>
      <p:sp>
        <p:nvSpPr>
          <p:cNvPr id="13" name="Reading 3"/>
          <p:cNvSpPr/>
          <p:nvPr/>
        </p:nvSpPr>
        <p:spPr>
          <a:xfrm>
            <a:off x="612648" y="3749039"/>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ading 3 badge"/>
          <p:cNvSpPr/>
          <p:nvPr/>
        </p:nvSpPr>
        <p:spPr>
          <a:xfrm>
            <a:off x="886968" y="4023359"/>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03</a:t>
            </a:r>
          </a:p>
        </p:txBody>
      </p:sp>
      <p:sp>
        <p:nvSpPr>
          <p:cNvPr id="15" name="Reading 3 text"/>
          <p:cNvSpPr txBox="1"/>
          <p:nvPr/>
        </p:nvSpPr>
        <p:spPr>
          <a:xfrm>
            <a:off x="1801368" y="4023359"/>
            <a:ext cx="3977639" cy="13716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Fair Transition is least crowded</a:t>
            </a:r>
          </a:p>
          <a:p>
            <a:pPr algn="l">
              <a:spcAft>
                <a:spcPts val="0"/>
              </a:spcAft>
            </a:pPr>
            <a:r>
              <a:rPr sz="1400" b="0" i="0">
                <a:solidFill>
                  <a:srgbClr val="272B35"/>
                </a:solidFill>
                <a:latin typeface="Encode Sans ExpandedLight"/>
              </a:rPr>
              <a:t>Premium carmakers barely use it, and FaSTLAne 2030 gives Stellantis the most natural material: price and European plants.</a:t>
            </a:r>
          </a:p>
        </p:txBody>
      </p:sp>
      <p:sp>
        <p:nvSpPr>
          <p:cNvPr id="16" name="Reading 4"/>
          <p:cNvSpPr/>
          <p:nvPr/>
        </p:nvSpPr>
        <p:spPr>
          <a:xfrm>
            <a:off x="6190488" y="3749039"/>
            <a:ext cx="5394960" cy="178308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ading 4 badge"/>
          <p:cNvSpPr/>
          <p:nvPr/>
        </p:nvSpPr>
        <p:spPr>
          <a:xfrm>
            <a:off x="6464807" y="4023359"/>
            <a:ext cx="685800" cy="685800"/>
          </a:xfrm>
          <a:prstGeom prst="ellipse">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800" b="1" i="0">
                <a:solidFill>
                  <a:srgbClr val="FFFFFF"/>
                </a:solidFill>
                <a:latin typeface="Encode Sans Expanded"/>
              </a:rPr>
              <a:t>04</a:t>
            </a:r>
          </a:p>
        </p:txBody>
      </p:sp>
      <p:sp>
        <p:nvSpPr>
          <p:cNvPr id="18" name="Reading 4 text"/>
          <p:cNvSpPr txBox="1"/>
          <p:nvPr/>
        </p:nvSpPr>
        <p:spPr>
          <a:xfrm>
            <a:off x="7379208" y="4023359"/>
            <a:ext cx="3977639" cy="1371600"/>
          </a:xfrm>
          <a:prstGeom prst="rect">
            <a:avLst/>
          </a:prstGeom>
          <a:noFill/>
        </p:spPr>
        <p:txBody>
          <a:bodyPr wrap="square" lIns="0" rIns="0" tIns="0" bIns="0" anchor="t">
            <a:spAutoFit/>
          </a:bodyPr>
          <a:lstStyle/>
          <a:p>
            <a:pPr algn="l">
              <a:spcAft>
                <a:spcPts val="600"/>
              </a:spcAft>
            </a:pPr>
            <a:r>
              <a:rPr sz="1600" b="1" i="0">
                <a:solidFill>
                  <a:srgbClr val="243782"/>
                </a:solidFill>
                <a:latin typeface="Encode Sans Expanded"/>
              </a:rPr>
              <a:t>Customer Trust is the exposure</a:t>
            </a:r>
          </a:p>
          <a:p>
            <a:pPr algn="l">
              <a:spcAft>
                <a:spcPts val="0"/>
              </a:spcAft>
            </a:pPr>
            <a:r>
              <a:rPr sz="1400" b="0" i="0">
                <a:solidFill>
                  <a:srgbClr val="272B35"/>
                </a:solidFill>
                <a:latin typeface="Encode Sans ExpandedLight"/>
              </a:rPr>
              <a:t>The territory where Stellantis is most vulnerable today: a claim without proof would backfire.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Territory 1 · Fair Transition</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ide label"/>
          <p:cNvSpPr txBox="1"/>
          <p:nvPr/>
        </p:nvSpPr>
        <p:spPr>
          <a:xfrm rot="16200000">
            <a:off x="-868680" y="3566160"/>
            <a:ext cx="2377440" cy="274320"/>
          </a:xfrm>
          <a:prstGeom prst="rect">
            <a:avLst/>
          </a:prstGeom>
          <a:noFill/>
        </p:spPr>
        <p:txBody>
          <a:bodyPr wrap="square" lIns="0" rIns="0" tIns="0" bIns="0" anchor="t">
            <a:spAutoFit/>
          </a:bodyPr>
          <a:lstStyle/>
          <a:p>
            <a:pPr algn="ctr">
              <a:spcAft>
                <a:spcPts val="0"/>
              </a:spcAft>
            </a:pPr>
            <a:r>
              <a:rPr sz="1200" b="1" i="0">
                <a:solidFill>
                  <a:srgbClr val="243782"/>
                </a:solidFill>
                <a:latin typeface="Encode Sans Expanded"/>
              </a:rPr>
              <a:t>Narrative territories</a:t>
            </a:r>
          </a:p>
        </p:txBody>
      </p:sp>
      <p:sp>
        <p:nvSpPr>
          <p:cNvPr id="7" name="Card 1"/>
          <p:cNvSpPr/>
          <p:nvPr/>
        </p:nvSpPr>
        <p:spPr>
          <a:xfrm>
            <a:off x="603504"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Logo 1"/>
          <p:cNvSpPr/>
          <p:nvPr/>
        </p:nvSpPr>
        <p:spPr>
          <a:xfrm>
            <a:off x="603504"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Renault Group</a:t>
            </a:r>
          </a:p>
        </p:txBody>
      </p:sp>
      <p:sp>
        <p:nvSpPr>
          <p:cNvPr id="9" name="Card 1 text"/>
          <p:cNvSpPr txBox="1"/>
          <p:nvPr/>
        </p:nvSpPr>
        <p:spPr>
          <a:xfrm>
            <a:off x="804672"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Electric for all, told from the plant to the monthly payment</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Twingo E-Tech from €19,490; French social leasing 2026 at €130-139/month; 700 Flins staff moved to the Re-Factory with up to 450 training hours [2021-22].</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One chain (customer, worker, territory) with a number on every link: launch, leasing offer, blog stories with workers' faces.</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Same segments and markets. Stellantis already has the lower payment (ë-C3 at €94/month) but does not tell it as a group story.</a:t>
            </a:r>
          </a:p>
        </p:txBody>
      </p:sp>
      <p:sp>
        <p:nvSpPr>
          <p:cNvPr id="10" name="Hashtag 1"/>
          <p:cNvSpPr txBox="1"/>
          <p:nvPr/>
        </p:nvSpPr>
        <p:spPr>
          <a:xfrm>
            <a:off x="1700784"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#PlantToPayment</a:t>
            </a:r>
          </a:p>
        </p:txBody>
      </p:sp>
      <p:sp>
        <p:nvSpPr>
          <p:cNvPr id="11" name="Card 2"/>
          <p:cNvSpPr/>
          <p:nvPr/>
        </p:nvSpPr>
        <p:spPr>
          <a:xfrm>
            <a:off x="4325112"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ogo 2"/>
          <p:cNvSpPr/>
          <p:nvPr/>
        </p:nvSpPr>
        <p:spPr>
          <a:xfrm>
            <a:off x="4325112"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Enel</a:t>
            </a:r>
          </a:p>
        </p:txBody>
      </p:sp>
      <p:sp>
        <p:nvSpPr>
          <p:cNvPr id="13" name="Card 2 text"/>
          <p:cNvSpPr txBox="1"/>
          <p:nvPr/>
        </p:nvSpPr>
        <p:spPr>
          <a:xfrm>
            <a:off x="4526280"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Just transition as a dedicated report with KPIs</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Futur-e: 23 Italian coal plants and one mining area; about 55% of leavers redeployed after reskilling, 110 hours each [2021].</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A Just Transition Report separate from the sustainability report, alternating KPIs and workers' stories.</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Italian, industrial and transferable to the ICE-to-EV shift at Mirafiori, Pomigliano, Melfi and Termoli: a joint ESG and HR format.</a:t>
            </a:r>
          </a:p>
        </p:txBody>
      </p:sp>
      <p:sp>
        <p:nvSpPr>
          <p:cNvPr id="14" name="Hashtag 2"/>
          <p:cNvSpPr txBox="1"/>
          <p:nvPr/>
        </p:nvSpPr>
        <p:spPr>
          <a:xfrm>
            <a:off x="5422392"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#JustTransitionReport</a:t>
            </a:r>
          </a:p>
        </p:txBody>
      </p:sp>
      <p:sp>
        <p:nvSpPr>
          <p:cNvPr id="15" name="Card 3"/>
          <p:cNvSpPr/>
          <p:nvPr/>
        </p:nvSpPr>
        <p:spPr>
          <a:xfrm>
            <a:off x="8046720"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ogo 3"/>
          <p:cNvSpPr/>
          <p:nvPr/>
        </p:nvSpPr>
        <p:spPr>
          <a:xfrm>
            <a:off x="8046720"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Schneider Electric</a:t>
            </a:r>
          </a:p>
        </p:txBody>
      </p:sp>
      <p:sp>
        <p:nvSpPr>
          <p:cNvPr id="17" name="Card 3 text"/>
          <p:cNvSpPr txBox="1"/>
          <p:nvPr/>
        </p:nvSpPr>
        <p:spPr>
          <a:xfrm>
            <a:off x="8247888"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Access and skills, with targets beaten</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Access to Energy reached 61 million people against a 50 million target; over 1 million people trained in energy management.</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Reported as part of the quarterly impact score next to financial results; targets and outcomes side by side.</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Shows how reskilling and access become a recurring, audited number instead of a one-off story.</a:t>
            </a:r>
          </a:p>
        </p:txBody>
      </p:sp>
      <p:sp>
        <p:nvSpPr>
          <p:cNvPr id="18" name="Hashtag 3"/>
          <p:cNvSpPr txBox="1"/>
          <p:nvPr/>
        </p:nvSpPr>
        <p:spPr>
          <a:xfrm>
            <a:off x="9144000"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#SkillsAsKPI</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Territory 2 · Customer Trust</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ide label"/>
          <p:cNvSpPr txBox="1"/>
          <p:nvPr/>
        </p:nvSpPr>
        <p:spPr>
          <a:xfrm rot="16200000">
            <a:off x="-868680" y="3566160"/>
            <a:ext cx="2377440" cy="274320"/>
          </a:xfrm>
          <a:prstGeom prst="rect">
            <a:avLst/>
          </a:prstGeom>
          <a:noFill/>
        </p:spPr>
        <p:txBody>
          <a:bodyPr wrap="square" lIns="0" rIns="0" tIns="0" bIns="0" anchor="t">
            <a:spAutoFit/>
          </a:bodyPr>
          <a:lstStyle/>
          <a:p>
            <a:pPr algn="ctr">
              <a:spcAft>
                <a:spcPts val="0"/>
              </a:spcAft>
            </a:pPr>
            <a:r>
              <a:rPr sz="1200" b="1" i="0">
                <a:solidFill>
                  <a:srgbClr val="243782"/>
                </a:solidFill>
                <a:latin typeface="Encode Sans Expanded"/>
              </a:rPr>
              <a:t>Narrative territories</a:t>
            </a:r>
          </a:p>
        </p:txBody>
      </p:sp>
      <p:sp>
        <p:nvSpPr>
          <p:cNvPr id="7" name="Card 1"/>
          <p:cNvSpPr/>
          <p:nvPr/>
        </p:nvSpPr>
        <p:spPr>
          <a:xfrm>
            <a:off x="603504"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Logo 1"/>
          <p:cNvSpPr/>
          <p:nvPr/>
        </p:nvSpPr>
        <p:spPr>
          <a:xfrm>
            <a:off x="603504"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Volvo Cars</a:t>
            </a:r>
          </a:p>
        </p:txBody>
      </p:sp>
      <p:sp>
        <p:nvSpPr>
          <p:cNvPr id="9" name="Card 1 text"/>
          <p:cNvSpPr txBox="1"/>
          <p:nvPr/>
        </p:nvSpPr>
        <p:spPr>
          <a:xfrm>
            <a:off x="804672"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Safety given away to the whole industry</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1959 three-point seatbelt patent shared; E.V.A. (2019) opened data from 43,000+ crashes: women 71% more likely to be injured.</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Safety as brand DNA and as an equity story; open data library and campaign (55m+ people reached, self-reported).</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Giving something away, with a number attached, builds trust faster than any quality claim.</a:t>
            </a:r>
          </a:p>
        </p:txBody>
      </p:sp>
      <p:sp>
        <p:nvSpPr>
          <p:cNvPr id="10" name="Hashtag 1"/>
          <p:cNvSpPr txBox="1"/>
          <p:nvPr/>
        </p:nvSpPr>
        <p:spPr>
          <a:xfrm>
            <a:off x="1700784"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#SafetyForAll</a:t>
            </a:r>
          </a:p>
        </p:txBody>
      </p:sp>
      <p:sp>
        <p:nvSpPr>
          <p:cNvPr id="11" name="Card 2"/>
          <p:cNvSpPr/>
          <p:nvPr/>
        </p:nvSpPr>
        <p:spPr>
          <a:xfrm>
            <a:off x="4325112"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ogo 2"/>
          <p:cNvSpPr/>
          <p:nvPr/>
        </p:nvSpPr>
        <p:spPr>
          <a:xfrm>
            <a:off x="4325112"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Renault Group</a:t>
            </a:r>
          </a:p>
        </p:txBody>
      </p:sp>
      <p:sp>
        <p:nvSpPr>
          <p:cNvPr id="13" name="Card 2 text"/>
          <p:cNvSpPr txBox="1"/>
          <p:nvPr/>
        </p:nvSpPr>
        <p:spPr>
          <a:xfrm>
            <a:off x="4526280"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A firefighter patent licensed for free</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Fireman Access (7 patents) free to the industry since February 2025, improvements shared back; QRescue codes; 5,000+ firefighters trained in 21 countries.</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Told through first responders, not customers: safety as a public good.</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The closest, most uncomfortable benchmark. Stellantis could answer with a rescue platform across all 14 brands and powertrains.</a:t>
            </a:r>
          </a:p>
        </p:txBody>
      </p:sp>
      <p:sp>
        <p:nvSpPr>
          <p:cNvPr id="14" name="Hashtag 2"/>
          <p:cNvSpPr txBox="1"/>
          <p:nvPr/>
        </p:nvSpPr>
        <p:spPr>
          <a:xfrm>
            <a:off x="5422392"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#OpenSafety</a:t>
            </a:r>
          </a:p>
        </p:txBody>
      </p:sp>
      <p:sp>
        <p:nvSpPr>
          <p:cNvPr id="15" name="Card 3"/>
          <p:cNvSpPr/>
          <p:nvPr/>
        </p:nvSpPr>
        <p:spPr>
          <a:xfrm>
            <a:off x="8046720"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ogo 3"/>
          <p:cNvSpPr/>
          <p:nvPr/>
        </p:nvSpPr>
        <p:spPr>
          <a:xfrm>
            <a:off x="8046720"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Mercedes-Benz</a:t>
            </a:r>
          </a:p>
        </p:txBody>
      </p:sp>
      <p:sp>
        <p:nvSpPr>
          <p:cNvPr id="17" name="Card 3 text"/>
          <p:cNvSpPr txBox="1"/>
          <p:nvPr/>
        </p:nvSpPr>
        <p:spPr>
          <a:xfrm>
            <a:off x="8247888"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Traffic safety and digital trust as ESG pillars</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Traffic Safety and Digital Trust are two of six strategic areas in the 2025 sustainability statement, presented to investors by a board member.</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Inside the sustainability strategy and IR materials, not on a separate privacy page.</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The only carmaker making data trust an ESG pillar: a model for a Stellantis “Data Promise”, once practices are verified.</a:t>
            </a:r>
          </a:p>
        </p:txBody>
      </p:sp>
      <p:sp>
        <p:nvSpPr>
          <p:cNvPr id="18" name="Hashtag 3"/>
          <p:cNvSpPr txBox="1"/>
          <p:nvPr/>
        </p:nvSpPr>
        <p:spPr>
          <a:xfrm>
            <a:off x="9144000"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#DigitalTrust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Territory 3 · Environmental Transformation</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ide label"/>
          <p:cNvSpPr txBox="1"/>
          <p:nvPr/>
        </p:nvSpPr>
        <p:spPr>
          <a:xfrm rot="16200000">
            <a:off x="-868680" y="3566160"/>
            <a:ext cx="2377440" cy="274320"/>
          </a:xfrm>
          <a:prstGeom prst="rect">
            <a:avLst/>
          </a:prstGeom>
          <a:noFill/>
        </p:spPr>
        <p:txBody>
          <a:bodyPr wrap="square" lIns="0" rIns="0" tIns="0" bIns="0" anchor="t">
            <a:spAutoFit/>
          </a:bodyPr>
          <a:lstStyle/>
          <a:p>
            <a:pPr algn="ctr">
              <a:spcAft>
                <a:spcPts val="0"/>
              </a:spcAft>
            </a:pPr>
            <a:r>
              <a:rPr sz="1200" b="1" i="0">
                <a:solidFill>
                  <a:srgbClr val="243782"/>
                </a:solidFill>
                <a:latin typeface="Encode Sans Expanded"/>
              </a:rPr>
              <a:t>Narrative territories</a:t>
            </a:r>
          </a:p>
        </p:txBody>
      </p:sp>
      <p:sp>
        <p:nvSpPr>
          <p:cNvPr id="7" name="Card 1"/>
          <p:cNvSpPr/>
          <p:nvPr/>
        </p:nvSpPr>
        <p:spPr>
          <a:xfrm>
            <a:off x="603504"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Logo 1"/>
          <p:cNvSpPr/>
          <p:nvPr/>
        </p:nvSpPr>
        <p:spPr>
          <a:xfrm>
            <a:off x="603504"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BMW</a:t>
            </a:r>
          </a:p>
        </p:txBody>
      </p:sp>
      <p:sp>
        <p:nvSpPr>
          <p:cNvPr id="9" name="Card 1 text"/>
          <p:cNvSpPr txBox="1"/>
          <p:nvPr/>
        </p:nvSpPr>
        <p:spPr>
          <a:xfrm>
            <a:off x="804672"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One product carries the whole transformation</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Neue Klasse iX3: 0.1 t CO₂ in production at fossil-free Debrecen; about one third secondary material; 50% secondary Co/Li/Ni in Gen6 cells; −35% supply-chain CO₂e.</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Numbers per car, told through the product launch and the plant; wording moved from “carbon neutral” to “fossil-free”.</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Model for STLA One and the Pomigliano E-Car: one object that unites CO₂, circularity and supply chain.</a:t>
            </a:r>
          </a:p>
        </p:txBody>
      </p:sp>
      <p:sp>
        <p:nvSpPr>
          <p:cNvPr id="10" name="Hashtag 1"/>
          <p:cNvSpPr txBox="1"/>
          <p:nvPr/>
        </p:nvSpPr>
        <p:spPr>
          <a:xfrm>
            <a:off x="1700784"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#OneProductOneStory</a:t>
            </a:r>
          </a:p>
        </p:txBody>
      </p:sp>
      <p:sp>
        <p:nvSpPr>
          <p:cNvPr id="11" name="Card 2"/>
          <p:cNvSpPr/>
          <p:nvPr/>
        </p:nvSpPr>
        <p:spPr>
          <a:xfrm>
            <a:off x="4325112"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ogo 2"/>
          <p:cNvSpPr/>
          <p:nvPr/>
        </p:nvSpPr>
        <p:spPr>
          <a:xfrm>
            <a:off x="4325112"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Polestar</a:t>
            </a:r>
          </a:p>
        </p:txBody>
      </p:sp>
      <p:sp>
        <p:nvSpPr>
          <p:cNvPr id="13" name="Card 2 text"/>
          <p:cNvSpPr txBox="1"/>
          <p:nvPr/>
        </p:nvSpPr>
        <p:spPr>
          <a:xfrm>
            <a:off x="4526280"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The car with a label and an honest vocabulary</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Sustainability declaration per model; minerals “traced vs mapped”; per-car footprint 31.7 t (−31%) while absolute emissions rose 24%.</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Nutrition-style label in Spaces and online; public LCA method; bad news disclosed with the good.</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A label and a vocabulary that hold under EmpCo and anticipate the 2027 battery passport.</a:t>
            </a:r>
          </a:p>
        </p:txBody>
      </p:sp>
      <p:sp>
        <p:nvSpPr>
          <p:cNvPr id="14" name="Hashtag 2"/>
          <p:cNvSpPr txBox="1"/>
          <p:nvPr/>
        </p:nvSpPr>
        <p:spPr>
          <a:xfrm>
            <a:off x="5422392"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#TracedVsMapped</a:t>
            </a:r>
          </a:p>
        </p:txBody>
      </p:sp>
      <p:sp>
        <p:nvSpPr>
          <p:cNvPr id="15" name="Card 3"/>
          <p:cNvSpPr/>
          <p:nvPr/>
        </p:nvSpPr>
        <p:spPr>
          <a:xfrm>
            <a:off x="8046720"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ogo 3"/>
          <p:cNvSpPr/>
          <p:nvPr/>
        </p:nvSpPr>
        <p:spPr>
          <a:xfrm>
            <a:off x="8046720"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Holcim</a:t>
            </a:r>
          </a:p>
        </p:txBody>
      </p:sp>
      <p:sp>
        <p:nvSpPr>
          <p:cNvPr id="17" name="Card 3 text"/>
          <p:cNvSpPr txBox="1"/>
          <p:nvPr/>
        </p:nvSpPr>
        <p:spPr>
          <a:xfrm>
            <a:off x="8247888"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Sustainability as product lines that grow</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ECOPact, ECOPlanet and ECOCycle: share of sales (31% and 36%) and 8 Mt recycled, linked to profitability.</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Branded green ranges reported next to the financial results.</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Template for SUSTAINera as a brand with a revenue-share KPI, instead of “up to 80%” claims.</a:t>
            </a:r>
          </a:p>
        </p:txBody>
      </p:sp>
      <p:sp>
        <p:nvSpPr>
          <p:cNvPr id="18" name="Hashtag 3"/>
          <p:cNvSpPr txBox="1"/>
          <p:nvPr/>
        </p:nvSpPr>
        <p:spPr>
          <a:xfrm>
            <a:off x="9144000"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#GreenRevenue</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Territory 4 · Transparency &amp; Accountability</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Side label"/>
          <p:cNvSpPr txBox="1"/>
          <p:nvPr/>
        </p:nvSpPr>
        <p:spPr>
          <a:xfrm rot="16200000">
            <a:off x="-868680" y="3566160"/>
            <a:ext cx="2377440" cy="274320"/>
          </a:xfrm>
          <a:prstGeom prst="rect">
            <a:avLst/>
          </a:prstGeom>
          <a:noFill/>
        </p:spPr>
        <p:txBody>
          <a:bodyPr wrap="square" lIns="0" rIns="0" tIns="0" bIns="0" anchor="t">
            <a:spAutoFit/>
          </a:bodyPr>
          <a:lstStyle/>
          <a:p>
            <a:pPr algn="ctr">
              <a:spcAft>
                <a:spcPts val="0"/>
              </a:spcAft>
            </a:pPr>
            <a:r>
              <a:rPr sz="1200" b="1" i="0">
                <a:solidFill>
                  <a:srgbClr val="243782"/>
                </a:solidFill>
                <a:latin typeface="Encode Sans Expanded"/>
              </a:rPr>
              <a:t>Narrative territories</a:t>
            </a:r>
          </a:p>
        </p:txBody>
      </p:sp>
      <p:sp>
        <p:nvSpPr>
          <p:cNvPr id="7" name="Card 1"/>
          <p:cNvSpPr/>
          <p:nvPr/>
        </p:nvSpPr>
        <p:spPr>
          <a:xfrm>
            <a:off x="603504"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Logo 1"/>
          <p:cNvSpPr/>
          <p:nvPr/>
        </p:nvSpPr>
        <p:spPr>
          <a:xfrm>
            <a:off x="603504"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Schneider Electric</a:t>
            </a:r>
          </a:p>
        </p:txBody>
      </p:sp>
      <p:sp>
        <p:nvSpPr>
          <p:cNvPr id="9" name="Card 1 text"/>
          <p:cNvSpPr txBox="1"/>
          <p:nvPr/>
        </p:nvSpPr>
        <p:spPr>
          <a:xfrm>
            <a:off x="804672"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An impact score every quarter, next to the accounts</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SSI 2021-25 closed at 8.86/10; Impact 2030 restarts the scale: 3.69 at H1 2026 against a 4.20 target; linked to incentives.</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One number with public sub-indicators, published with quarterly results and renewed each plan.</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A “FaSTLAne Impact Score” would turn the plan change into a new chapter, not a retreat.</a:t>
            </a:r>
          </a:p>
        </p:txBody>
      </p:sp>
      <p:sp>
        <p:nvSpPr>
          <p:cNvPr id="10" name="Hashtag 1"/>
          <p:cNvSpPr txBox="1"/>
          <p:nvPr/>
        </p:nvSpPr>
        <p:spPr>
          <a:xfrm>
            <a:off x="1700784"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#OneScore</a:t>
            </a:r>
          </a:p>
        </p:txBody>
      </p:sp>
      <p:sp>
        <p:nvSpPr>
          <p:cNvPr id="11" name="Card 2"/>
          <p:cNvSpPr/>
          <p:nvPr/>
        </p:nvSpPr>
        <p:spPr>
          <a:xfrm>
            <a:off x="4325112"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Logo 2"/>
          <p:cNvSpPr/>
          <p:nvPr/>
        </p:nvSpPr>
        <p:spPr>
          <a:xfrm>
            <a:off x="4325112"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Mercedes-Benz</a:t>
            </a:r>
          </a:p>
        </p:txBody>
      </p:sp>
      <p:sp>
        <p:nvSpPr>
          <p:cNvPr id="13" name="Card 2 text"/>
          <p:cNvSpPr txBox="1"/>
          <p:nvPr/>
        </p:nvSpPr>
        <p:spPr>
          <a:xfrm>
            <a:off x="4526280"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A transition plan with the year in its title</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Climate Transition Action Plan published every year (2023-2026): −90% production by 2039, −80% use, −70% value chain, net zero by 2049 (vs 2019).</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Stand-alone, versioned PDF linked from the hub and investor pages.</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What EmpCo demands behind a “net zero 2050” claim; Stellantis should add the independent review Mercedes lacks.</a:t>
            </a:r>
          </a:p>
        </p:txBody>
      </p:sp>
      <p:sp>
        <p:nvSpPr>
          <p:cNvPr id="14" name="Hashtag 2"/>
          <p:cNvSpPr txBox="1"/>
          <p:nvPr/>
        </p:nvSpPr>
        <p:spPr>
          <a:xfrm>
            <a:off x="5422392"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#VersionedPlan</a:t>
            </a:r>
          </a:p>
        </p:txBody>
      </p:sp>
      <p:sp>
        <p:nvSpPr>
          <p:cNvPr id="15" name="Card 3"/>
          <p:cNvSpPr/>
          <p:nvPr/>
        </p:nvSpPr>
        <p:spPr>
          <a:xfrm>
            <a:off x="8046720" y="1481328"/>
            <a:ext cx="3566160" cy="48006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Logo 3"/>
          <p:cNvSpPr/>
          <p:nvPr/>
        </p:nvSpPr>
        <p:spPr>
          <a:xfrm>
            <a:off x="8046720" y="1033271"/>
            <a:ext cx="2816352" cy="374904"/>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400" b="0" i="0">
                <a:solidFill>
                  <a:srgbClr val="FFFFFF"/>
                </a:solidFill>
                <a:latin typeface="Encode Sans ExpandedLight"/>
              </a:rPr>
              <a:t>Volvo · Microsoft</a:t>
            </a:r>
          </a:p>
        </p:txBody>
      </p:sp>
      <p:sp>
        <p:nvSpPr>
          <p:cNvPr id="17" name="Card 3 text"/>
          <p:cNvSpPr txBox="1"/>
          <p:nvPr/>
        </p:nvSpPr>
        <p:spPr>
          <a:xfrm>
            <a:off x="8247888" y="1664208"/>
            <a:ext cx="3163824" cy="4206240"/>
          </a:xfrm>
          <a:prstGeom prst="rect">
            <a:avLst/>
          </a:prstGeom>
          <a:noFill/>
        </p:spPr>
        <p:txBody>
          <a:bodyPr wrap="square" lIns="0" rIns="0" tIns="0" bIns="0" anchor="t">
            <a:spAutoFit/>
          </a:bodyPr>
          <a:lstStyle/>
          <a:p>
            <a:pPr algn="l">
              <a:spcAft>
                <a:spcPts val="100"/>
              </a:spcAft>
            </a:pPr>
            <a:r>
              <a:rPr sz="1000" b="1" i="0">
                <a:solidFill>
                  <a:srgbClr val="E94E24"/>
                </a:solidFill>
                <a:latin typeface="Encode Sans Expanded"/>
              </a:rPr>
              <a:t>Title</a:t>
            </a:r>
          </a:p>
          <a:p>
            <a:pPr algn="l">
              <a:spcAft>
                <a:spcPts val="900"/>
              </a:spcAft>
            </a:pPr>
            <a:r>
              <a:rPr sz="1200" b="1" i="0">
                <a:solidFill>
                  <a:srgbClr val="243782"/>
                </a:solidFill>
                <a:latin typeface="Encode Sans Expanded"/>
              </a:rPr>
              <a:t>Bad news in the first person, with cause and new route</a:t>
            </a:r>
          </a:p>
          <a:p>
            <a:pPr algn="l">
              <a:spcAft>
                <a:spcPts val="100"/>
              </a:spcAft>
            </a:pPr>
            <a:r>
              <a:rPr sz="1000" b="1" i="0">
                <a:solidFill>
                  <a:srgbClr val="E94E24"/>
                </a:solidFill>
                <a:latin typeface="Encode Sans Expanded"/>
              </a:rPr>
              <a:t>What they do</a:t>
            </a:r>
          </a:p>
          <a:p>
            <a:pPr algn="l">
              <a:spcAft>
                <a:spcPts val="900"/>
              </a:spcAft>
            </a:pPr>
            <a:r>
              <a:rPr sz="1050" b="0" i="0">
                <a:solidFill>
                  <a:srgbClr val="272B35"/>
                </a:solidFill>
                <a:latin typeface="Encode Sans ExpandedLight"/>
              </a:rPr>
              <a:t>Volvo 2024: dropped the all-electric 2030 target, named the causes, kept net zero 2040. Microsoft: emissions +25% in 2025, cause explained.</a:t>
            </a:r>
          </a:p>
          <a:p>
            <a:pPr algn="l">
              <a:spcAft>
                <a:spcPts val="100"/>
              </a:spcAft>
            </a:pPr>
            <a:r>
              <a:rPr sz="1000" b="1" i="0">
                <a:solidFill>
                  <a:srgbClr val="E94E24"/>
                </a:solidFill>
                <a:latin typeface="Encode Sans Expanded"/>
              </a:rPr>
              <a:t>How they tell it</a:t>
            </a:r>
          </a:p>
          <a:p>
            <a:pPr algn="l">
              <a:spcAft>
                <a:spcPts val="900"/>
              </a:spcAft>
            </a:pPr>
            <a:r>
              <a:rPr sz="1050" b="0" i="0">
                <a:solidFill>
                  <a:srgbClr val="272B35"/>
                </a:solidFill>
                <a:latin typeface="Encode Sans ExpandedLight"/>
              </a:rPr>
              <a:t>CEO line and press release (Volvo); report narrative and leadership letter (Microsoft).</a:t>
            </a:r>
          </a:p>
          <a:p>
            <a:pPr algn="l">
              <a:spcAft>
                <a:spcPts val="100"/>
              </a:spcAft>
            </a:pPr>
            <a:r>
              <a:rPr sz="1000" b="1" i="0">
                <a:solidFill>
                  <a:srgbClr val="E94E24"/>
                </a:solidFill>
                <a:latin typeface="Encode Sans Expanded"/>
              </a:rPr>
              <a:t>Why it matters for Stellantis</a:t>
            </a:r>
          </a:p>
          <a:p>
            <a:pPr algn="l">
              <a:spcAft>
                <a:spcPts val="0"/>
              </a:spcAft>
            </a:pPr>
            <a:r>
              <a:rPr sz="1050" b="0" i="0">
                <a:solidFill>
                  <a:srgbClr val="272B35"/>
                </a:solidFill>
                <a:latin typeface="Encode Sans ExpandedLight"/>
              </a:rPr>
              <a:t>The template for the missing “why 2050” letter from Stellantis' CEO and CSO.</a:t>
            </a:r>
          </a:p>
        </p:txBody>
      </p:sp>
      <p:sp>
        <p:nvSpPr>
          <p:cNvPr id="18" name="Hashtag 3"/>
          <p:cNvSpPr txBox="1"/>
          <p:nvPr/>
        </p:nvSpPr>
        <p:spPr>
          <a:xfrm>
            <a:off x="9144000" y="5971032"/>
            <a:ext cx="2267712" cy="228600"/>
          </a:xfrm>
          <a:prstGeom prst="rect">
            <a:avLst/>
          </a:prstGeom>
          <a:noFill/>
        </p:spPr>
        <p:txBody>
          <a:bodyPr wrap="square" lIns="0" rIns="0" tIns="0" bIns="0" anchor="t">
            <a:spAutoFit/>
          </a:bodyPr>
          <a:lstStyle/>
          <a:p>
            <a:pPr algn="r">
              <a:spcAft>
                <a:spcPts val="0"/>
              </a:spcAft>
            </a:pPr>
            <a:r>
              <a:rPr sz="1000" b="1" i="1">
                <a:solidFill>
                  <a:srgbClr val="243782"/>
                </a:solidFill>
                <a:latin typeface="Encode Sans Expanded"/>
              </a:rPr>
              <a:t>#OwnTheSetback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Stellantis today</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2200" b="1" i="0">
                <a:solidFill>
                  <a:srgbClr val="243782"/>
                </a:solidFill>
                <a:latin typeface="Encode Sans Expanded"/>
              </a:rPr>
              <a:t>More proof points than story, scattered across brands and countries</a:t>
            </a:r>
          </a:p>
        </p:txBody>
      </p:sp>
      <p:sp>
        <p:nvSpPr>
          <p:cNvPr id="7" name="Stellantis 1"/>
          <p:cNvSpPr/>
          <p:nvPr/>
        </p:nvSpPr>
        <p:spPr>
          <a:xfrm>
            <a:off x="612648" y="1691640"/>
            <a:ext cx="2606040" cy="43434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Stellantis 1 head"/>
          <p:cNvSpPr/>
          <p:nvPr/>
        </p:nvSpPr>
        <p:spPr>
          <a:xfrm>
            <a:off x="612648" y="1691640"/>
            <a:ext cx="2606040" cy="6858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200" b="1" i="0">
                <a:solidFill>
                  <a:srgbClr val="FFFFFF"/>
                </a:solidFill>
                <a:latin typeface="Encode Sans Expanded"/>
              </a:rPr>
              <a:t>Fair Transition</a:t>
            </a:r>
          </a:p>
        </p:txBody>
      </p:sp>
      <p:sp>
        <p:nvSpPr>
          <p:cNvPr id="9" name="Stellantis 1 level"/>
          <p:cNvSpPr/>
          <p:nvPr/>
        </p:nvSpPr>
        <p:spPr>
          <a:xfrm>
            <a:off x="795528" y="2514600"/>
            <a:ext cx="2240280" cy="292608"/>
          </a:xfrm>
          <a:prstGeom prst="roundRect">
            <a:avLst>
              <a:gd name="adj" fmla="val 3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Medium, high potential</a:t>
            </a:r>
          </a:p>
        </p:txBody>
      </p:sp>
      <p:sp>
        <p:nvSpPr>
          <p:cNvPr id="10" name="Stellantis 1 text"/>
          <p:cNvSpPr txBox="1"/>
          <p:nvPr/>
        </p:nvSpPr>
        <p:spPr>
          <a:xfrm>
            <a:off x="795528" y="2971800"/>
            <a:ext cx="2240280" cy="297180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Proof points</a:t>
            </a:r>
          </a:p>
          <a:p>
            <a:pPr algn="l" marL="164592" indent="-164592">
              <a:spcAft>
                <a:spcPts val="300"/>
              </a:spcAft>
              <a:buChar char="•"/>
            </a:pPr>
            <a:r>
              <a:rPr sz="1000" b="0" i="0">
                <a:solidFill>
                  <a:srgbClr val="272B35"/>
                </a:solidFill>
                <a:latin typeface="Encode Sans ExpandedLight"/>
              </a:rPr>
              <a:t>ë-C3 at €94/month, lowest French social leasing 2026</a:t>
            </a:r>
          </a:p>
          <a:p>
            <a:pPr algn="l" marL="164592" indent="-164592">
              <a:spcAft>
                <a:spcPts val="300"/>
              </a:spcAft>
              <a:buChar char="•"/>
            </a:pPr>
            <a:r>
              <a:rPr sz="1000" b="0" i="0">
                <a:solidFill>
                  <a:srgbClr val="272B35"/>
                </a:solidFill>
                <a:latin typeface="Encode Sans ExpandedLight"/>
              </a:rPr>
              <a:t>E-Car under €15k at Pomigliano from 2028</a:t>
            </a:r>
          </a:p>
          <a:p>
            <a:pPr algn="l" marL="164592" indent="-164592">
              <a:spcAft>
                <a:spcPts val="300"/>
              </a:spcAft>
              <a:buChar char="•"/>
            </a:pPr>
            <a:r>
              <a:rPr sz="1000" b="0" i="0">
                <a:solidFill>
                  <a:srgbClr val="272B35"/>
                </a:solidFill>
                <a:latin typeface="Encode Sans ExpandedLight"/>
              </a:rPr>
              <a:t>Douvrin 400-hour battery course; 6,000 Motor Citizens volunteers</a:t>
            </a:r>
          </a:p>
          <a:p>
            <a:pPr algn="l">
              <a:spcAft>
                <a:spcPts val="200"/>
              </a:spcAft>
            </a:pPr>
            <a:r>
              <a:rPr sz="1000" b="1" i="0">
                <a:solidFill>
                  <a:srgbClr val="E94E24"/>
                </a:solidFill>
                <a:latin typeface="Encode Sans Expanded"/>
              </a:rPr>
              <a:t>Gaps</a:t>
            </a:r>
          </a:p>
          <a:p>
            <a:pPr algn="l" marL="164592" indent="-164592">
              <a:spcAft>
                <a:spcPts val="300"/>
              </a:spcAft>
              <a:buChar char="•"/>
            </a:pPr>
            <a:r>
              <a:rPr sz="1000" b="0" i="0">
                <a:solidFill>
                  <a:srgbClr val="272B35"/>
                </a:solidFill>
                <a:latin typeface="Encode Sans ExpandedLight"/>
              </a:rPr>
              <a:t>Fragmented, no group hub</a:t>
            </a:r>
          </a:p>
          <a:p>
            <a:pPr algn="l" marL="164592" indent="-164592">
              <a:spcAft>
                <a:spcPts val="300"/>
              </a:spcAft>
              <a:buChar char="•"/>
            </a:pPr>
            <a:r>
              <a:rPr sz="1000" b="0" i="0">
                <a:solidFill>
                  <a:srgbClr val="272B35"/>
                </a:solidFill>
                <a:latin typeface="Encode Sans ExpandedLight"/>
              </a:rPr>
              <a:t>No group KPI on people reskilled</a:t>
            </a:r>
          </a:p>
          <a:p>
            <a:pPr algn="l" marL="164592" indent="-164592">
              <a:spcAft>
                <a:spcPts val="300"/>
              </a:spcAft>
              <a:buChar char="•"/>
            </a:pPr>
            <a:r>
              <a:rPr sz="1000" b="0" i="0">
                <a:solidFill>
                  <a:srgbClr val="272B35"/>
                </a:solidFill>
                <a:latin typeface="Encode Sans ExpandedLight"/>
              </a:rPr>
              <a:t>Belvidere reopening delayed to 2028</a:t>
            </a:r>
          </a:p>
        </p:txBody>
      </p:sp>
      <p:sp>
        <p:nvSpPr>
          <p:cNvPr id="11" name="Stellantis 2"/>
          <p:cNvSpPr/>
          <p:nvPr/>
        </p:nvSpPr>
        <p:spPr>
          <a:xfrm>
            <a:off x="3401568" y="1691640"/>
            <a:ext cx="2606040" cy="43434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Stellantis 2 head"/>
          <p:cNvSpPr/>
          <p:nvPr/>
        </p:nvSpPr>
        <p:spPr>
          <a:xfrm>
            <a:off x="3401568" y="1691640"/>
            <a:ext cx="2606040" cy="6858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200" b="1" i="0">
                <a:solidFill>
                  <a:srgbClr val="FFFFFF"/>
                </a:solidFill>
                <a:latin typeface="Encode Sans Expanded"/>
              </a:rPr>
              <a:t>Customer Trust</a:t>
            </a:r>
          </a:p>
        </p:txBody>
      </p:sp>
      <p:sp>
        <p:nvSpPr>
          <p:cNvPr id="13" name="Stellantis 2 level"/>
          <p:cNvSpPr/>
          <p:nvPr/>
        </p:nvSpPr>
        <p:spPr>
          <a:xfrm>
            <a:off x="3584448" y="2514600"/>
            <a:ext cx="2240280" cy="292608"/>
          </a:xfrm>
          <a:prstGeom prst="roundRect">
            <a:avLst>
              <a:gd name="adj" fmla="val 30000"/>
            </a:avLst>
          </a:prstGeom>
          <a:solidFill>
            <a:srgbClr val="FCE6D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Weak, exposed</a:t>
            </a:r>
          </a:p>
        </p:txBody>
      </p:sp>
      <p:sp>
        <p:nvSpPr>
          <p:cNvPr id="14" name="Stellantis 2 text"/>
          <p:cNvSpPr txBox="1"/>
          <p:nvPr/>
        </p:nvSpPr>
        <p:spPr>
          <a:xfrm>
            <a:off x="3584448" y="2971800"/>
            <a:ext cx="2240280" cy="297180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Proof points</a:t>
            </a:r>
          </a:p>
          <a:p>
            <a:pPr algn="l" marL="164592" indent="-164592">
              <a:spcAft>
                <a:spcPts val="300"/>
              </a:spcAft>
              <a:buChar char="•"/>
            </a:pPr>
            <a:r>
              <a:rPr sz="1000" b="0" i="0">
                <a:solidFill>
                  <a:srgbClr val="272B35"/>
                </a:solidFill>
                <a:latin typeface="Encode Sans ExpandedLight"/>
              </a:rPr>
              <a:t>Quality reset: ~2,000 engineers [secondary]</a:t>
            </a:r>
          </a:p>
          <a:p>
            <a:pPr algn="l" marL="164592" indent="-164592">
              <a:spcAft>
                <a:spcPts val="300"/>
              </a:spcAft>
              <a:buChar char="•"/>
            </a:pPr>
            <a:r>
              <a:rPr sz="1000" b="0" i="0">
                <a:solidFill>
                  <a:srgbClr val="272B35"/>
                </a:solidFill>
                <a:latin typeface="Encode Sans ExpandedLight"/>
              </a:rPr>
              <a:t>SUSTAINera remanufactured parts, Spoticar</a:t>
            </a:r>
          </a:p>
          <a:p>
            <a:pPr algn="l" marL="164592" indent="-164592">
              <a:spcAft>
                <a:spcPts val="300"/>
              </a:spcAft>
              <a:buChar char="•"/>
            </a:pPr>
            <a:r>
              <a:rPr sz="1000" b="0" i="0">
                <a:solidFill>
                  <a:srgbClr val="272B35"/>
                </a:solidFill>
                <a:latin typeface="Encode Sans ExpandedLight"/>
              </a:rPr>
              <a:t>Mobilisights consent principles</a:t>
            </a:r>
          </a:p>
          <a:p>
            <a:pPr algn="l">
              <a:spcAft>
                <a:spcPts val="200"/>
              </a:spcAft>
            </a:pPr>
            <a:r>
              <a:rPr sz="1000" b="1" i="0">
                <a:solidFill>
                  <a:srgbClr val="E94E24"/>
                </a:solidFill>
                <a:latin typeface="Encode Sans Expanded"/>
              </a:rPr>
              <a:t>Gaps</a:t>
            </a:r>
          </a:p>
          <a:p>
            <a:pPr algn="l" marL="164592" indent="-164592">
              <a:spcAft>
                <a:spcPts val="300"/>
              </a:spcAft>
              <a:buChar char="•"/>
            </a:pPr>
            <a:r>
              <a:rPr sz="1000" b="0" i="0">
                <a:solidFill>
                  <a:srgbClr val="272B35"/>
                </a:solidFill>
                <a:latin typeface="Encode Sans ExpandedLight"/>
              </a:rPr>
              <a:t>2026 US recalls (844k vehicles, camera)</a:t>
            </a:r>
          </a:p>
          <a:p>
            <a:pPr algn="l" marL="164592" indent="-164592">
              <a:spcAft>
                <a:spcPts val="300"/>
              </a:spcAft>
              <a:buChar char="•"/>
            </a:pPr>
            <a:r>
              <a:rPr sz="1000" b="0" i="0">
                <a:solidFill>
                  <a:srgbClr val="272B35"/>
                </a:solidFill>
                <a:latin typeface="Encode Sans ExpandedLight"/>
              </a:rPr>
              <a:t>Privacy allegations in Texas v. Allstate/Arity (Stellantis not a defendant)</a:t>
            </a:r>
          </a:p>
        </p:txBody>
      </p:sp>
      <p:sp>
        <p:nvSpPr>
          <p:cNvPr id="15" name="Stellantis 3"/>
          <p:cNvSpPr/>
          <p:nvPr/>
        </p:nvSpPr>
        <p:spPr>
          <a:xfrm>
            <a:off x="6190488" y="1691640"/>
            <a:ext cx="2606040" cy="43434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Stellantis 3 head"/>
          <p:cNvSpPr/>
          <p:nvPr/>
        </p:nvSpPr>
        <p:spPr>
          <a:xfrm>
            <a:off x="6190488" y="1691640"/>
            <a:ext cx="2606040" cy="6858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200" b="1" i="0">
                <a:solidFill>
                  <a:srgbClr val="FFFFFF"/>
                </a:solidFill>
                <a:latin typeface="Encode Sans Expanded"/>
              </a:rPr>
              <a:t>Environmental Transformation</a:t>
            </a:r>
          </a:p>
        </p:txBody>
      </p:sp>
      <p:sp>
        <p:nvSpPr>
          <p:cNvPr id="17" name="Stellantis 3 level"/>
          <p:cNvSpPr/>
          <p:nvPr/>
        </p:nvSpPr>
        <p:spPr>
          <a:xfrm>
            <a:off x="6373368" y="2514600"/>
            <a:ext cx="2240280" cy="292608"/>
          </a:xfrm>
          <a:prstGeom prst="roundRect">
            <a:avLst>
              <a:gd name="adj" fmla="val 30000"/>
            </a:avLst>
          </a:prstGeom>
          <a:solidFill>
            <a:srgbClr val="EEF0FA"/>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Medium</a:t>
            </a:r>
          </a:p>
        </p:txBody>
      </p:sp>
      <p:sp>
        <p:nvSpPr>
          <p:cNvPr id="18" name="Stellantis 3 text"/>
          <p:cNvSpPr txBox="1"/>
          <p:nvPr/>
        </p:nvSpPr>
        <p:spPr>
          <a:xfrm>
            <a:off x="6373368" y="2971800"/>
            <a:ext cx="2240280" cy="297180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Proof points</a:t>
            </a:r>
          </a:p>
          <a:p>
            <a:pPr algn="l" marL="164592" indent="-164592">
              <a:spcAft>
                <a:spcPts val="300"/>
              </a:spcAft>
              <a:buChar char="•"/>
            </a:pPr>
            <a:r>
              <a:rPr sz="1000" b="0" i="0">
                <a:solidFill>
                  <a:srgbClr val="272B35"/>
                </a:solidFill>
                <a:latin typeface="Encode Sans ExpandedLight"/>
              </a:rPr>
              <a:t>−43% Scope 1-2, −26% Scope 1-3 vs 2021</a:t>
            </a:r>
          </a:p>
          <a:p>
            <a:pPr algn="l" marL="164592" indent="-164592">
              <a:spcAft>
                <a:spcPts val="300"/>
              </a:spcAft>
              <a:buChar char="•"/>
            </a:pPr>
            <a:r>
              <a:rPr sz="1000" b="0" i="0">
                <a:solidFill>
                  <a:srgbClr val="272B35"/>
                </a:solidFill>
                <a:latin typeface="Encode Sans ExpandedLight"/>
              </a:rPr>
              <a:t>SUSTAINera Reuse +51%, Repair +48%</a:t>
            </a:r>
          </a:p>
          <a:p>
            <a:pPr algn="l" marL="164592" indent="-164592">
              <a:spcAft>
                <a:spcPts val="300"/>
              </a:spcAft>
              <a:buChar char="•"/>
            </a:pPr>
            <a:r>
              <a:rPr sz="1000" b="0" i="0">
                <a:solidFill>
                  <a:srgbClr val="272B35"/>
                </a:solidFill>
                <a:latin typeface="Encode Sans ExpandedLight"/>
              </a:rPr>
              <a:t>500 MW solar on 27 European sites</a:t>
            </a:r>
          </a:p>
          <a:p>
            <a:pPr algn="l">
              <a:spcAft>
                <a:spcPts val="200"/>
              </a:spcAft>
            </a:pPr>
            <a:r>
              <a:rPr sz="1000" b="1" i="0">
                <a:solidFill>
                  <a:srgbClr val="E94E24"/>
                </a:solidFill>
                <a:latin typeface="Encode Sans Expanded"/>
              </a:rPr>
              <a:t>Gaps</a:t>
            </a:r>
          </a:p>
          <a:p>
            <a:pPr algn="l" marL="164592" indent="-164592">
              <a:spcAft>
                <a:spcPts val="300"/>
              </a:spcAft>
              <a:buChar char="•"/>
            </a:pPr>
            <a:r>
              <a:rPr sz="1000" b="0" i="0">
                <a:solidFill>
                  <a:srgbClr val="272B35"/>
                </a:solidFill>
                <a:latin typeface="Encode Sans ExpandedLight"/>
              </a:rPr>
              <a:t>No symbol object, no per-unit metric</a:t>
            </a:r>
          </a:p>
          <a:p>
            <a:pPr algn="l" marL="164592" indent="-164592">
              <a:spcAft>
                <a:spcPts val="300"/>
              </a:spcAft>
              <a:buChar char="•"/>
            </a:pPr>
            <a:r>
              <a:rPr sz="1000" b="0" i="0">
                <a:solidFill>
                  <a:srgbClr val="272B35"/>
                </a:solidFill>
                <a:latin typeface="Encode Sans ExpandedLight"/>
              </a:rPr>
              <a:t>“Up to” claims; 2038 pages online</a:t>
            </a:r>
          </a:p>
          <a:p>
            <a:pPr algn="l" marL="164592" indent="-164592">
              <a:spcAft>
                <a:spcPts val="300"/>
              </a:spcAft>
              <a:buChar char="•"/>
            </a:pPr>
            <a:r>
              <a:rPr sz="1000" b="0" i="0">
                <a:solidFill>
                  <a:srgbClr val="272B35"/>
                </a:solidFill>
                <a:latin typeface="Encode Sans ExpandedLight"/>
              </a:rPr>
              <a:t>Indonesian nickel letter from 25 NGOs</a:t>
            </a:r>
          </a:p>
        </p:txBody>
      </p:sp>
      <p:sp>
        <p:nvSpPr>
          <p:cNvPr id="19" name="Stellantis 4"/>
          <p:cNvSpPr/>
          <p:nvPr/>
        </p:nvSpPr>
        <p:spPr>
          <a:xfrm>
            <a:off x="8979407" y="1691640"/>
            <a:ext cx="2606040" cy="4343400"/>
          </a:xfrm>
          <a:prstGeom prst="roundRect">
            <a:avLst>
              <a:gd name="adj" fmla="val 5000"/>
            </a:avLst>
          </a:prstGeom>
          <a:solidFill>
            <a:srgbClr val="FFFFFF"/>
          </a:solidFill>
          <a:ln w="9525">
            <a:solidFill>
              <a:srgbClr val="DADF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Stellantis 4 head"/>
          <p:cNvSpPr/>
          <p:nvPr/>
        </p:nvSpPr>
        <p:spPr>
          <a:xfrm>
            <a:off x="8979407" y="1691640"/>
            <a:ext cx="2606040" cy="685800"/>
          </a:xfrm>
          <a:prstGeom prst="rect">
            <a:avLst/>
          </a:prstGeom>
          <a:solidFill>
            <a:srgbClr val="243782"/>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200" b="1" i="0">
                <a:solidFill>
                  <a:srgbClr val="FFFFFF"/>
                </a:solidFill>
                <a:latin typeface="Encode Sans Expanded"/>
              </a:rPr>
              <a:t>Transparency &amp; Accountability</a:t>
            </a:r>
          </a:p>
        </p:txBody>
      </p:sp>
      <p:sp>
        <p:nvSpPr>
          <p:cNvPr id="21" name="Stellantis 4 level"/>
          <p:cNvSpPr/>
          <p:nvPr/>
        </p:nvSpPr>
        <p:spPr>
          <a:xfrm>
            <a:off x="9162287" y="2514600"/>
            <a:ext cx="2240280" cy="292608"/>
          </a:xfrm>
          <a:prstGeom prst="roundRect">
            <a:avLst>
              <a:gd name="adj" fmla="val 30000"/>
            </a:avLst>
          </a:prstGeom>
          <a:solidFill>
            <a:srgbClr val="FCE6DE"/>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18288" bIns="18288" wrap="square"/>
          <a:lstStyle/>
          <a:p>
            <a:pPr algn="ctr"/>
            <a:r>
              <a:rPr sz="1000" b="1" i="0">
                <a:solidFill>
                  <a:srgbClr val="243782"/>
                </a:solidFill>
                <a:latin typeface="Encode Sans Expanded"/>
              </a:rPr>
              <a:t>Weak</a:t>
            </a:r>
          </a:p>
        </p:txBody>
      </p:sp>
      <p:sp>
        <p:nvSpPr>
          <p:cNvPr id="22" name="Stellantis 4 text"/>
          <p:cNvSpPr txBox="1"/>
          <p:nvPr/>
        </p:nvSpPr>
        <p:spPr>
          <a:xfrm>
            <a:off x="9162287" y="2971800"/>
            <a:ext cx="2240280" cy="2971800"/>
          </a:xfrm>
          <a:prstGeom prst="rect">
            <a:avLst/>
          </a:prstGeom>
          <a:noFill/>
        </p:spPr>
        <p:txBody>
          <a:bodyPr wrap="square" lIns="0" rIns="0" tIns="0" bIns="0" anchor="t">
            <a:spAutoFit/>
          </a:bodyPr>
          <a:lstStyle/>
          <a:p>
            <a:pPr algn="l">
              <a:spcAft>
                <a:spcPts val="200"/>
              </a:spcAft>
            </a:pPr>
            <a:r>
              <a:rPr sz="1000" b="1" i="0">
                <a:solidFill>
                  <a:srgbClr val="E94E24"/>
                </a:solidFill>
                <a:latin typeface="Encode Sans Expanded"/>
              </a:rPr>
              <a:t>Proof points</a:t>
            </a:r>
          </a:p>
          <a:p>
            <a:pPr algn="l" marL="164592" indent="-164592">
              <a:spcAft>
                <a:spcPts val="300"/>
              </a:spcAft>
              <a:buChar char="•"/>
            </a:pPr>
            <a:r>
              <a:rPr sz="1000" b="0" i="0">
                <a:solidFill>
                  <a:srgbClr val="272B35"/>
                </a:solidFill>
                <a:latin typeface="Encode Sans ExpandedLight"/>
              </a:rPr>
              <a:t>CSRD statements 2024 and 2025</a:t>
            </a:r>
          </a:p>
          <a:p>
            <a:pPr algn="l" marL="164592" indent="-164592">
              <a:spcAft>
                <a:spcPts val="300"/>
              </a:spcAft>
              <a:buChar char="•"/>
            </a:pPr>
            <a:r>
              <a:rPr sz="1000" b="0" i="0">
                <a:solidFill>
                  <a:srgbClr val="272B35"/>
                </a:solidFill>
                <a:latin typeface="Encode Sans ExpandedLight"/>
              </a:rPr>
              <a:t>Climate Policy Report on the reset</a:t>
            </a:r>
          </a:p>
          <a:p>
            <a:pPr algn="l">
              <a:spcAft>
                <a:spcPts val="200"/>
              </a:spcAft>
            </a:pPr>
            <a:r>
              <a:rPr sz="1000" b="1" i="0">
                <a:solidFill>
                  <a:srgbClr val="E94E24"/>
                </a:solidFill>
                <a:latin typeface="Encode Sans Expanded"/>
              </a:rPr>
              <a:t>Gaps</a:t>
            </a:r>
          </a:p>
          <a:p>
            <a:pPr algn="l" marL="164592" indent="-164592">
              <a:spcAft>
                <a:spcPts val="300"/>
              </a:spcAft>
              <a:buChar char="•"/>
            </a:pPr>
            <a:r>
              <a:rPr sz="1000" b="0" i="0">
                <a:solidFill>
                  <a:srgbClr val="272B35"/>
                </a:solidFill>
                <a:latin typeface="Encode Sans ExpandedLight"/>
              </a:rPr>
              <a:t>No first-person “why 2050”</a:t>
            </a:r>
          </a:p>
          <a:p>
            <a:pPr algn="l" marL="164592" indent="-164592">
              <a:spcAft>
                <a:spcPts val="300"/>
              </a:spcAft>
              <a:buChar char="•"/>
            </a:pPr>
            <a:r>
              <a:rPr sz="1000" b="0" i="0">
                <a:solidFill>
                  <a:srgbClr val="272B35"/>
                </a:solidFill>
                <a:latin typeface="Encode Sans ExpandedLight"/>
              </a:rPr>
              <a:t>No versioned plan with independent review</a:t>
            </a:r>
          </a:p>
          <a:p>
            <a:pPr algn="l" marL="164592" indent="-164592">
              <a:spcAft>
                <a:spcPts val="300"/>
              </a:spcAft>
              <a:buChar char="•"/>
            </a:pPr>
            <a:r>
              <a:rPr sz="1000" b="0" i="0">
                <a:solidFill>
                  <a:srgbClr val="272B35"/>
                </a:solidFill>
                <a:latin typeface="Encode Sans ExpandedLight"/>
              </a:rPr>
              <a:t>No recurring scorecard or visible CO₂-pay link</a:t>
            </a:r>
          </a:p>
        </p:txBody>
      </p:sp>
      <p:sp>
        <p:nvSpPr>
          <p:cNvPr id="23" name="Footnote"/>
          <p:cNvSpPr txBox="1"/>
          <p:nvPr/>
        </p:nvSpPr>
        <p:spPr>
          <a:xfrm>
            <a:off x="612648" y="6382512"/>
            <a:ext cx="10241280" cy="274320"/>
          </a:xfrm>
          <a:prstGeom prst="rect">
            <a:avLst/>
          </a:prstGeom>
          <a:noFill/>
        </p:spPr>
        <p:txBody>
          <a:bodyPr wrap="square" lIns="0" rIns="0" tIns="0" bIns="0" anchor="t">
            <a:spAutoFit/>
          </a:bodyPr>
          <a:lstStyle/>
          <a:p>
            <a:pPr algn="l">
              <a:spcAft>
                <a:spcPts val="0"/>
              </a:spcAft>
            </a:pPr>
            <a:r>
              <a:rPr sz="900" b="0" i="1">
                <a:solidFill>
                  <a:srgbClr val="5E6370"/>
                </a:solidFill>
                <a:latin typeface="Encode Sans ExpandedLight"/>
              </a:rPr>
              <a:t>Recall and J.D. Power figures beyond Reuters to be verified on NHTSA; allegations in Texas not proven. stellantis.com could not be opened directly.</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5" name="Text Placeholder 4"/>
          <p:cNvSpPr>
            <a:spLocks noGrp="1"/>
          </p:cNvSpPr>
          <p:nvPr>
            <p:ph type="body" idx="19"/>
          </p:nvPr>
        </p:nvSpPr>
        <p:spPr/>
        <p:txBody>
          <a:bodyPr/>
          <a:lstStyle/>
          <a:p>
            <a:r>
              <a:rPr sz="1600"/>
              <a:t>Narrative architecture</a:t>
            </a:r>
          </a:p>
        </p:txBody>
      </p:sp>
      <p:sp>
        <p:nvSpPr>
          <p:cNvPr id="4" name="Slide Number Placeholder 3">
            <a:extLst>
              <a:ext uri="{FF2B5EF4-FFF2-40B4-BE49-F238E27FC236}">
                <a16:creationId xmlns:a16="http://schemas.microsoft.com/office/drawing/2014/main" id="{B94D0474-A8EA-D308-D45D-381C5C56CFF1}"/>
              </a:ext>
            </a:extLst>
          </p:cNvPr>
          <p:cNvSpPr>
            <a:spLocks noGrp="1"/>
          </p:cNvSpPr>
          <p:nvPr>
            <p:ph type="sldNum" sz="quarter" idx="17"/>
          </p:nvPr>
        </p:nvSpPr>
        <p:spPr/>
        <p: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fld id="{975A587B-5814-4D9B-9598-FE9CB954CB01}" type="slidenum">
              <a:rPr kumimoji="0" lang="en-GB" sz="1200" b="0" i="0" u="none" strike="noStrike" kern="1200" cap="none" spc="100" normalizeH="0" baseline="0" noProof="1" smtClean="0">
                <a:ln>
                  <a:noFill/>
                </a:ln>
                <a:solidFill>
                  <a:srgbClr val="243782"/>
                </a:solidFill>
                <a:effectLst/>
                <a:uLnTx/>
                <a:uFillTx/>
                <a:latin typeface="Encode Sans ExpandedLight"/>
                <a:ea typeface="+mn-ea"/>
                <a:cs typeface="+mn-cs"/>
              </a:rPr>
              <a:pPr marL="0" marR="0" lvl="0" indent="0" algn="ct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100" normalizeH="0" baseline="0" noProof="1">
              <a:ln>
                <a:noFill/>
              </a:ln>
              <a:solidFill>
                <a:srgbClr val="243782"/>
              </a:solidFill>
              <a:effectLst/>
              <a:uLnTx/>
              <a:uFillTx/>
              <a:latin typeface="Encode Sans ExpandedLight"/>
              <a:ea typeface="+mn-ea"/>
              <a:cs typeface="+mn-cs"/>
            </a:endParaRPr>
          </a:p>
        </p:txBody>
      </p:sp>
      <p:sp>
        <p:nvSpPr>
          <p:cNvPr id="6" name="Title"/>
          <p:cNvSpPr txBox="1"/>
          <p:nvPr/>
        </p:nvSpPr>
        <p:spPr>
          <a:xfrm>
            <a:off x="612648" y="1024128"/>
            <a:ext cx="10972800" cy="548640"/>
          </a:xfrm>
          <a:prstGeom prst="rect">
            <a:avLst/>
          </a:prstGeom>
          <a:noFill/>
        </p:spPr>
        <p:txBody>
          <a:bodyPr wrap="square" lIns="0" rIns="0" tIns="0" bIns="0" anchor="t">
            <a:spAutoFit/>
          </a:bodyPr>
          <a:lstStyle/>
          <a:p>
            <a:pPr algn="l">
              <a:spcAft>
                <a:spcPts val="0"/>
              </a:spcAft>
            </a:pPr>
            <a:r>
              <a:rPr sz="1800" b="1" i="0">
                <a:solidFill>
                  <a:srgbClr val="243782"/>
                </a:solidFill>
                <a:latin typeface="Encode Sans Expanded"/>
              </a:rPr>
              <a:t>One promise, four kinds of proof: make the transition affordable and prove it with numbers</a:t>
            </a:r>
          </a:p>
        </p:txBody>
      </p:sp>
      <p:graphicFrame>
        <p:nvGraphicFramePr>
          <p:cNvPr id="7" name="Table 6"/>
          <p:cNvGraphicFramePr>
            <a:graphicFrameLocks noGrp="1"/>
          </p:cNvGraphicFramePr>
          <p:nvPr/>
        </p:nvGraphicFramePr>
        <p:xfrm>
          <a:off x="612648" y="1783080"/>
          <a:ext cx="10972800" cy="3200400"/>
        </p:xfrm>
        <a:graphic>
          <a:graphicData uri="http://schemas.openxmlformats.org/drawingml/2006/table">
            <a:tbl>
              <a:tblPr firstRow="1" bandRow="1">
                <a:tableStyleId>{5C22544A-7EE6-4342-B048-85BDC9FD1C3A}</a:tableStyleId>
              </a:tblPr>
              <a:tblGrid>
                <a:gridCol w="1463040"/>
                <a:gridCol w="2194560"/>
                <a:gridCol w="2194560"/>
                <a:gridCol w="3291840"/>
                <a:gridCol w="1828800"/>
              </a:tblGrid>
              <a:tr h="365760">
                <a:tc>
                  <a:txBody>
                    <a:bodyPr/>
                    <a:lstStyle/>
                    <a:p>
                      <a:r>
                        <a:rPr sz="1050" b="1" i="0">
                          <a:solidFill>
                            <a:srgbClr val="FFFFFF"/>
                          </a:solidFill>
                          <a:latin typeface="Encode Sans Expanded"/>
                        </a:rPr>
                        <a:t>Stakeholder</a:t>
                      </a:r>
                    </a:p>
                  </a:txBody>
                  <a:tcPr marL="73152" marR="73152" anchor="ctr">
                    <a:solidFill>
                      <a:srgbClr val="243782"/>
                    </a:solidFill>
                  </a:tcPr>
                </a:tc>
                <a:tc>
                  <a:txBody>
                    <a:bodyPr/>
                    <a:lstStyle/>
                    <a:p>
                      <a:r>
                        <a:rPr sz="1050" b="1" i="0">
                          <a:solidFill>
                            <a:srgbClr val="FFFFFF"/>
                          </a:solidFill>
                          <a:latin typeface="Encode Sans Expanded"/>
                        </a:rPr>
                        <a:t>Lead territory</a:t>
                      </a:r>
                    </a:p>
                  </a:txBody>
                  <a:tcPr marL="73152" marR="73152" anchor="ctr">
                    <a:solidFill>
                      <a:srgbClr val="243782"/>
                    </a:solidFill>
                  </a:tcPr>
                </a:tc>
                <a:tc>
                  <a:txBody>
                    <a:bodyPr/>
                    <a:lstStyle/>
                    <a:p>
                      <a:r>
                        <a:rPr sz="1050" b="1" i="0">
                          <a:solidFill>
                            <a:srgbClr val="FFFFFF"/>
                          </a:solidFill>
                          <a:latin typeface="Encode Sans Expanded"/>
                        </a:rPr>
                        <a:t>Support territory</a:t>
                      </a:r>
                    </a:p>
                  </a:txBody>
                  <a:tcPr marL="73152" marR="73152" anchor="ctr">
                    <a:solidFill>
                      <a:srgbClr val="243782"/>
                    </a:solidFill>
                  </a:tcPr>
                </a:tc>
                <a:tc>
                  <a:txBody>
                    <a:bodyPr/>
                    <a:lstStyle/>
                    <a:p>
                      <a:r>
                        <a:rPr sz="1050" b="1" i="0">
                          <a:solidFill>
                            <a:srgbClr val="FFFFFF"/>
                          </a:solidFill>
                          <a:latin typeface="Encode Sans Expanded"/>
                        </a:rPr>
                        <a:t>Main proof</a:t>
                      </a:r>
                    </a:p>
                  </a:txBody>
                  <a:tcPr marL="73152" marR="73152" anchor="ctr">
                    <a:solidFill>
                      <a:srgbClr val="243782"/>
                    </a:solidFill>
                  </a:tcPr>
                </a:tc>
                <a:tc>
                  <a:txBody>
                    <a:bodyPr/>
                    <a:lstStyle/>
                    <a:p>
                      <a:r>
                        <a:rPr sz="1050" b="1" i="0">
                          <a:solidFill>
                            <a:srgbClr val="FFFFFF"/>
                          </a:solidFill>
                          <a:latin typeface="Encode Sans Expanded"/>
                        </a:rPr>
                        <a:t>Format</a:t>
                      </a:r>
                    </a:p>
                  </a:txBody>
                  <a:tcPr marL="73152" marR="73152" anchor="ctr">
                    <a:solidFill>
                      <a:srgbClr val="243782"/>
                    </a:solidFill>
                  </a:tcPr>
                </a:tc>
              </a:tr>
              <a:tr h="566928">
                <a:tc>
                  <a:txBody>
                    <a:bodyPr/>
                    <a:lstStyle/>
                    <a:p>
                      <a:r>
                        <a:rPr sz="1050" b="1" i="0">
                          <a:solidFill>
                            <a:srgbClr val="243782"/>
                          </a:solidFill>
                          <a:latin typeface="Encode Sans Expanded"/>
                        </a:rPr>
                        <a:t>Investors</a:t>
                      </a:r>
                    </a:p>
                  </a:txBody>
                  <a:tcPr marL="73152" marR="73152" anchor="ctr">
                    <a:solidFill>
                      <a:srgbClr val="FFFFFF"/>
                    </a:solidFill>
                  </a:tcPr>
                </a:tc>
                <a:tc>
                  <a:txBody>
                    <a:bodyPr/>
                    <a:lstStyle/>
                    <a:p>
                      <a:r>
                        <a:rPr sz="1050" b="0" i="0">
                          <a:solidFill>
                            <a:srgbClr val="272B35"/>
                          </a:solidFill>
                          <a:latin typeface="Encode Sans ExpandedLight"/>
                        </a:rPr>
                        <a:t>Transparency &amp; Accountability</a:t>
                      </a:r>
                    </a:p>
                  </a:txBody>
                  <a:tcPr marL="73152" marR="73152" anchor="ctr">
                    <a:solidFill>
                      <a:srgbClr val="FFFFFF"/>
                    </a:solidFill>
                  </a:tcPr>
                </a:tc>
                <a:tc>
                  <a:txBody>
                    <a:bodyPr/>
                    <a:lstStyle/>
                    <a:p>
                      <a:r>
                        <a:rPr sz="1050" b="0" i="0">
                          <a:solidFill>
                            <a:srgbClr val="272B35"/>
                          </a:solidFill>
                          <a:latin typeface="Encode Sans ExpandedLight"/>
                        </a:rPr>
                        <a:t>Environmental Transformation</a:t>
                      </a:r>
                    </a:p>
                  </a:txBody>
                  <a:tcPr marL="73152" marR="73152" anchor="ctr">
                    <a:solidFill>
                      <a:srgbClr val="FFFFFF"/>
                    </a:solidFill>
                  </a:tcPr>
                </a:tc>
                <a:tc>
                  <a:txBody>
                    <a:bodyPr/>
                    <a:lstStyle/>
                    <a:p>
                      <a:r>
                        <a:rPr sz="1050" b="0" i="0">
                          <a:solidFill>
                            <a:srgbClr val="272B35"/>
                          </a:solidFill>
                          <a:latin typeface="Encode Sans ExpandedLight"/>
                        </a:rPr>
                        <a:t>Versioned transition plan, impact score, SUSTAINera KPIs</a:t>
                      </a:r>
                    </a:p>
                  </a:txBody>
                  <a:tcPr marL="73152" marR="73152" anchor="ctr">
                    <a:solidFill>
                      <a:srgbClr val="FFFFFF"/>
                    </a:solidFill>
                  </a:tcPr>
                </a:tc>
                <a:tc>
                  <a:txBody>
                    <a:bodyPr/>
                    <a:lstStyle/>
                    <a:p>
                      <a:r>
                        <a:rPr sz="1050" b="0" i="0">
                          <a:solidFill>
                            <a:srgbClr val="272B35"/>
                          </a:solidFill>
                          <a:latin typeface="Encode Sans ExpandedLight"/>
                        </a:rPr>
                        <a:t>Investor Day, half-year results</a:t>
                      </a:r>
                    </a:p>
                  </a:txBody>
                  <a:tcPr marL="73152" marR="73152" anchor="ctr">
                    <a:solidFill>
                      <a:srgbClr val="FFFFFF"/>
                    </a:solidFill>
                  </a:tcPr>
                </a:tc>
              </a:tr>
              <a:tr h="566928">
                <a:tc>
                  <a:txBody>
                    <a:bodyPr/>
                    <a:lstStyle/>
                    <a:p>
                      <a:r>
                        <a:rPr sz="1050" b="1" i="0">
                          <a:solidFill>
                            <a:srgbClr val="243782"/>
                          </a:solidFill>
                          <a:latin typeface="Encode Sans Expanded"/>
                        </a:rPr>
                        <a:t>Customers</a:t>
                      </a:r>
                    </a:p>
                  </a:txBody>
                  <a:tcPr marL="73152" marR="73152" anchor="ctr">
                    <a:solidFill>
                      <a:srgbClr val="EEF0FA"/>
                    </a:solidFill>
                  </a:tcPr>
                </a:tc>
                <a:tc>
                  <a:txBody>
                    <a:bodyPr/>
                    <a:lstStyle/>
                    <a:p>
                      <a:r>
                        <a:rPr sz="1050" b="0" i="0">
                          <a:solidFill>
                            <a:srgbClr val="272B35"/>
                          </a:solidFill>
                          <a:latin typeface="Encode Sans ExpandedLight"/>
                        </a:rPr>
                        <a:t>Customer Trust</a:t>
                      </a:r>
                    </a:p>
                  </a:txBody>
                  <a:tcPr marL="73152" marR="73152" anchor="ctr">
                    <a:solidFill>
                      <a:srgbClr val="EEF0FA"/>
                    </a:solidFill>
                  </a:tcPr>
                </a:tc>
                <a:tc>
                  <a:txBody>
                    <a:bodyPr/>
                    <a:lstStyle/>
                    <a:p>
                      <a:r>
                        <a:rPr sz="1050" b="0" i="0">
                          <a:solidFill>
                            <a:srgbClr val="272B35"/>
                          </a:solidFill>
                          <a:latin typeface="Encode Sans ExpandedLight"/>
                        </a:rPr>
                        <a:t>Fair Transition</a:t>
                      </a:r>
                    </a:p>
                  </a:txBody>
                  <a:tcPr marL="73152" marR="73152" anchor="ctr">
                    <a:solidFill>
                      <a:srgbClr val="EEF0FA"/>
                    </a:solidFill>
                  </a:tcPr>
                </a:tc>
                <a:tc>
                  <a:txBody>
                    <a:bodyPr/>
                    <a:lstStyle/>
                    <a:p>
                      <a:r>
                        <a:rPr sz="1050" b="0" i="0">
                          <a:solidFill>
                            <a:srgbClr val="272B35"/>
                          </a:solidFill>
                          <a:latin typeface="Encode Sans ExpandedLight"/>
                        </a:rPr>
                        <a:t>Orderable price and payment, Data Promise, battery certificate</a:t>
                      </a:r>
                    </a:p>
                  </a:txBody>
                  <a:tcPr marL="73152" marR="73152" anchor="ctr">
                    <a:solidFill>
                      <a:srgbClr val="EEF0FA"/>
                    </a:solidFill>
                  </a:tcPr>
                </a:tc>
                <a:tc>
                  <a:txBody>
                    <a:bodyPr/>
                    <a:lstStyle/>
                    <a:p>
                      <a:r>
                        <a:rPr sz="1050" b="0" i="0">
                          <a:solidFill>
                            <a:srgbClr val="272B35"/>
                          </a:solidFill>
                          <a:latin typeface="Encode Sans ExpandedLight"/>
                        </a:rPr>
                        <a:t>Product pages, configurator, dealers</a:t>
                      </a:r>
                    </a:p>
                  </a:txBody>
                  <a:tcPr marL="73152" marR="73152" anchor="ctr">
                    <a:solidFill>
                      <a:srgbClr val="EEF0FA"/>
                    </a:solidFill>
                  </a:tcPr>
                </a:tc>
              </a:tr>
              <a:tr h="566928">
                <a:tc>
                  <a:txBody>
                    <a:bodyPr/>
                    <a:lstStyle/>
                    <a:p>
                      <a:r>
                        <a:rPr sz="1050" b="1" i="0">
                          <a:solidFill>
                            <a:srgbClr val="243782"/>
                          </a:solidFill>
                          <a:latin typeface="Encode Sans Expanded"/>
                        </a:rPr>
                        <a:t>Employees</a:t>
                      </a:r>
                    </a:p>
                  </a:txBody>
                  <a:tcPr marL="73152" marR="73152" anchor="ctr">
                    <a:solidFill>
                      <a:srgbClr val="FFFFFF"/>
                    </a:solidFill>
                  </a:tcPr>
                </a:tc>
                <a:tc>
                  <a:txBody>
                    <a:bodyPr/>
                    <a:lstStyle/>
                    <a:p>
                      <a:r>
                        <a:rPr sz="1050" b="0" i="0">
                          <a:solidFill>
                            <a:srgbClr val="272B35"/>
                          </a:solidFill>
                          <a:latin typeface="Encode Sans ExpandedLight"/>
                        </a:rPr>
                        <a:t>Fair Transition</a:t>
                      </a:r>
                    </a:p>
                  </a:txBody>
                  <a:tcPr marL="73152" marR="73152" anchor="ctr">
                    <a:solidFill>
                      <a:srgbClr val="FFFFFF"/>
                    </a:solidFill>
                  </a:tcPr>
                </a:tc>
                <a:tc>
                  <a:txBody>
                    <a:bodyPr/>
                    <a:lstStyle/>
                    <a:p>
                      <a:r>
                        <a:rPr sz="1050" b="0" i="0">
                          <a:solidFill>
                            <a:srgbClr val="272B35"/>
                          </a:solidFill>
                          <a:latin typeface="Encode Sans ExpandedLight"/>
                        </a:rPr>
                        <a:t>Customer Trust (quality)</a:t>
                      </a:r>
                    </a:p>
                  </a:txBody>
                  <a:tcPr marL="73152" marR="73152" anchor="ctr">
                    <a:solidFill>
                      <a:srgbClr val="FFFFFF"/>
                    </a:solidFill>
                  </a:tcPr>
                </a:tc>
                <a:tc>
                  <a:txBody>
                    <a:bodyPr/>
                    <a:lstStyle/>
                    <a:p>
                      <a:r>
                        <a:rPr sz="1050" b="0" i="0">
                          <a:solidFill>
                            <a:srgbClr val="272B35"/>
                          </a:solidFill>
                          <a:latin typeface="Encode Sans ExpandedLight"/>
                        </a:rPr>
                        <a:t>Reskilling hours, people trained, Shares to Win</a:t>
                      </a:r>
                    </a:p>
                  </a:txBody>
                  <a:tcPr marL="73152" marR="73152" anchor="ctr">
                    <a:solidFill>
                      <a:srgbClr val="FFFFFF"/>
                    </a:solidFill>
                  </a:tcPr>
                </a:tc>
                <a:tc>
                  <a:txBody>
                    <a:bodyPr/>
                    <a:lstStyle/>
                    <a:p>
                      <a:r>
                        <a:rPr sz="1050" b="0" i="0">
                          <a:solidFill>
                            <a:srgbClr val="272B35"/>
                          </a:solidFill>
                          <a:latin typeface="Encode Sans ExpandedLight"/>
                        </a:rPr>
                        <a:t>Intranet, plant stories, ambassadors</a:t>
                      </a:r>
                    </a:p>
                  </a:txBody>
                  <a:tcPr marL="73152" marR="73152" anchor="ctr">
                    <a:solidFill>
                      <a:srgbClr val="FFFFFF"/>
                    </a:solidFill>
                  </a:tcPr>
                </a:tc>
              </a:tr>
              <a:tr h="566928">
                <a:tc>
                  <a:txBody>
                    <a:bodyPr/>
                    <a:lstStyle/>
                    <a:p>
                      <a:r>
                        <a:rPr sz="1050" b="1" i="0">
                          <a:solidFill>
                            <a:srgbClr val="243782"/>
                          </a:solidFill>
                          <a:latin typeface="Encode Sans Expanded"/>
                        </a:rPr>
                        <a:t>Regulators, NGOs</a:t>
                      </a:r>
                    </a:p>
                  </a:txBody>
                  <a:tcPr marL="73152" marR="73152" anchor="ctr">
                    <a:solidFill>
                      <a:srgbClr val="EEF0FA"/>
                    </a:solidFill>
                  </a:tcPr>
                </a:tc>
                <a:tc>
                  <a:txBody>
                    <a:bodyPr/>
                    <a:lstStyle/>
                    <a:p>
                      <a:r>
                        <a:rPr sz="1050" b="0" i="0">
                          <a:solidFill>
                            <a:srgbClr val="272B35"/>
                          </a:solidFill>
                          <a:latin typeface="Encode Sans ExpandedLight"/>
                        </a:rPr>
                        <a:t>Transparency &amp; Accountability</a:t>
                      </a:r>
                    </a:p>
                  </a:txBody>
                  <a:tcPr marL="73152" marR="73152" anchor="ctr">
                    <a:solidFill>
                      <a:srgbClr val="EEF0FA"/>
                    </a:solidFill>
                  </a:tcPr>
                </a:tc>
                <a:tc>
                  <a:txBody>
                    <a:bodyPr/>
                    <a:lstStyle/>
                    <a:p>
                      <a:r>
                        <a:rPr sz="1050" b="0" i="0">
                          <a:solidFill>
                            <a:srgbClr val="272B35"/>
                          </a:solidFill>
                          <a:latin typeface="Encode Sans ExpandedLight"/>
                        </a:rPr>
                        <a:t>Environmental Transformation</a:t>
                      </a:r>
                    </a:p>
                  </a:txBody>
                  <a:tcPr marL="73152" marR="73152" anchor="ctr">
                    <a:solidFill>
                      <a:srgbClr val="EEF0FA"/>
                    </a:solidFill>
                  </a:tcPr>
                </a:tc>
                <a:tc>
                  <a:txBody>
                    <a:bodyPr/>
                    <a:lstStyle/>
                    <a:p>
                      <a:r>
                        <a:rPr sz="1050" b="0" i="0">
                          <a:solidFill>
                            <a:srgbClr val="272B35"/>
                          </a:solidFill>
                          <a:latin typeface="Encode Sans ExpandedLight"/>
                        </a:rPr>
                        <a:t>EmpCo-ready plan, critical minerals page</a:t>
                      </a:r>
                    </a:p>
                  </a:txBody>
                  <a:tcPr marL="73152" marR="73152" anchor="ctr">
                    <a:solidFill>
                      <a:srgbClr val="EEF0FA"/>
                    </a:solidFill>
                  </a:tcPr>
                </a:tc>
                <a:tc>
                  <a:txBody>
                    <a:bodyPr/>
                    <a:lstStyle/>
                    <a:p>
                      <a:r>
                        <a:rPr sz="1050" b="0" i="0">
                          <a:solidFill>
                            <a:srgbClr val="272B35"/>
                          </a:solidFill>
                          <a:latin typeface="Encode Sans ExpandedLight"/>
                        </a:rPr>
                        <a:t>Corporate hub, public answers</a:t>
                      </a:r>
                    </a:p>
                  </a:txBody>
                  <a:tcPr marL="73152" marR="73152" anchor="ctr">
                    <a:solidFill>
                      <a:srgbClr val="EEF0FA"/>
                    </a:solidFill>
                  </a:tcPr>
                </a:tc>
              </a:tr>
              <a:tr h="566928">
                <a:tc>
                  <a:txBody>
                    <a:bodyPr/>
                    <a:lstStyle/>
                    <a:p>
                      <a:r>
                        <a:rPr sz="1050" b="1" i="0">
                          <a:solidFill>
                            <a:srgbClr val="243782"/>
                          </a:solidFill>
                          <a:latin typeface="Encode Sans Expanded"/>
                        </a:rPr>
                        <a:t>Markets</a:t>
                      </a:r>
                    </a:p>
                  </a:txBody>
                  <a:tcPr marL="73152" marR="73152" anchor="ctr">
                    <a:solidFill>
                      <a:srgbClr val="FFFFFF"/>
                    </a:solidFill>
                  </a:tcPr>
                </a:tc>
                <a:tc>
                  <a:txBody>
                    <a:bodyPr/>
                    <a:lstStyle/>
                    <a:p>
                      <a:r>
                        <a:rPr sz="1050" b="0" i="0">
                          <a:solidFill>
                            <a:srgbClr val="272B35"/>
                          </a:solidFill>
                          <a:latin typeface="Encode Sans ExpandedLight"/>
                        </a:rPr>
                        <a:t>Varies by market</a:t>
                      </a:r>
                    </a:p>
                  </a:txBody>
                  <a:tcPr marL="73152" marR="73152" anchor="ctr">
                    <a:solidFill>
                      <a:srgbClr val="FFFFFF"/>
                    </a:solidFill>
                  </a:tcPr>
                </a:tc>
                <a:tc>
                  <a:txBody>
                    <a:bodyPr/>
                    <a:lstStyle/>
                    <a:p>
                      <a:r>
                        <a:rPr sz="1050" b="0" i="0">
                          <a:solidFill>
                            <a:srgbClr val="272B35"/>
                          </a:solidFill>
                          <a:latin typeface="Encode Sans ExpandedLight"/>
                        </a:rPr>
                        <a:t/>
                      </a:r>
                    </a:p>
                  </a:txBody>
                  <a:tcPr marL="73152" marR="73152" anchor="ctr">
                    <a:solidFill>
                      <a:srgbClr val="FFFFFF"/>
                    </a:solidFill>
                  </a:tcPr>
                </a:tc>
                <a:tc>
                  <a:txBody>
                    <a:bodyPr/>
                    <a:lstStyle/>
                    <a:p>
                      <a:r>
                        <a:rPr sz="1050" b="0" i="0">
                          <a:solidFill>
                            <a:srgbClr val="272B35"/>
                          </a:solidFill>
                          <a:latin typeface="Encode Sans ExpandedLight"/>
                        </a:rPr>
                        <a:t>France social leasing; Italy Pomigliano; US quality and UAW; Brazil Bio-Hybrid</a:t>
                      </a:r>
                    </a:p>
                  </a:txBody>
                  <a:tcPr marL="73152" marR="73152" anchor="ctr">
                    <a:solidFill>
                      <a:srgbClr val="FFFFFF"/>
                    </a:solidFill>
                  </a:tcPr>
                </a:tc>
                <a:tc>
                  <a:txBody>
                    <a:bodyPr/>
                    <a:lstStyle/>
                    <a:p>
                      <a:r>
                        <a:rPr sz="1050" b="0" i="0">
                          <a:solidFill>
                            <a:srgbClr val="272B35"/>
                          </a:solidFill>
                          <a:latin typeface="Encode Sans ExpandedLight"/>
                        </a:rPr>
                        <a:t>Local versions of the same index</a:t>
                      </a:r>
                    </a:p>
                  </a:txBody>
                  <a:tcPr marL="73152" marR="73152" anchor="ctr">
                    <a:solidFill>
                      <a:srgbClr val="FFFFFF"/>
                    </a:solidFill>
                  </a:tcPr>
                </a:tc>
              </a:tr>
            </a:tbl>
          </a:graphicData>
        </a:graphic>
      </p:graphicFrame>
      <p:sp>
        <p:nvSpPr>
          <p:cNvPr id="8" name="HR role"/>
          <p:cNvSpPr/>
          <p:nvPr/>
        </p:nvSpPr>
        <p:spPr>
          <a:xfrm>
            <a:off x="612648" y="5486400"/>
            <a:ext cx="10972800" cy="685800"/>
          </a:xfrm>
          <a:prstGeom prst="roundRect">
            <a:avLst>
              <a:gd name="adj" fmla="val 5000"/>
            </a:avLst>
          </a:prstGeom>
          <a:solidFill>
            <a:srgbClr val="FCE6D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HR role text"/>
          <p:cNvSpPr txBox="1"/>
          <p:nvPr/>
        </p:nvSpPr>
        <p:spPr>
          <a:xfrm>
            <a:off x="822960" y="5559552"/>
            <a:ext cx="10607040" cy="548640"/>
          </a:xfrm>
          <a:prstGeom prst="rect">
            <a:avLst/>
          </a:prstGeom>
          <a:noFill/>
        </p:spPr>
        <p:txBody>
          <a:bodyPr wrap="square" lIns="0" rIns="0" tIns="0" bIns="0" anchor="ctr">
            <a:spAutoFit/>
          </a:bodyPr>
          <a:lstStyle/>
          <a:p>
            <a:pPr algn="l">
              <a:spcAft>
                <a:spcPts val="0"/>
              </a:spcAft>
            </a:pPr>
            <a:r>
              <a:rPr sz="1200" b="1" i="0">
                <a:solidFill>
                  <a:srgbClr val="E94E24"/>
                </a:solidFill>
                <a:latin typeface="Encode Sans Expanded"/>
              </a:rPr>
              <a:t>HR Communication leads, not supports: </a:t>
            </a:r>
            <a:r>
              <a:rPr sz="1200" b="0" i="0">
                <a:solidFill>
                  <a:srgbClr val="272B35"/>
                </a:solidFill>
                <a:latin typeface="Encode Sans ExpandedLight"/>
              </a:rPr>
              <a:t>reskilling becomes a public counter, Motor Citizens gives the faces, Shares to Win lets the people who build the affordable car co-own it.</a:t>
            </a:r>
          </a:p>
        </p:txBody>
      </p:sp>
    </p:spTree>
  </p:cSld>
  <p:clrMapOvr>
    <a:masterClrMapping/>
  </p:clrMapOvr>
</p:sld>
</file>

<file path=ppt/theme/theme1.xml><?xml version="1.0" encoding="utf-8"?>
<a:theme xmlns:a="http://schemas.openxmlformats.org/drawingml/2006/main" name="1_Stellantis - Chapter blue">
  <a:themeElements>
    <a:clrScheme name="Stellantis">
      <a:dk1>
        <a:srgbClr val="272B35"/>
      </a:dk1>
      <a:lt1>
        <a:sysClr val="window" lastClr="FFFFFF"/>
      </a:lt1>
      <a:dk2>
        <a:srgbClr val="243782"/>
      </a:dk2>
      <a:lt2>
        <a:srgbClr val="EEECE1"/>
      </a:lt2>
      <a:accent1>
        <a:srgbClr val="243782"/>
      </a:accent1>
      <a:accent2>
        <a:srgbClr val="E94E24"/>
      </a:accent2>
      <a:accent3>
        <a:srgbClr val="00ADA0"/>
      </a:accent3>
      <a:accent4>
        <a:srgbClr val="F7A600"/>
      </a:accent4>
      <a:accent5>
        <a:srgbClr val="272B35"/>
      </a:accent5>
      <a:accent6>
        <a:srgbClr val="00DDCD"/>
      </a:accent6>
      <a:hlink>
        <a:srgbClr val="243782"/>
      </a:hlink>
      <a:folHlink>
        <a:srgbClr val="272B35"/>
      </a:folHlink>
    </a:clrScheme>
    <a:fontScheme name="Stellantis PowerPoint">
      <a:majorFont>
        <a:latin typeface="Encode Sans ExpandedSemiBold"/>
        <a:ea typeface=""/>
        <a:cs typeface=""/>
      </a:majorFont>
      <a:minorFont>
        <a:latin typeface="Encode Sans Expanded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tellantis MAJ Template PowerPoint 16-9 v6.potx" id="{6D4861F8-6CFD-4766-879B-EB53A8634C9E}" vid="{29660903-2CB7-4750-896F-355319F97F9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1ada0a2f-b917-4d51-b0d0-d418a10c8b23}" enabled="1" method="Standard" siteId="{12a3af23-a769-4654-847f-958f3d479f4a}" contentBits="0" removed="0"/>
</clbl:labelList>
</file>

<file path=docProps/app.xml><?xml version="1.0" encoding="utf-8"?>
<Properties xmlns="http://schemas.openxmlformats.org/officeDocument/2006/extended-properties" xmlns:vt="http://schemas.openxmlformats.org/officeDocument/2006/docPropsVTypes">
  <TotalTime>3</TotalTime>
  <Words>88</Words>
  <Application>Microsoft Macintosh PowerPoint</Application>
  <PresentationFormat>Widescreen</PresentationFormat>
  <Paragraphs>56</Paragraphs>
  <Slides>6</Slides>
  <Notes>2</Notes>
  <HiddenSlides>0</HiddenSlides>
  <MMClips>0</MMClips>
  <ScaleCrop>false</ScaleCrop>
  <HeadingPairs>
    <vt:vector size="6" baseType="variant">
      <vt:variant>
        <vt:lpstr>Fonts Used</vt:lpstr>
      </vt:variant>
      <vt:variant>
        <vt:i4>12</vt:i4>
      </vt:variant>
      <vt:variant>
        <vt:lpstr>Theme</vt:lpstr>
      </vt:variant>
      <vt:variant>
        <vt:i4>1</vt:i4>
      </vt:variant>
      <vt:variant>
        <vt:lpstr>Slide Titles</vt:lpstr>
      </vt:variant>
      <vt:variant>
        <vt:i4>6</vt:i4>
      </vt:variant>
    </vt:vector>
  </HeadingPairs>
  <TitlesOfParts>
    <vt:vector size="19" baseType="lpstr">
      <vt:lpstr>Aptos</vt:lpstr>
      <vt:lpstr>Arial</vt:lpstr>
      <vt:lpstr>Calibri</vt:lpstr>
      <vt:lpstr>Encode Sans</vt:lpstr>
      <vt:lpstr>Encode Sans Expanded</vt:lpstr>
      <vt:lpstr>Encode Sans Expanded Expanded</vt:lpstr>
      <vt:lpstr>Encode Sans Expanded Expanded L</vt:lpstr>
      <vt:lpstr>Encode Sans Expanded Expanded S</vt:lpstr>
      <vt:lpstr>Encode Sans Expanded Light</vt:lpstr>
      <vt:lpstr>Encode Sans ExpandedLight</vt:lpstr>
      <vt:lpstr>Encode Sans ExpandedSemiBold</vt:lpstr>
      <vt:lpstr>Work Sans SemiBold</vt:lpstr>
      <vt:lpstr>1_Stellantis - Chapter blue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Belluardo,Gabriele,ES-Esplugues Llobregat</dc:creator>
  <cp:lastModifiedBy>Belluardo,Gabriele,ES-Esplugues Llobregat</cp:lastModifiedBy>
  <cp:revision>1</cp:revision>
  <dcterms:created xsi:type="dcterms:W3CDTF">2026-10-14T10:14:03Z</dcterms:created>
  <dcterms:modified xsi:type="dcterms:W3CDTF">2026-10-14T10:17:26Z</dcterms:modified>
</cp:coreProperties>
</file>