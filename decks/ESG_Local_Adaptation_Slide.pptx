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111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6"/>
  </p:normalViewPr>
  <p:slideViewPr>
    <p:cSldViewPr snapToGrid="0">
      <p:cViewPr varScale="1">
        <p:scale>
          <a:sx n="102" d="100"/>
          <a:sy n="102" d="100"/>
        </p:scale>
        <p:origin x="192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FFDD16-F13B-A44B-8DF9-99A422E2EC0F}" type="datetimeFigureOut">
              <a:rPr lang="en-GB" smtClean="0"/>
              <a:t>14/10/2026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3043EA-61BB-5748-A937-A87EBBDAB1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7969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narrative, three regional entry points. Europe: proof under CSRD and EmpCo. Americas: plants, jobs, efficiency and choice rather than the word ESG; South America leads with flex-fuel and Bio-Hybrid. Asia: access, local production, skills and partnerships such as Leapmotor. Two candidate narrative paths for the group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2A69F4A-E475-F0B7-1FFB-258074F920B5}"/>
              </a:ext>
            </a:extLst>
          </p:cNvPr>
          <p:cNvSpPr/>
          <p:nvPr userDrawn="1"/>
        </p:nvSpPr>
        <p:spPr>
          <a:xfrm>
            <a:off x="-4172" y="-3176"/>
            <a:ext cx="12196171" cy="6861175"/>
          </a:xfrm>
          <a:prstGeom prst="rect">
            <a:avLst/>
          </a:prstGeom>
          <a:gradFill>
            <a:gsLst>
              <a:gs pos="20000">
                <a:srgbClr val="011845">
                  <a:alpha val="80000"/>
                </a:srgbClr>
              </a:gs>
              <a:gs pos="0">
                <a:srgbClr val="011845"/>
              </a:gs>
              <a:gs pos="100000">
                <a:schemeClr val="accent1">
                  <a:alpha val="0"/>
                </a:schemeClr>
              </a:gs>
            </a:gsLst>
            <a:lin ang="15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buClrTx/>
              <a:defRPr/>
            </a:pPr>
            <a:endParaRPr lang="fr-FR" sz="1800" kern="1200">
              <a:solidFill>
                <a:prstClr val="white"/>
              </a:solidFill>
              <a:latin typeface="Encode Sans ExpandedLight"/>
            </a:endParaRPr>
          </a:p>
        </p:txBody>
      </p:sp>
      <p:sp>
        <p:nvSpPr>
          <p:cNvPr id="4" name="Parallelogram 22">
            <a:extLst>
              <a:ext uri="{FF2B5EF4-FFF2-40B4-BE49-F238E27FC236}">
                <a16:creationId xmlns:a16="http://schemas.microsoft.com/office/drawing/2014/main" id="{2DFE77F4-468B-D729-08D3-5500FA4A0C9F}"/>
              </a:ext>
            </a:extLst>
          </p:cNvPr>
          <p:cNvSpPr/>
          <p:nvPr userDrawn="1"/>
        </p:nvSpPr>
        <p:spPr>
          <a:xfrm>
            <a:off x="-4171" y="-3176"/>
            <a:ext cx="5967314" cy="6867365"/>
          </a:xfrm>
          <a:custGeom>
            <a:avLst/>
            <a:gdLst>
              <a:gd name="connsiteX0" fmla="*/ 0 w 8345097"/>
              <a:gd name="connsiteY0" fmla="*/ 7086360 h 7086360"/>
              <a:gd name="connsiteX1" fmla="*/ 4731137 w 8345097"/>
              <a:gd name="connsiteY1" fmla="*/ 0 h 7086360"/>
              <a:gd name="connsiteX2" fmla="*/ 8345097 w 8345097"/>
              <a:gd name="connsiteY2" fmla="*/ 0 h 7086360"/>
              <a:gd name="connsiteX3" fmla="*/ 3613960 w 8345097"/>
              <a:gd name="connsiteY3" fmla="*/ 7086360 h 7086360"/>
              <a:gd name="connsiteX4" fmla="*/ 0 w 8345097"/>
              <a:gd name="connsiteY4" fmla="*/ 7086360 h 7086360"/>
              <a:gd name="connsiteX0" fmla="*/ 0 w 8345097"/>
              <a:gd name="connsiteY0" fmla="*/ 7097935 h 7097935"/>
              <a:gd name="connsiteX1" fmla="*/ 2381476 w 8345097"/>
              <a:gd name="connsiteY1" fmla="*/ 0 h 7097935"/>
              <a:gd name="connsiteX2" fmla="*/ 8345097 w 8345097"/>
              <a:gd name="connsiteY2" fmla="*/ 11575 h 7097935"/>
              <a:gd name="connsiteX3" fmla="*/ 3613960 w 8345097"/>
              <a:gd name="connsiteY3" fmla="*/ 7097935 h 7097935"/>
              <a:gd name="connsiteX4" fmla="*/ 0 w 8345097"/>
              <a:gd name="connsiteY4" fmla="*/ 7097935 h 7097935"/>
              <a:gd name="connsiteX0" fmla="*/ 0 w 8345097"/>
              <a:gd name="connsiteY0" fmla="*/ 7097935 h 7097935"/>
              <a:gd name="connsiteX1" fmla="*/ 2381476 w 8345097"/>
              <a:gd name="connsiteY1" fmla="*/ 0 h 7097935"/>
              <a:gd name="connsiteX2" fmla="*/ 8345097 w 8345097"/>
              <a:gd name="connsiteY2" fmla="*/ 11575 h 7097935"/>
              <a:gd name="connsiteX3" fmla="*/ 3752856 w 8345097"/>
              <a:gd name="connsiteY3" fmla="*/ 6889590 h 7097935"/>
              <a:gd name="connsiteX4" fmla="*/ 0 w 8345097"/>
              <a:gd name="connsiteY4" fmla="*/ 7097935 h 7097935"/>
              <a:gd name="connsiteX0" fmla="*/ 49207 w 5963621"/>
              <a:gd name="connsiteY0" fmla="*/ 6415028 h 6889590"/>
              <a:gd name="connsiteX1" fmla="*/ 0 w 5963621"/>
              <a:gd name="connsiteY1" fmla="*/ 0 h 6889590"/>
              <a:gd name="connsiteX2" fmla="*/ 5963621 w 5963621"/>
              <a:gd name="connsiteY2" fmla="*/ 11575 h 6889590"/>
              <a:gd name="connsiteX3" fmla="*/ 1371380 w 5963621"/>
              <a:gd name="connsiteY3" fmla="*/ 6889590 h 6889590"/>
              <a:gd name="connsiteX4" fmla="*/ 49207 w 5963621"/>
              <a:gd name="connsiteY4" fmla="*/ 6415028 h 6889590"/>
              <a:gd name="connsiteX0" fmla="*/ 2909 w 5963621"/>
              <a:gd name="connsiteY0" fmla="*/ 6866441 h 6889590"/>
              <a:gd name="connsiteX1" fmla="*/ 0 w 5963621"/>
              <a:gd name="connsiteY1" fmla="*/ 0 h 6889590"/>
              <a:gd name="connsiteX2" fmla="*/ 5963621 w 5963621"/>
              <a:gd name="connsiteY2" fmla="*/ 11575 h 6889590"/>
              <a:gd name="connsiteX3" fmla="*/ 1371380 w 5963621"/>
              <a:gd name="connsiteY3" fmla="*/ 6889590 h 6889590"/>
              <a:gd name="connsiteX4" fmla="*/ 2909 w 5963621"/>
              <a:gd name="connsiteY4" fmla="*/ 6866441 h 6889590"/>
              <a:gd name="connsiteX0" fmla="*/ 3 w 5960715"/>
              <a:gd name="connsiteY0" fmla="*/ 6854866 h 6878015"/>
              <a:gd name="connsiteX1" fmla="*/ 330469 w 5960715"/>
              <a:gd name="connsiteY1" fmla="*/ 321800 h 6878015"/>
              <a:gd name="connsiteX2" fmla="*/ 5960715 w 5960715"/>
              <a:gd name="connsiteY2" fmla="*/ 0 h 6878015"/>
              <a:gd name="connsiteX3" fmla="*/ 1368474 w 5960715"/>
              <a:gd name="connsiteY3" fmla="*/ 6878015 h 6878015"/>
              <a:gd name="connsiteX4" fmla="*/ 3 w 5960715"/>
              <a:gd name="connsiteY4" fmla="*/ 6854866 h 6878015"/>
              <a:gd name="connsiteX0" fmla="*/ 2909 w 5963621"/>
              <a:gd name="connsiteY0" fmla="*/ 6856916 h 6880065"/>
              <a:gd name="connsiteX1" fmla="*/ 0 w 5963621"/>
              <a:gd name="connsiteY1" fmla="*/ 0 h 6880065"/>
              <a:gd name="connsiteX2" fmla="*/ 5963621 w 5963621"/>
              <a:gd name="connsiteY2" fmla="*/ 2050 h 6880065"/>
              <a:gd name="connsiteX3" fmla="*/ 1371380 w 5963621"/>
              <a:gd name="connsiteY3" fmla="*/ 6880065 h 6880065"/>
              <a:gd name="connsiteX4" fmla="*/ 2909 w 5963621"/>
              <a:gd name="connsiteY4" fmla="*/ 6856916 h 6880065"/>
              <a:gd name="connsiteX0" fmla="*/ 215634 w 5963621"/>
              <a:gd name="connsiteY0" fmla="*/ 6682291 h 6880065"/>
              <a:gd name="connsiteX1" fmla="*/ 0 w 5963621"/>
              <a:gd name="connsiteY1" fmla="*/ 0 h 6880065"/>
              <a:gd name="connsiteX2" fmla="*/ 5963621 w 5963621"/>
              <a:gd name="connsiteY2" fmla="*/ 2050 h 6880065"/>
              <a:gd name="connsiteX3" fmla="*/ 1371380 w 5963621"/>
              <a:gd name="connsiteY3" fmla="*/ 6880065 h 6880065"/>
              <a:gd name="connsiteX4" fmla="*/ 215634 w 5963621"/>
              <a:gd name="connsiteY4" fmla="*/ 6682291 h 6880065"/>
              <a:gd name="connsiteX0" fmla="*/ 94984 w 5963621"/>
              <a:gd name="connsiteY0" fmla="*/ 6758491 h 6880065"/>
              <a:gd name="connsiteX1" fmla="*/ 0 w 5963621"/>
              <a:gd name="connsiteY1" fmla="*/ 0 h 6880065"/>
              <a:gd name="connsiteX2" fmla="*/ 5963621 w 5963621"/>
              <a:gd name="connsiteY2" fmla="*/ 2050 h 6880065"/>
              <a:gd name="connsiteX3" fmla="*/ 1371380 w 5963621"/>
              <a:gd name="connsiteY3" fmla="*/ 6880065 h 6880065"/>
              <a:gd name="connsiteX4" fmla="*/ 94984 w 5963621"/>
              <a:gd name="connsiteY4" fmla="*/ 6758491 h 6880065"/>
              <a:gd name="connsiteX0" fmla="*/ 252 w 5964139"/>
              <a:gd name="connsiteY0" fmla="*/ 6856916 h 6880065"/>
              <a:gd name="connsiteX1" fmla="*/ 518 w 5964139"/>
              <a:gd name="connsiteY1" fmla="*/ 0 h 6880065"/>
              <a:gd name="connsiteX2" fmla="*/ 5964139 w 5964139"/>
              <a:gd name="connsiteY2" fmla="*/ 2050 h 6880065"/>
              <a:gd name="connsiteX3" fmla="*/ 1371898 w 5964139"/>
              <a:gd name="connsiteY3" fmla="*/ 6880065 h 6880065"/>
              <a:gd name="connsiteX4" fmla="*/ 252 w 5964139"/>
              <a:gd name="connsiteY4" fmla="*/ 6856916 h 6880065"/>
              <a:gd name="connsiteX0" fmla="*/ 252 w 5964139"/>
              <a:gd name="connsiteY0" fmla="*/ 6856916 h 6864190"/>
              <a:gd name="connsiteX1" fmla="*/ 518 w 5964139"/>
              <a:gd name="connsiteY1" fmla="*/ 0 h 6864190"/>
              <a:gd name="connsiteX2" fmla="*/ 5964139 w 5964139"/>
              <a:gd name="connsiteY2" fmla="*/ 2050 h 6864190"/>
              <a:gd name="connsiteX3" fmla="*/ 1381423 w 5964139"/>
              <a:gd name="connsiteY3" fmla="*/ 6864190 h 6864190"/>
              <a:gd name="connsiteX4" fmla="*/ 252 w 5964139"/>
              <a:gd name="connsiteY4" fmla="*/ 6856916 h 6864190"/>
              <a:gd name="connsiteX0" fmla="*/ 117 w 5967179"/>
              <a:gd name="connsiteY0" fmla="*/ 6856916 h 6864190"/>
              <a:gd name="connsiteX1" fmla="*/ 3558 w 5967179"/>
              <a:gd name="connsiteY1" fmla="*/ 0 h 6864190"/>
              <a:gd name="connsiteX2" fmla="*/ 5967179 w 5967179"/>
              <a:gd name="connsiteY2" fmla="*/ 2050 h 6864190"/>
              <a:gd name="connsiteX3" fmla="*/ 1384463 w 5967179"/>
              <a:gd name="connsiteY3" fmla="*/ 6864190 h 6864190"/>
              <a:gd name="connsiteX4" fmla="*/ 117 w 5967179"/>
              <a:gd name="connsiteY4" fmla="*/ 6856916 h 6864190"/>
              <a:gd name="connsiteX0" fmla="*/ 117 w 5967179"/>
              <a:gd name="connsiteY0" fmla="*/ 6863266 h 6864190"/>
              <a:gd name="connsiteX1" fmla="*/ 3558 w 5967179"/>
              <a:gd name="connsiteY1" fmla="*/ 0 h 6864190"/>
              <a:gd name="connsiteX2" fmla="*/ 5967179 w 5967179"/>
              <a:gd name="connsiteY2" fmla="*/ 2050 h 6864190"/>
              <a:gd name="connsiteX3" fmla="*/ 1384463 w 5967179"/>
              <a:gd name="connsiteY3" fmla="*/ 6864190 h 6864190"/>
              <a:gd name="connsiteX4" fmla="*/ 117 w 5967179"/>
              <a:gd name="connsiteY4" fmla="*/ 6863266 h 6864190"/>
              <a:gd name="connsiteX0" fmla="*/ 252 w 5967314"/>
              <a:gd name="connsiteY0" fmla="*/ 6866441 h 6867365"/>
              <a:gd name="connsiteX1" fmla="*/ 518 w 5967314"/>
              <a:gd name="connsiteY1" fmla="*/ 0 h 6867365"/>
              <a:gd name="connsiteX2" fmla="*/ 5967314 w 5967314"/>
              <a:gd name="connsiteY2" fmla="*/ 5225 h 6867365"/>
              <a:gd name="connsiteX3" fmla="*/ 1384598 w 5967314"/>
              <a:gd name="connsiteY3" fmla="*/ 6867365 h 6867365"/>
              <a:gd name="connsiteX4" fmla="*/ 252 w 5967314"/>
              <a:gd name="connsiteY4" fmla="*/ 6866441 h 6867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67314" h="6867365">
                <a:moveTo>
                  <a:pt x="252" y="6866441"/>
                </a:moveTo>
                <a:cubicBezTo>
                  <a:pt x="-718" y="4577627"/>
                  <a:pt x="1488" y="2288814"/>
                  <a:pt x="518" y="0"/>
                </a:cubicBezTo>
                <a:lnTo>
                  <a:pt x="5967314" y="5225"/>
                </a:lnTo>
                <a:lnTo>
                  <a:pt x="1384598" y="6867365"/>
                </a:lnTo>
                <a:lnTo>
                  <a:pt x="252" y="68664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914377">
              <a:defRPr/>
            </a:pPr>
            <a:endParaRPr lang="ru-RU" sz="2489" kern="1200"/>
          </a:p>
        </p:txBody>
      </p:sp>
      <p:pic>
        <p:nvPicPr>
          <p:cNvPr id="10" name="Image 1">
            <a:extLst>
              <a:ext uri="{FF2B5EF4-FFF2-40B4-BE49-F238E27FC236}">
                <a16:creationId xmlns:a16="http://schemas.microsoft.com/office/drawing/2014/main" id="{2AB36124-2255-AEF0-B398-493EE7C60D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35" y="619184"/>
            <a:ext cx="3882500" cy="101967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1889" y="2090899"/>
            <a:ext cx="10440000" cy="1548000"/>
          </a:xfrm>
        </p:spPr>
        <p:txBody>
          <a:bodyPr anchor="b"/>
          <a:lstStyle>
            <a:lvl1pPr>
              <a:defRPr sz="5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1889" y="3709352"/>
            <a:ext cx="10440000" cy="792000"/>
          </a:xfrm>
        </p:spPr>
        <p:txBody>
          <a:bodyPr/>
          <a:lstStyle>
            <a:lvl1pPr>
              <a:defRPr sz="2900" b="0">
                <a:solidFill>
                  <a:schemeClr val="bg1"/>
                </a:solidFill>
                <a:latin typeface="+mn-lt"/>
              </a:defRPr>
            </a:lvl1pPr>
            <a:lvl2pPr>
              <a:defRPr sz="2500">
                <a:latin typeface="Encode Sans ExpandedLight" pitchFamily="2" charset="0"/>
              </a:defRPr>
            </a:lvl2pPr>
            <a:lvl3pPr>
              <a:defRPr sz="2500">
                <a:latin typeface="Encode Sans ExpandedLight" pitchFamily="2" charset="0"/>
              </a:defRPr>
            </a:lvl3pPr>
            <a:lvl4pPr>
              <a:defRPr sz="2500">
                <a:latin typeface="Encode Sans ExpandedLight" pitchFamily="2" charset="0"/>
              </a:defRPr>
            </a:lvl4pPr>
            <a:lvl5pPr>
              <a:defRPr sz="2500">
                <a:latin typeface="Encode Sans ExpandedLight" pitchFamily="2" charset="0"/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36800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56" y="1440919"/>
            <a:ext cx="5472000" cy="183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3" name="Espace réservé du texte 10">
            <a:extLst>
              <a:ext uri="{FF2B5EF4-FFF2-40B4-BE49-F238E27FC236}">
                <a16:creationId xmlns:a16="http://schemas.microsoft.com/office/drawing/2014/main" id="{C616F341-424E-4ECC-B11D-0008CB10FA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2805" y="1440919"/>
            <a:ext cx="5472000" cy="183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Espace réservé pour une image  33">
            <a:extLst>
              <a:ext uri="{FF2B5EF4-FFF2-40B4-BE49-F238E27FC236}">
                <a16:creationId xmlns:a16="http://schemas.microsoft.com/office/drawing/2014/main" id="{4DCA1355-34B5-49FC-BA6B-273A843D5348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42938" y="3425825"/>
            <a:ext cx="10906128" cy="2916609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3BBE2E00-CF31-C8D9-48EA-8017A8D9990D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-1" y="449848"/>
            <a:ext cx="9795419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9609373 w 9683261"/>
              <a:gd name="connsiteY23" fmla="*/ 50961 h 335964"/>
              <a:gd name="connsiteX24" fmla="*/ 0 w 9683261"/>
              <a:gd name="connsiteY24" fmla="*/ 0 h 335964"/>
              <a:gd name="connsiteX25" fmla="*/ 739665 w 9683261"/>
              <a:gd name="connsiteY25" fmla="*/ 0 h 335964"/>
              <a:gd name="connsiteX26" fmla="*/ 9540864 w 9683261"/>
              <a:gd name="connsiteY26" fmla="*/ 0 h 335964"/>
              <a:gd name="connsiteX27" fmla="*/ 9568541 w 9683261"/>
              <a:gd name="connsiteY27" fmla="*/ 27997 h 335964"/>
              <a:gd name="connsiteX28" fmla="*/ 9540864 w 9683261"/>
              <a:gd name="connsiteY28" fmla="*/ 55995 h 335964"/>
              <a:gd name="connsiteX29" fmla="*/ 9522411 w 9683261"/>
              <a:gd name="connsiteY29" fmla="*/ 74659 h 335964"/>
              <a:gd name="connsiteX30" fmla="*/ 9540864 w 9683261"/>
              <a:gd name="connsiteY30" fmla="*/ 97990 h 335964"/>
              <a:gd name="connsiteX31" fmla="*/ 9568541 w 9683261"/>
              <a:gd name="connsiteY31" fmla="*/ 121320 h 335964"/>
              <a:gd name="connsiteX32" fmla="*/ 9545478 w 9683261"/>
              <a:gd name="connsiteY32" fmla="*/ 149317 h 335964"/>
              <a:gd name="connsiteX33" fmla="*/ 9540864 w 9683261"/>
              <a:gd name="connsiteY33" fmla="*/ 149317 h 335964"/>
              <a:gd name="connsiteX34" fmla="*/ 9522411 w 9683261"/>
              <a:gd name="connsiteY34" fmla="*/ 167982 h 335964"/>
              <a:gd name="connsiteX35" fmla="*/ 9540864 w 9683261"/>
              <a:gd name="connsiteY35" fmla="*/ 191313 h 335964"/>
              <a:gd name="connsiteX36" fmla="*/ 9568541 w 9683261"/>
              <a:gd name="connsiteY36" fmla="*/ 214644 h 335964"/>
              <a:gd name="connsiteX37" fmla="*/ 9540864 w 9683261"/>
              <a:gd name="connsiteY37" fmla="*/ 242641 h 335964"/>
              <a:gd name="connsiteX38" fmla="*/ 9522411 w 9683261"/>
              <a:gd name="connsiteY38" fmla="*/ 265971 h 335964"/>
              <a:gd name="connsiteX39" fmla="*/ 9540864 w 9683261"/>
              <a:gd name="connsiteY39" fmla="*/ 284636 h 335964"/>
              <a:gd name="connsiteX40" fmla="*/ 9568541 w 9683261"/>
              <a:gd name="connsiteY40" fmla="*/ 312633 h 335964"/>
              <a:gd name="connsiteX41" fmla="*/ 9540864 w 9683261"/>
              <a:gd name="connsiteY41" fmla="*/ 335964 h 335964"/>
              <a:gd name="connsiteX42" fmla="*/ 845227 w 9683261"/>
              <a:gd name="connsiteY42" fmla="*/ 335964 h 335964"/>
              <a:gd name="connsiteX43" fmla="*/ 0 w 9683261"/>
              <a:gd name="connsiteY43" fmla="*/ 335964 h 335964"/>
              <a:gd name="connsiteX44" fmla="*/ 0 w 9683261"/>
              <a:gd name="connsiteY44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586041 w 9683261"/>
              <a:gd name="connsiteY20" fmla="*/ 7450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0 w 9683261"/>
              <a:gd name="connsiteY23" fmla="*/ 0 h 335964"/>
              <a:gd name="connsiteX24" fmla="*/ 739665 w 9683261"/>
              <a:gd name="connsiteY24" fmla="*/ 0 h 335964"/>
              <a:gd name="connsiteX25" fmla="*/ 9540864 w 9683261"/>
              <a:gd name="connsiteY25" fmla="*/ 0 h 335964"/>
              <a:gd name="connsiteX26" fmla="*/ 9568541 w 9683261"/>
              <a:gd name="connsiteY26" fmla="*/ 27997 h 335964"/>
              <a:gd name="connsiteX27" fmla="*/ 9540864 w 9683261"/>
              <a:gd name="connsiteY27" fmla="*/ 55995 h 335964"/>
              <a:gd name="connsiteX28" fmla="*/ 9522411 w 9683261"/>
              <a:gd name="connsiteY28" fmla="*/ 74659 h 335964"/>
              <a:gd name="connsiteX29" fmla="*/ 9540864 w 9683261"/>
              <a:gd name="connsiteY29" fmla="*/ 97990 h 335964"/>
              <a:gd name="connsiteX30" fmla="*/ 9568541 w 9683261"/>
              <a:gd name="connsiteY30" fmla="*/ 121320 h 335964"/>
              <a:gd name="connsiteX31" fmla="*/ 9545478 w 9683261"/>
              <a:gd name="connsiteY31" fmla="*/ 149317 h 335964"/>
              <a:gd name="connsiteX32" fmla="*/ 9540864 w 9683261"/>
              <a:gd name="connsiteY32" fmla="*/ 149317 h 335964"/>
              <a:gd name="connsiteX33" fmla="*/ 9522411 w 9683261"/>
              <a:gd name="connsiteY33" fmla="*/ 167982 h 335964"/>
              <a:gd name="connsiteX34" fmla="*/ 9540864 w 9683261"/>
              <a:gd name="connsiteY34" fmla="*/ 191313 h 335964"/>
              <a:gd name="connsiteX35" fmla="*/ 9568541 w 9683261"/>
              <a:gd name="connsiteY35" fmla="*/ 214644 h 335964"/>
              <a:gd name="connsiteX36" fmla="*/ 9540864 w 9683261"/>
              <a:gd name="connsiteY36" fmla="*/ 242641 h 335964"/>
              <a:gd name="connsiteX37" fmla="*/ 9522411 w 9683261"/>
              <a:gd name="connsiteY37" fmla="*/ 265971 h 335964"/>
              <a:gd name="connsiteX38" fmla="*/ 9540864 w 9683261"/>
              <a:gd name="connsiteY38" fmla="*/ 284636 h 335964"/>
              <a:gd name="connsiteX39" fmla="*/ 9568541 w 9683261"/>
              <a:gd name="connsiteY39" fmla="*/ 312633 h 335964"/>
              <a:gd name="connsiteX40" fmla="*/ 9540864 w 9683261"/>
              <a:gd name="connsiteY40" fmla="*/ 335964 h 335964"/>
              <a:gd name="connsiteX41" fmla="*/ 845227 w 9683261"/>
              <a:gd name="connsiteY41" fmla="*/ 335964 h 335964"/>
              <a:gd name="connsiteX42" fmla="*/ 0 w 9683261"/>
              <a:gd name="connsiteY42" fmla="*/ 335964 h 335964"/>
              <a:gd name="connsiteX43" fmla="*/ 0 w 9683261"/>
              <a:gd name="connsiteY43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0 w 9683261"/>
              <a:gd name="connsiteY20" fmla="*/ 0 h 335964"/>
              <a:gd name="connsiteX21" fmla="*/ 739665 w 9683261"/>
              <a:gd name="connsiteY21" fmla="*/ 0 h 335964"/>
              <a:gd name="connsiteX22" fmla="*/ 9540864 w 9683261"/>
              <a:gd name="connsiteY22" fmla="*/ 0 h 335964"/>
              <a:gd name="connsiteX23" fmla="*/ 9568541 w 9683261"/>
              <a:gd name="connsiteY23" fmla="*/ 27997 h 335964"/>
              <a:gd name="connsiteX24" fmla="*/ 9540864 w 9683261"/>
              <a:gd name="connsiteY24" fmla="*/ 55995 h 335964"/>
              <a:gd name="connsiteX25" fmla="*/ 9522411 w 9683261"/>
              <a:gd name="connsiteY25" fmla="*/ 74659 h 335964"/>
              <a:gd name="connsiteX26" fmla="*/ 9540864 w 9683261"/>
              <a:gd name="connsiteY26" fmla="*/ 97990 h 335964"/>
              <a:gd name="connsiteX27" fmla="*/ 9568541 w 9683261"/>
              <a:gd name="connsiteY27" fmla="*/ 121320 h 335964"/>
              <a:gd name="connsiteX28" fmla="*/ 9545478 w 9683261"/>
              <a:gd name="connsiteY28" fmla="*/ 149317 h 335964"/>
              <a:gd name="connsiteX29" fmla="*/ 9540864 w 9683261"/>
              <a:gd name="connsiteY29" fmla="*/ 149317 h 335964"/>
              <a:gd name="connsiteX30" fmla="*/ 9522411 w 9683261"/>
              <a:gd name="connsiteY30" fmla="*/ 167982 h 335964"/>
              <a:gd name="connsiteX31" fmla="*/ 9540864 w 9683261"/>
              <a:gd name="connsiteY31" fmla="*/ 191313 h 335964"/>
              <a:gd name="connsiteX32" fmla="*/ 9568541 w 9683261"/>
              <a:gd name="connsiteY32" fmla="*/ 214644 h 335964"/>
              <a:gd name="connsiteX33" fmla="*/ 9540864 w 9683261"/>
              <a:gd name="connsiteY33" fmla="*/ 242641 h 335964"/>
              <a:gd name="connsiteX34" fmla="*/ 9522411 w 9683261"/>
              <a:gd name="connsiteY34" fmla="*/ 265971 h 335964"/>
              <a:gd name="connsiteX35" fmla="*/ 9540864 w 9683261"/>
              <a:gd name="connsiteY35" fmla="*/ 284636 h 335964"/>
              <a:gd name="connsiteX36" fmla="*/ 9568541 w 9683261"/>
              <a:gd name="connsiteY36" fmla="*/ 312633 h 335964"/>
              <a:gd name="connsiteX37" fmla="*/ 9540864 w 9683261"/>
              <a:gd name="connsiteY37" fmla="*/ 335964 h 335964"/>
              <a:gd name="connsiteX38" fmla="*/ 845227 w 9683261"/>
              <a:gd name="connsiteY38" fmla="*/ 335964 h 335964"/>
              <a:gd name="connsiteX39" fmla="*/ 0 w 9683261"/>
              <a:gd name="connsiteY39" fmla="*/ 335964 h 335964"/>
              <a:gd name="connsiteX40" fmla="*/ 0 w 9683261"/>
              <a:gd name="connsiteY40" fmla="*/ 0 h 335964"/>
              <a:gd name="connsiteX0" fmla="*/ 9609373 w 9683639"/>
              <a:gd name="connsiteY0" fmla="*/ 237817 h 335964"/>
              <a:gd name="connsiteX1" fmla="*/ 9632706 w 9683639"/>
              <a:gd name="connsiteY1" fmla="*/ 261358 h 335964"/>
              <a:gd name="connsiteX2" fmla="*/ 9609373 w 9683639"/>
              <a:gd name="connsiteY2" fmla="*/ 284899 h 335964"/>
              <a:gd name="connsiteX3" fmla="*/ 9586041 w 9683639"/>
              <a:gd name="connsiteY3" fmla="*/ 261358 h 335964"/>
              <a:gd name="connsiteX4" fmla="*/ 9609373 w 9683639"/>
              <a:gd name="connsiteY4" fmla="*/ 237817 h 335964"/>
              <a:gd name="connsiteX5" fmla="*/ 9669650 w 9683639"/>
              <a:gd name="connsiteY5" fmla="*/ 200069 h 335964"/>
              <a:gd name="connsiteX6" fmla="*/ 9683261 w 9683639"/>
              <a:gd name="connsiteY6" fmla="*/ 212909 h 335964"/>
              <a:gd name="connsiteX7" fmla="*/ 9669650 w 9683639"/>
              <a:gd name="connsiteY7" fmla="*/ 225749 h 335964"/>
              <a:gd name="connsiteX8" fmla="*/ 9656038 w 9683639"/>
              <a:gd name="connsiteY8" fmla="*/ 212909 h 335964"/>
              <a:gd name="connsiteX9" fmla="*/ 9669650 w 9683639"/>
              <a:gd name="connsiteY9" fmla="*/ 200069 h 335964"/>
              <a:gd name="connsiteX10" fmla="*/ 9609373 w 9683639"/>
              <a:gd name="connsiteY10" fmla="*/ 143445 h 335964"/>
              <a:gd name="connsiteX11" fmla="*/ 9632706 w 9683639"/>
              <a:gd name="connsiteY11" fmla="*/ 166987 h 335964"/>
              <a:gd name="connsiteX12" fmla="*/ 9609373 w 9683639"/>
              <a:gd name="connsiteY12" fmla="*/ 190527 h 335964"/>
              <a:gd name="connsiteX13" fmla="*/ 9586041 w 9683639"/>
              <a:gd name="connsiteY13" fmla="*/ 166987 h 335964"/>
              <a:gd name="connsiteX14" fmla="*/ 9609373 w 9683639"/>
              <a:gd name="connsiteY14" fmla="*/ 143445 h 335964"/>
              <a:gd name="connsiteX15" fmla="*/ 9656038 w 9683639"/>
              <a:gd name="connsiteY15" fmla="*/ 114762 h 335964"/>
              <a:gd name="connsiteX16" fmla="*/ 9683261 w 9683639"/>
              <a:gd name="connsiteY16" fmla="*/ 114762 h 335964"/>
              <a:gd name="connsiteX17" fmla="*/ 9669650 w 9683639"/>
              <a:gd name="connsiteY17" fmla="*/ 127602 h 335964"/>
              <a:gd name="connsiteX18" fmla="*/ 9656038 w 9683639"/>
              <a:gd name="connsiteY18" fmla="*/ 114762 h 335964"/>
              <a:gd name="connsiteX19" fmla="*/ 0 w 9683639"/>
              <a:gd name="connsiteY19" fmla="*/ 0 h 335964"/>
              <a:gd name="connsiteX20" fmla="*/ 739665 w 9683639"/>
              <a:gd name="connsiteY20" fmla="*/ 0 h 335964"/>
              <a:gd name="connsiteX21" fmla="*/ 9540864 w 9683639"/>
              <a:gd name="connsiteY21" fmla="*/ 0 h 335964"/>
              <a:gd name="connsiteX22" fmla="*/ 9568541 w 9683639"/>
              <a:gd name="connsiteY22" fmla="*/ 27997 h 335964"/>
              <a:gd name="connsiteX23" fmla="*/ 9540864 w 9683639"/>
              <a:gd name="connsiteY23" fmla="*/ 55995 h 335964"/>
              <a:gd name="connsiteX24" fmla="*/ 9522411 w 9683639"/>
              <a:gd name="connsiteY24" fmla="*/ 74659 h 335964"/>
              <a:gd name="connsiteX25" fmla="*/ 9540864 w 9683639"/>
              <a:gd name="connsiteY25" fmla="*/ 97990 h 335964"/>
              <a:gd name="connsiteX26" fmla="*/ 9568541 w 9683639"/>
              <a:gd name="connsiteY26" fmla="*/ 121320 h 335964"/>
              <a:gd name="connsiteX27" fmla="*/ 9545478 w 9683639"/>
              <a:gd name="connsiteY27" fmla="*/ 149317 h 335964"/>
              <a:gd name="connsiteX28" fmla="*/ 9540864 w 9683639"/>
              <a:gd name="connsiteY28" fmla="*/ 149317 h 335964"/>
              <a:gd name="connsiteX29" fmla="*/ 9522411 w 9683639"/>
              <a:gd name="connsiteY29" fmla="*/ 167982 h 335964"/>
              <a:gd name="connsiteX30" fmla="*/ 9540864 w 9683639"/>
              <a:gd name="connsiteY30" fmla="*/ 191313 h 335964"/>
              <a:gd name="connsiteX31" fmla="*/ 9568541 w 9683639"/>
              <a:gd name="connsiteY31" fmla="*/ 214644 h 335964"/>
              <a:gd name="connsiteX32" fmla="*/ 9540864 w 9683639"/>
              <a:gd name="connsiteY32" fmla="*/ 242641 h 335964"/>
              <a:gd name="connsiteX33" fmla="*/ 9522411 w 9683639"/>
              <a:gd name="connsiteY33" fmla="*/ 265971 h 335964"/>
              <a:gd name="connsiteX34" fmla="*/ 9540864 w 9683639"/>
              <a:gd name="connsiteY34" fmla="*/ 284636 h 335964"/>
              <a:gd name="connsiteX35" fmla="*/ 9568541 w 9683639"/>
              <a:gd name="connsiteY35" fmla="*/ 312633 h 335964"/>
              <a:gd name="connsiteX36" fmla="*/ 9540864 w 9683639"/>
              <a:gd name="connsiteY36" fmla="*/ 335964 h 335964"/>
              <a:gd name="connsiteX37" fmla="*/ 845227 w 9683639"/>
              <a:gd name="connsiteY37" fmla="*/ 335964 h 335964"/>
              <a:gd name="connsiteX38" fmla="*/ 0 w 9683639"/>
              <a:gd name="connsiteY38" fmla="*/ 335964 h 335964"/>
              <a:gd name="connsiteX39" fmla="*/ 0 w 9683639"/>
              <a:gd name="connsiteY39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56038 w 9683261"/>
              <a:gd name="connsiteY15" fmla="*/ 114762 h 335964"/>
              <a:gd name="connsiteX16" fmla="*/ 9669650 w 9683261"/>
              <a:gd name="connsiteY16" fmla="*/ 127602 h 335964"/>
              <a:gd name="connsiteX17" fmla="*/ 9656038 w 9683261"/>
              <a:gd name="connsiteY17" fmla="*/ 114762 h 335964"/>
              <a:gd name="connsiteX18" fmla="*/ 0 w 9683261"/>
              <a:gd name="connsiteY18" fmla="*/ 0 h 335964"/>
              <a:gd name="connsiteX19" fmla="*/ 739665 w 9683261"/>
              <a:gd name="connsiteY19" fmla="*/ 0 h 335964"/>
              <a:gd name="connsiteX20" fmla="*/ 9540864 w 9683261"/>
              <a:gd name="connsiteY20" fmla="*/ 0 h 335964"/>
              <a:gd name="connsiteX21" fmla="*/ 9568541 w 9683261"/>
              <a:gd name="connsiteY21" fmla="*/ 27997 h 335964"/>
              <a:gd name="connsiteX22" fmla="*/ 9540864 w 9683261"/>
              <a:gd name="connsiteY22" fmla="*/ 55995 h 335964"/>
              <a:gd name="connsiteX23" fmla="*/ 9522411 w 9683261"/>
              <a:gd name="connsiteY23" fmla="*/ 74659 h 335964"/>
              <a:gd name="connsiteX24" fmla="*/ 9540864 w 9683261"/>
              <a:gd name="connsiteY24" fmla="*/ 97990 h 335964"/>
              <a:gd name="connsiteX25" fmla="*/ 9568541 w 9683261"/>
              <a:gd name="connsiteY25" fmla="*/ 121320 h 335964"/>
              <a:gd name="connsiteX26" fmla="*/ 9545478 w 9683261"/>
              <a:gd name="connsiteY26" fmla="*/ 149317 h 335964"/>
              <a:gd name="connsiteX27" fmla="*/ 9540864 w 9683261"/>
              <a:gd name="connsiteY27" fmla="*/ 149317 h 335964"/>
              <a:gd name="connsiteX28" fmla="*/ 9522411 w 9683261"/>
              <a:gd name="connsiteY28" fmla="*/ 167982 h 335964"/>
              <a:gd name="connsiteX29" fmla="*/ 9540864 w 9683261"/>
              <a:gd name="connsiteY29" fmla="*/ 191313 h 335964"/>
              <a:gd name="connsiteX30" fmla="*/ 9568541 w 9683261"/>
              <a:gd name="connsiteY30" fmla="*/ 214644 h 335964"/>
              <a:gd name="connsiteX31" fmla="*/ 9540864 w 9683261"/>
              <a:gd name="connsiteY31" fmla="*/ 242641 h 335964"/>
              <a:gd name="connsiteX32" fmla="*/ 9522411 w 9683261"/>
              <a:gd name="connsiteY32" fmla="*/ 265971 h 335964"/>
              <a:gd name="connsiteX33" fmla="*/ 9540864 w 9683261"/>
              <a:gd name="connsiteY33" fmla="*/ 284636 h 335964"/>
              <a:gd name="connsiteX34" fmla="*/ 9568541 w 9683261"/>
              <a:gd name="connsiteY34" fmla="*/ 312633 h 335964"/>
              <a:gd name="connsiteX35" fmla="*/ 9540864 w 9683261"/>
              <a:gd name="connsiteY35" fmla="*/ 335964 h 335964"/>
              <a:gd name="connsiteX36" fmla="*/ 845227 w 9683261"/>
              <a:gd name="connsiteY36" fmla="*/ 335964 h 335964"/>
              <a:gd name="connsiteX37" fmla="*/ 0 w 9683261"/>
              <a:gd name="connsiteY37" fmla="*/ 335964 h 335964"/>
              <a:gd name="connsiteX38" fmla="*/ 0 w 9683261"/>
              <a:gd name="connsiteY38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0 w 9683261"/>
              <a:gd name="connsiteY15" fmla="*/ 0 h 335964"/>
              <a:gd name="connsiteX16" fmla="*/ 739665 w 9683261"/>
              <a:gd name="connsiteY16" fmla="*/ 0 h 335964"/>
              <a:gd name="connsiteX17" fmla="*/ 9540864 w 9683261"/>
              <a:gd name="connsiteY17" fmla="*/ 0 h 335964"/>
              <a:gd name="connsiteX18" fmla="*/ 9568541 w 9683261"/>
              <a:gd name="connsiteY18" fmla="*/ 27997 h 335964"/>
              <a:gd name="connsiteX19" fmla="*/ 9540864 w 9683261"/>
              <a:gd name="connsiteY19" fmla="*/ 55995 h 335964"/>
              <a:gd name="connsiteX20" fmla="*/ 9522411 w 9683261"/>
              <a:gd name="connsiteY20" fmla="*/ 74659 h 335964"/>
              <a:gd name="connsiteX21" fmla="*/ 9540864 w 9683261"/>
              <a:gd name="connsiteY21" fmla="*/ 97990 h 335964"/>
              <a:gd name="connsiteX22" fmla="*/ 9568541 w 9683261"/>
              <a:gd name="connsiteY22" fmla="*/ 121320 h 335964"/>
              <a:gd name="connsiteX23" fmla="*/ 9545478 w 9683261"/>
              <a:gd name="connsiteY23" fmla="*/ 149317 h 335964"/>
              <a:gd name="connsiteX24" fmla="*/ 9540864 w 9683261"/>
              <a:gd name="connsiteY24" fmla="*/ 149317 h 335964"/>
              <a:gd name="connsiteX25" fmla="*/ 9522411 w 9683261"/>
              <a:gd name="connsiteY25" fmla="*/ 167982 h 335964"/>
              <a:gd name="connsiteX26" fmla="*/ 9540864 w 9683261"/>
              <a:gd name="connsiteY26" fmla="*/ 191313 h 335964"/>
              <a:gd name="connsiteX27" fmla="*/ 9568541 w 9683261"/>
              <a:gd name="connsiteY27" fmla="*/ 214644 h 335964"/>
              <a:gd name="connsiteX28" fmla="*/ 9540864 w 9683261"/>
              <a:gd name="connsiteY28" fmla="*/ 242641 h 335964"/>
              <a:gd name="connsiteX29" fmla="*/ 9522411 w 9683261"/>
              <a:gd name="connsiteY29" fmla="*/ 265971 h 335964"/>
              <a:gd name="connsiteX30" fmla="*/ 9540864 w 9683261"/>
              <a:gd name="connsiteY30" fmla="*/ 284636 h 335964"/>
              <a:gd name="connsiteX31" fmla="*/ 9568541 w 9683261"/>
              <a:gd name="connsiteY31" fmla="*/ 312633 h 335964"/>
              <a:gd name="connsiteX32" fmla="*/ 9540864 w 9683261"/>
              <a:gd name="connsiteY32" fmla="*/ 335964 h 335964"/>
              <a:gd name="connsiteX33" fmla="*/ 845227 w 9683261"/>
              <a:gd name="connsiteY33" fmla="*/ 335964 h 335964"/>
              <a:gd name="connsiteX34" fmla="*/ 0 w 9683261"/>
              <a:gd name="connsiteY34" fmla="*/ 335964 h 335964"/>
              <a:gd name="connsiteX35" fmla="*/ 0 w 9683261"/>
              <a:gd name="connsiteY35" fmla="*/ 0 h 335964"/>
              <a:gd name="connsiteX0" fmla="*/ 9609373 w 9786569"/>
              <a:gd name="connsiteY0" fmla="*/ 237817 h 335964"/>
              <a:gd name="connsiteX1" fmla="*/ 9632706 w 9786569"/>
              <a:gd name="connsiteY1" fmla="*/ 261358 h 335964"/>
              <a:gd name="connsiteX2" fmla="*/ 9609373 w 9786569"/>
              <a:gd name="connsiteY2" fmla="*/ 284899 h 335964"/>
              <a:gd name="connsiteX3" fmla="*/ 9586041 w 9786569"/>
              <a:gd name="connsiteY3" fmla="*/ 261358 h 335964"/>
              <a:gd name="connsiteX4" fmla="*/ 9609373 w 9786569"/>
              <a:gd name="connsiteY4" fmla="*/ 237817 h 335964"/>
              <a:gd name="connsiteX5" fmla="*/ 9669650 w 9786569"/>
              <a:gd name="connsiteY5" fmla="*/ 200069 h 335964"/>
              <a:gd name="connsiteX6" fmla="*/ 9683261 w 9786569"/>
              <a:gd name="connsiteY6" fmla="*/ 212909 h 335964"/>
              <a:gd name="connsiteX7" fmla="*/ 9669650 w 9786569"/>
              <a:gd name="connsiteY7" fmla="*/ 225749 h 335964"/>
              <a:gd name="connsiteX8" fmla="*/ 9656038 w 9786569"/>
              <a:gd name="connsiteY8" fmla="*/ 212909 h 335964"/>
              <a:gd name="connsiteX9" fmla="*/ 9669650 w 9786569"/>
              <a:gd name="connsiteY9" fmla="*/ 200069 h 335964"/>
              <a:gd name="connsiteX10" fmla="*/ 9609373 w 9786569"/>
              <a:gd name="connsiteY10" fmla="*/ 143445 h 335964"/>
              <a:gd name="connsiteX11" fmla="*/ 9632706 w 9786569"/>
              <a:gd name="connsiteY11" fmla="*/ 166987 h 335964"/>
              <a:gd name="connsiteX12" fmla="*/ 9609373 w 9786569"/>
              <a:gd name="connsiteY12" fmla="*/ 190527 h 335964"/>
              <a:gd name="connsiteX13" fmla="*/ 9586041 w 9786569"/>
              <a:gd name="connsiteY13" fmla="*/ 166987 h 335964"/>
              <a:gd name="connsiteX14" fmla="*/ 9609373 w 9786569"/>
              <a:gd name="connsiteY14" fmla="*/ 143445 h 335964"/>
              <a:gd name="connsiteX15" fmla="*/ 0 w 9786569"/>
              <a:gd name="connsiteY15" fmla="*/ 0 h 335964"/>
              <a:gd name="connsiteX16" fmla="*/ 739665 w 9786569"/>
              <a:gd name="connsiteY16" fmla="*/ 0 h 335964"/>
              <a:gd name="connsiteX17" fmla="*/ 9785339 w 9786569"/>
              <a:gd name="connsiteY17" fmla="*/ 3175 h 335964"/>
              <a:gd name="connsiteX18" fmla="*/ 9568541 w 9786569"/>
              <a:gd name="connsiteY18" fmla="*/ 27997 h 335964"/>
              <a:gd name="connsiteX19" fmla="*/ 9540864 w 9786569"/>
              <a:gd name="connsiteY19" fmla="*/ 55995 h 335964"/>
              <a:gd name="connsiteX20" fmla="*/ 9522411 w 9786569"/>
              <a:gd name="connsiteY20" fmla="*/ 74659 h 335964"/>
              <a:gd name="connsiteX21" fmla="*/ 9540864 w 9786569"/>
              <a:gd name="connsiteY21" fmla="*/ 97990 h 335964"/>
              <a:gd name="connsiteX22" fmla="*/ 9568541 w 9786569"/>
              <a:gd name="connsiteY22" fmla="*/ 121320 h 335964"/>
              <a:gd name="connsiteX23" fmla="*/ 9545478 w 9786569"/>
              <a:gd name="connsiteY23" fmla="*/ 149317 h 335964"/>
              <a:gd name="connsiteX24" fmla="*/ 9540864 w 9786569"/>
              <a:gd name="connsiteY24" fmla="*/ 149317 h 335964"/>
              <a:gd name="connsiteX25" fmla="*/ 9522411 w 9786569"/>
              <a:gd name="connsiteY25" fmla="*/ 167982 h 335964"/>
              <a:gd name="connsiteX26" fmla="*/ 9540864 w 9786569"/>
              <a:gd name="connsiteY26" fmla="*/ 191313 h 335964"/>
              <a:gd name="connsiteX27" fmla="*/ 9568541 w 9786569"/>
              <a:gd name="connsiteY27" fmla="*/ 214644 h 335964"/>
              <a:gd name="connsiteX28" fmla="*/ 9540864 w 9786569"/>
              <a:gd name="connsiteY28" fmla="*/ 242641 h 335964"/>
              <a:gd name="connsiteX29" fmla="*/ 9522411 w 9786569"/>
              <a:gd name="connsiteY29" fmla="*/ 265971 h 335964"/>
              <a:gd name="connsiteX30" fmla="*/ 9540864 w 9786569"/>
              <a:gd name="connsiteY30" fmla="*/ 284636 h 335964"/>
              <a:gd name="connsiteX31" fmla="*/ 9568541 w 9786569"/>
              <a:gd name="connsiteY31" fmla="*/ 312633 h 335964"/>
              <a:gd name="connsiteX32" fmla="*/ 9540864 w 9786569"/>
              <a:gd name="connsiteY32" fmla="*/ 335964 h 335964"/>
              <a:gd name="connsiteX33" fmla="*/ 845227 w 9786569"/>
              <a:gd name="connsiteY33" fmla="*/ 335964 h 335964"/>
              <a:gd name="connsiteX34" fmla="*/ 0 w 9786569"/>
              <a:gd name="connsiteY34" fmla="*/ 335964 h 335964"/>
              <a:gd name="connsiteX35" fmla="*/ 0 w 9786569"/>
              <a:gd name="connsiteY35" fmla="*/ 0 h 335964"/>
              <a:gd name="connsiteX0" fmla="*/ 9609373 w 9786569"/>
              <a:gd name="connsiteY0" fmla="*/ 237817 h 339139"/>
              <a:gd name="connsiteX1" fmla="*/ 9632706 w 9786569"/>
              <a:gd name="connsiteY1" fmla="*/ 261358 h 339139"/>
              <a:gd name="connsiteX2" fmla="*/ 9609373 w 9786569"/>
              <a:gd name="connsiteY2" fmla="*/ 284899 h 339139"/>
              <a:gd name="connsiteX3" fmla="*/ 9586041 w 9786569"/>
              <a:gd name="connsiteY3" fmla="*/ 261358 h 339139"/>
              <a:gd name="connsiteX4" fmla="*/ 9609373 w 9786569"/>
              <a:gd name="connsiteY4" fmla="*/ 237817 h 339139"/>
              <a:gd name="connsiteX5" fmla="*/ 9669650 w 9786569"/>
              <a:gd name="connsiteY5" fmla="*/ 200069 h 339139"/>
              <a:gd name="connsiteX6" fmla="*/ 9683261 w 9786569"/>
              <a:gd name="connsiteY6" fmla="*/ 212909 h 339139"/>
              <a:gd name="connsiteX7" fmla="*/ 9669650 w 9786569"/>
              <a:gd name="connsiteY7" fmla="*/ 225749 h 339139"/>
              <a:gd name="connsiteX8" fmla="*/ 9656038 w 9786569"/>
              <a:gd name="connsiteY8" fmla="*/ 212909 h 339139"/>
              <a:gd name="connsiteX9" fmla="*/ 9669650 w 9786569"/>
              <a:gd name="connsiteY9" fmla="*/ 200069 h 339139"/>
              <a:gd name="connsiteX10" fmla="*/ 9609373 w 9786569"/>
              <a:gd name="connsiteY10" fmla="*/ 143445 h 339139"/>
              <a:gd name="connsiteX11" fmla="*/ 9632706 w 9786569"/>
              <a:gd name="connsiteY11" fmla="*/ 166987 h 339139"/>
              <a:gd name="connsiteX12" fmla="*/ 9609373 w 9786569"/>
              <a:gd name="connsiteY12" fmla="*/ 190527 h 339139"/>
              <a:gd name="connsiteX13" fmla="*/ 9586041 w 9786569"/>
              <a:gd name="connsiteY13" fmla="*/ 166987 h 339139"/>
              <a:gd name="connsiteX14" fmla="*/ 9609373 w 9786569"/>
              <a:gd name="connsiteY14" fmla="*/ 143445 h 339139"/>
              <a:gd name="connsiteX15" fmla="*/ 0 w 9786569"/>
              <a:gd name="connsiteY15" fmla="*/ 0 h 339139"/>
              <a:gd name="connsiteX16" fmla="*/ 739665 w 9786569"/>
              <a:gd name="connsiteY16" fmla="*/ 0 h 339139"/>
              <a:gd name="connsiteX17" fmla="*/ 9785339 w 9786569"/>
              <a:gd name="connsiteY17" fmla="*/ 3175 h 339139"/>
              <a:gd name="connsiteX18" fmla="*/ 9568541 w 9786569"/>
              <a:gd name="connsiteY18" fmla="*/ 27997 h 339139"/>
              <a:gd name="connsiteX19" fmla="*/ 9540864 w 9786569"/>
              <a:gd name="connsiteY19" fmla="*/ 55995 h 339139"/>
              <a:gd name="connsiteX20" fmla="*/ 9522411 w 9786569"/>
              <a:gd name="connsiteY20" fmla="*/ 74659 h 339139"/>
              <a:gd name="connsiteX21" fmla="*/ 9540864 w 9786569"/>
              <a:gd name="connsiteY21" fmla="*/ 97990 h 339139"/>
              <a:gd name="connsiteX22" fmla="*/ 9568541 w 9786569"/>
              <a:gd name="connsiteY22" fmla="*/ 121320 h 339139"/>
              <a:gd name="connsiteX23" fmla="*/ 9545478 w 9786569"/>
              <a:gd name="connsiteY23" fmla="*/ 149317 h 339139"/>
              <a:gd name="connsiteX24" fmla="*/ 9540864 w 9786569"/>
              <a:gd name="connsiteY24" fmla="*/ 149317 h 339139"/>
              <a:gd name="connsiteX25" fmla="*/ 9522411 w 9786569"/>
              <a:gd name="connsiteY25" fmla="*/ 167982 h 339139"/>
              <a:gd name="connsiteX26" fmla="*/ 9540864 w 9786569"/>
              <a:gd name="connsiteY26" fmla="*/ 191313 h 339139"/>
              <a:gd name="connsiteX27" fmla="*/ 9568541 w 9786569"/>
              <a:gd name="connsiteY27" fmla="*/ 214644 h 339139"/>
              <a:gd name="connsiteX28" fmla="*/ 9540864 w 9786569"/>
              <a:gd name="connsiteY28" fmla="*/ 242641 h 339139"/>
              <a:gd name="connsiteX29" fmla="*/ 9522411 w 9786569"/>
              <a:gd name="connsiteY29" fmla="*/ 265971 h 339139"/>
              <a:gd name="connsiteX30" fmla="*/ 9540864 w 9786569"/>
              <a:gd name="connsiteY30" fmla="*/ 284636 h 339139"/>
              <a:gd name="connsiteX31" fmla="*/ 9568541 w 9786569"/>
              <a:gd name="connsiteY31" fmla="*/ 312633 h 339139"/>
              <a:gd name="connsiteX32" fmla="*/ 9598014 w 9786569"/>
              <a:gd name="connsiteY32" fmla="*/ 339139 h 339139"/>
              <a:gd name="connsiteX33" fmla="*/ 845227 w 9786569"/>
              <a:gd name="connsiteY33" fmla="*/ 335964 h 339139"/>
              <a:gd name="connsiteX34" fmla="*/ 0 w 9786569"/>
              <a:gd name="connsiteY34" fmla="*/ 335964 h 339139"/>
              <a:gd name="connsiteX35" fmla="*/ 0 w 9786569"/>
              <a:gd name="connsiteY35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882821"/>
              <a:gd name="connsiteY0" fmla="*/ 237817 h 339158"/>
              <a:gd name="connsiteX1" fmla="*/ 9632706 w 10882821"/>
              <a:gd name="connsiteY1" fmla="*/ 261358 h 339158"/>
              <a:gd name="connsiteX2" fmla="*/ 9609373 w 10882821"/>
              <a:gd name="connsiteY2" fmla="*/ 284899 h 339158"/>
              <a:gd name="connsiteX3" fmla="*/ 9586041 w 10882821"/>
              <a:gd name="connsiteY3" fmla="*/ 261358 h 339158"/>
              <a:gd name="connsiteX4" fmla="*/ 9609373 w 10882821"/>
              <a:gd name="connsiteY4" fmla="*/ 237817 h 339158"/>
              <a:gd name="connsiteX5" fmla="*/ 9669650 w 10882821"/>
              <a:gd name="connsiteY5" fmla="*/ 200069 h 339158"/>
              <a:gd name="connsiteX6" fmla="*/ 9683261 w 10882821"/>
              <a:gd name="connsiteY6" fmla="*/ 212909 h 339158"/>
              <a:gd name="connsiteX7" fmla="*/ 9669650 w 10882821"/>
              <a:gd name="connsiteY7" fmla="*/ 225749 h 339158"/>
              <a:gd name="connsiteX8" fmla="*/ 9656038 w 10882821"/>
              <a:gd name="connsiteY8" fmla="*/ 212909 h 339158"/>
              <a:gd name="connsiteX9" fmla="*/ 9669650 w 10882821"/>
              <a:gd name="connsiteY9" fmla="*/ 200069 h 339158"/>
              <a:gd name="connsiteX10" fmla="*/ 9609373 w 10882821"/>
              <a:gd name="connsiteY10" fmla="*/ 143445 h 339158"/>
              <a:gd name="connsiteX11" fmla="*/ 9632706 w 10882821"/>
              <a:gd name="connsiteY11" fmla="*/ 166987 h 339158"/>
              <a:gd name="connsiteX12" fmla="*/ 9609373 w 10882821"/>
              <a:gd name="connsiteY12" fmla="*/ 190527 h 339158"/>
              <a:gd name="connsiteX13" fmla="*/ 9586041 w 10882821"/>
              <a:gd name="connsiteY13" fmla="*/ 166987 h 339158"/>
              <a:gd name="connsiteX14" fmla="*/ 9609373 w 10882821"/>
              <a:gd name="connsiteY14" fmla="*/ 143445 h 339158"/>
              <a:gd name="connsiteX15" fmla="*/ 0 w 10882821"/>
              <a:gd name="connsiteY15" fmla="*/ 0 h 339158"/>
              <a:gd name="connsiteX16" fmla="*/ 739665 w 10882821"/>
              <a:gd name="connsiteY16" fmla="*/ 0 h 339158"/>
              <a:gd name="connsiteX17" fmla="*/ 9785339 w 10882821"/>
              <a:gd name="connsiteY17" fmla="*/ 3175 h 339158"/>
              <a:gd name="connsiteX18" fmla="*/ 9568541 w 10882821"/>
              <a:gd name="connsiteY18" fmla="*/ 27997 h 339158"/>
              <a:gd name="connsiteX19" fmla="*/ 9540864 w 10882821"/>
              <a:gd name="connsiteY19" fmla="*/ 55995 h 339158"/>
              <a:gd name="connsiteX20" fmla="*/ 9522411 w 10882821"/>
              <a:gd name="connsiteY20" fmla="*/ 74659 h 339158"/>
              <a:gd name="connsiteX21" fmla="*/ 9540864 w 10882821"/>
              <a:gd name="connsiteY21" fmla="*/ 97990 h 339158"/>
              <a:gd name="connsiteX22" fmla="*/ 9568541 w 10882821"/>
              <a:gd name="connsiteY22" fmla="*/ 121320 h 339158"/>
              <a:gd name="connsiteX23" fmla="*/ 9545478 w 10882821"/>
              <a:gd name="connsiteY23" fmla="*/ 149317 h 339158"/>
              <a:gd name="connsiteX24" fmla="*/ 9540864 w 10882821"/>
              <a:gd name="connsiteY24" fmla="*/ 149317 h 339158"/>
              <a:gd name="connsiteX25" fmla="*/ 9522411 w 10882821"/>
              <a:gd name="connsiteY25" fmla="*/ 167982 h 339158"/>
              <a:gd name="connsiteX26" fmla="*/ 9540864 w 10882821"/>
              <a:gd name="connsiteY26" fmla="*/ 191313 h 339158"/>
              <a:gd name="connsiteX27" fmla="*/ 9568541 w 10882821"/>
              <a:gd name="connsiteY27" fmla="*/ 214644 h 339158"/>
              <a:gd name="connsiteX28" fmla="*/ 9540864 w 10882821"/>
              <a:gd name="connsiteY28" fmla="*/ 242641 h 339158"/>
              <a:gd name="connsiteX29" fmla="*/ 9522411 w 10882821"/>
              <a:gd name="connsiteY29" fmla="*/ 265971 h 339158"/>
              <a:gd name="connsiteX30" fmla="*/ 9540864 w 10882821"/>
              <a:gd name="connsiteY30" fmla="*/ 284636 h 339158"/>
              <a:gd name="connsiteX31" fmla="*/ 9598014 w 10882821"/>
              <a:gd name="connsiteY31" fmla="*/ 339139 h 339158"/>
              <a:gd name="connsiteX32" fmla="*/ 845227 w 10882821"/>
              <a:gd name="connsiteY32" fmla="*/ 335964 h 339158"/>
              <a:gd name="connsiteX33" fmla="*/ 0 w 10882821"/>
              <a:gd name="connsiteY33" fmla="*/ 335964 h 339158"/>
              <a:gd name="connsiteX34" fmla="*/ 0 w 10882821"/>
              <a:gd name="connsiteY34" fmla="*/ 0 h 339158"/>
              <a:gd name="connsiteX0" fmla="*/ 9598014 w 10910786"/>
              <a:gd name="connsiteY0" fmla="*/ 339139 h 430579"/>
              <a:gd name="connsiteX1" fmla="*/ 845227 w 10910786"/>
              <a:gd name="connsiteY1" fmla="*/ 335964 h 430579"/>
              <a:gd name="connsiteX2" fmla="*/ 0 w 10910786"/>
              <a:gd name="connsiteY2" fmla="*/ 335964 h 430579"/>
              <a:gd name="connsiteX3" fmla="*/ 0 w 10910786"/>
              <a:gd name="connsiteY3" fmla="*/ 0 h 430579"/>
              <a:gd name="connsiteX4" fmla="*/ 9632706 w 10910786"/>
              <a:gd name="connsiteY4" fmla="*/ 261358 h 430579"/>
              <a:gd name="connsiteX5" fmla="*/ 9609373 w 10910786"/>
              <a:gd name="connsiteY5" fmla="*/ 284899 h 430579"/>
              <a:gd name="connsiteX6" fmla="*/ 9586041 w 10910786"/>
              <a:gd name="connsiteY6" fmla="*/ 261358 h 430579"/>
              <a:gd name="connsiteX7" fmla="*/ 9609373 w 10910786"/>
              <a:gd name="connsiteY7" fmla="*/ 237817 h 430579"/>
              <a:gd name="connsiteX8" fmla="*/ 9669650 w 10910786"/>
              <a:gd name="connsiteY8" fmla="*/ 200069 h 430579"/>
              <a:gd name="connsiteX9" fmla="*/ 9683261 w 10910786"/>
              <a:gd name="connsiteY9" fmla="*/ 212909 h 430579"/>
              <a:gd name="connsiteX10" fmla="*/ 9669650 w 10910786"/>
              <a:gd name="connsiteY10" fmla="*/ 225749 h 430579"/>
              <a:gd name="connsiteX11" fmla="*/ 9656038 w 10910786"/>
              <a:gd name="connsiteY11" fmla="*/ 212909 h 430579"/>
              <a:gd name="connsiteX12" fmla="*/ 9669650 w 10910786"/>
              <a:gd name="connsiteY12" fmla="*/ 200069 h 430579"/>
              <a:gd name="connsiteX13" fmla="*/ 9609373 w 10910786"/>
              <a:gd name="connsiteY13" fmla="*/ 143445 h 430579"/>
              <a:gd name="connsiteX14" fmla="*/ 9632706 w 10910786"/>
              <a:gd name="connsiteY14" fmla="*/ 166987 h 430579"/>
              <a:gd name="connsiteX15" fmla="*/ 9609373 w 10910786"/>
              <a:gd name="connsiteY15" fmla="*/ 190527 h 430579"/>
              <a:gd name="connsiteX16" fmla="*/ 9586041 w 10910786"/>
              <a:gd name="connsiteY16" fmla="*/ 166987 h 430579"/>
              <a:gd name="connsiteX17" fmla="*/ 9609373 w 10910786"/>
              <a:gd name="connsiteY17" fmla="*/ 143445 h 430579"/>
              <a:gd name="connsiteX18" fmla="*/ 0 w 10910786"/>
              <a:gd name="connsiteY18" fmla="*/ 0 h 430579"/>
              <a:gd name="connsiteX19" fmla="*/ 739665 w 10910786"/>
              <a:gd name="connsiteY19" fmla="*/ 0 h 430579"/>
              <a:gd name="connsiteX20" fmla="*/ 9785339 w 10910786"/>
              <a:gd name="connsiteY20" fmla="*/ 3175 h 430579"/>
              <a:gd name="connsiteX21" fmla="*/ 9568541 w 10910786"/>
              <a:gd name="connsiteY21" fmla="*/ 27997 h 430579"/>
              <a:gd name="connsiteX22" fmla="*/ 9540864 w 10910786"/>
              <a:gd name="connsiteY22" fmla="*/ 55995 h 430579"/>
              <a:gd name="connsiteX23" fmla="*/ 9522411 w 10910786"/>
              <a:gd name="connsiteY23" fmla="*/ 74659 h 430579"/>
              <a:gd name="connsiteX24" fmla="*/ 9540864 w 10910786"/>
              <a:gd name="connsiteY24" fmla="*/ 97990 h 430579"/>
              <a:gd name="connsiteX25" fmla="*/ 9568541 w 10910786"/>
              <a:gd name="connsiteY25" fmla="*/ 121320 h 430579"/>
              <a:gd name="connsiteX26" fmla="*/ 9545478 w 10910786"/>
              <a:gd name="connsiteY26" fmla="*/ 149317 h 430579"/>
              <a:gd name="connsiteX27" fmla="*/ 9540864 w 10910786"/>
              <a:gd name="connsiteY27" fmla="*/ 149317 h 430579"/>
              <a:gd name="connsiteX28" fmla="*/ 9522411 w 10910786"/>
              <a:gd name="connsiteY28" fmla="*/ 167982 h 430579"/>
              <a:gd name="connsiteX29" fmla="*/ 9540864 w 10910786"/>
              <a:gd name="connsiteY29" fmla="*/ 191313 h 430579"/>
              <a:gd name="connsiteX30" fmla="*/ 9568541 w 10910786"/>
              <a:gd name="connsiteY30" fmla="*/ 214644 h 430579"/>
              <a:gd name="connsiteX31" fmla="*/ 9540864 w 10910786"/>
              <a:gd name="connsiteY31" fmla="*/ 242641 h 430579"/>
              <a:gd name="connsiteX32" fmla="*/ 9522411 w 10910786"/>
              <a:gd name="connsiteY32" fmla="*/ 265971 h 430579"/>
              <a:gd name="connsiteX33" fmla="*/ 9540864 w 10910786"/>
              <a:gd name="connsiteY33" fmla="*/ 284636 h 430579"/>
              <a:gd name="connsiteX34" fmla="*/ 9689454 w 10910786"/>
              <a:gd name="connsiteY34" fmla="*/ 430579 h 43057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34" fmla="*/ 9540864 w 9786569"/>
              <a:gd name="connsiteY34" fmla="*/ 284636 h 33913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73768"/>
              <a:gd name="connsiteY0" fmla="*/ 418315 h 418315"/>
              <a:gd name="connsiteX1" fmla="*/ 845227 w 10373768"/>
              <a:gd name="connsiteY1" fmla="*/ 415140 h 418315"/>
              <a:gd name="connsiteX2" fmla="*/ 0 w 10373768"/>
              <a:gd name="connsiteY2" fmla="*/ 415140 h 418315"/>
              <a:gd name="connsiteX3" fmla="*/ 0 w 10373768"/>
              <a:gd name="connsiteY3" fmla="*/ 79176 h 418315"/>
              <a:gd name="connsiteX4" fmla="*/ 9632706 w 10373768"/>
              <a:gd name="connsiteY4" fmla="*/ 340534 h 418315"/>
              <a:gd name="connsiteX5" fmla="*/ 9609373 w 10373768"/>
              <a:gd name="connsiteY5" fmla="*/ 364075 h 418315"/>
              <a:gd name="connsiteX6" fmla="*/ 9586041 w 10373768"/>
              <a:gd name="connsiteY6" fmla="*/ 340534 h 418315"/>
              <a:gd name="connsiteX7" fmla="*/ 9609373 w 10373768"/>
              <a:gd name="connsiteY7" fmla="*/ 316993 h 418315"/>
              <a:gd name="connsiteX8" fmla="*/ 9598014 w 10373768"/>
              <a:gd name="connsiteY8" fmla="*/ 418315 h 418315"/>
              <a:gd name="connsiteX9" fmla="*/ 9669650 w 10373768"/>
              <a:gd name="connsiteY9" fmla="*/ 279245 h 418315"/>
              <a:gd name="connsiteX10" fmla="*/ 9683261 w 10373768"/>
              <a:gd name="connsiteY10" fmla="*/ 292085 h 418315"/>
              <a:gd name="connsiteX11" fmla="*/ 9669650 w 10373768"/>
              <a:gd name="connsiteY11" fmla="*/ 304925 h 418315"/>
              <a:gd name="connsiteX12" fmla="*/ 9656038 w 10373768"/>
              <a:gd name="connsiteY12" fmla="*/ 292085 h 418315"/>
              <a:gd name="connsiteX13" fmla="*/ 9669650 w 10373768"/>
              <a:gd name="connsiteY13" fmla="*/ 279245 h 418315"/>
              <a:gd name="connsiteX14" fmla="*/ 9609373 w 10373768"/>
              <a:gd name="connsiteY14" fmla="*/ 222621 h 418315"/>
              <a:gd name="connsiteX15" fmla="*/ 9632706 w 10373768"/>
              <a:gd name="connsiteY15" fmla="*/ 246163 h 418315"/>
              <a:gd name="connsiteX16" fmla="*/ 9609373 w 10373768"/>
              <a:gd name="connsiteY16" fmla="*/ 269703 h 418315"/>
              <a:gd name="connsiteX17" fmla="*/ 9586041 w 10373768"/>
              <a:gd name="connsiteY17" fmla="*/ 246163 h 418315"/>
              <a:gd name="connsiteX18" fmla="*/ 9609373 w 10373768"/>
              <a:gd name="connsiteY18" fmla="*/ 222621 h 418315"/>
              <a:gd name="connsiteX19" fmla="*/ 0 w 10373768"/>
              <a:gd name="connsiteY19" fmla="*/ 79176 h 418315"/>
              <a:gd name="connsiteX20" fmla="*/ 739665 w 10373768"/>
              <a:gd name="connsiteY20" fmla="*/ 79176 h 418315"/>
              <a:gd name="connsiteX21" fmla="*/ 9785339 w 10373768"/>
              <a:gd name="connsiteY21" fmla="*/ 82351 h 418315"/>
              <a:gd name="connsiteX22" fmla="*/ 9540864 w 10373768"/>
              <a:gd name="connsiteY22" fmla="*/ 135171 h 418315"/>
              <a:gd name="connsiteX23" fmla="*/ 9522411 w 10373768"/>
              <a:gd name="connsiteY23" fmla="*/ 153835 h 418315"/>
              <a:gd name="connsiteX24" fmla="*/ 9540864 w 10373768"/>
              <a:gd name="connsiteY24" fmla="*/ 177166 h 418315"/>
              <a:gd name="connsiteX25" fmla="*/ 9568541 w 10373768"/>
              <a:gd name="connsiteY25" fmla="*/ 200496 h 418315"/>
              <a:gd name="connsiteX26" fmla="*/ 9545478 w 10373768"/>
              <a:gd name="connsiteY26" fmla="*/ 228493 h 418315"/>
              <a:gd name="connsiteX27" fmla="*/ 9540864 w 10373768"/>
              <a:gd name="connsiteY27" fmla="*/ 228493 h 418315"/>
              <a:gd name="connsiteX28" fmla="*/ 9522411 w 10373768"/>
              <a:gd name="connsiteY28" fmla="*/ 247158 h 418315"/>
              <a:gd name="connsiteX29" fmla="*/ 9540864 w 10373768"/>
              <a:gd name="connsiteY29" fmla="*/ 270489 h 418315"/>
              <a:gd name="connsiteX30" fmla="*/ 9568541 w 10373768"/>
              <a:gd name="connsiteY30" fmla="*/ 293820 h 418315"/>
              <a:gd name="connsiteX31" fmla="*/ 9540864 w 10373768"/>
              <a:gd name="connsiteY31" fmla="*/ 321817 h 418315"/>
              <a:gd name="connsiteX32" fmla="*/ 9522411 w 10373768"/>
              <a:gd name="connsiteY32" fmla="*/ 345147 h 418315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40864 w 9785339"/>
              <a:gd name="connsiteY22" fmla="*/ 55995 h 339139"/>
              <a:gd name="connsiteX23" fmla="*/ 9522411 w 9785339"/>
              <a:gd name="connsiteY23" fmla="*/ 74659 h 339139"/>
              <a:gd name="connsiteX24" fmla="*/ 9540864 w 9785339"/>
              <a:gd name="connsiteY24" fmla="*/ 97990 h 339139"/>
              <a:gd name="connsiteX25" fmla="*/ 9568541 w 9785339"/>
              <a:gd name="connsiteY25" fmla="*/ 121320 h 339139"/>
              <a:gd name="connsiteX26" fmla="*/ 9545478 w 9785339"/>
              <a:gd name="connsiteY26" fmla="*/ 149317 h 339139"/>
              <a:gd name="connsiteX27" fmla="*/ 9540864 w 9785339"/>
              <a:gd name="connsiteY27" fmla="*/ 149317 h 339139"/>
              <a:gd name="connsiteX28" fmla="*/ 9522411 w 9785339"/>
              <a:gd name="connsiteY28" fmla="*/ 167982 h 339139"/>
              <a:gd name="connsiteX29" fmla="*/ 9540864 w 9785339"/>
              <a:gd name="connsiteY29" fmla="*/ 191313 h 339139"/>
              <a:gd name="connsiteX30" fmla="*/ 9568541 w 9785339"/>
              <a:gd name="connsiteY30" fmla="*/ 214644 h 339139"/>
              <a:gd name="connsiteX31" fmla="*/ 9540864 w 9785339"/>
              <a:gd name="connsiteY31" fmla="*/ 242641 h 339139"/>
              <a:gd name="connsiteX32" fmla="*/ 9522411 w 9785339"/>
              <a:gd name="connsiteY32" fmla="*/ 265971 h 339139"/>
              <a:gd name="connsiteX0" fmla="*/ 9598014 w 10504275"/>
              <a:gd name="connsiteY0" fmla="*/ 339139 h 339139"/>
              <a:gd name="connsiteX1" fmla="*/ 845227 w 10504275"/>
              <a:gd name="connsiteY1" fmla="*/ 335964 h 339139"/>
              <a:gd name="connsiteX2" fmla="*/ 0 w 10504275"/>
              <a:gd name="connsiteY2" fmla="*/ 335964 h 339139"/>
              <a:gd name="connsiteX3" fmla="*/ 0 w 10504275"/>
              <a:gd name="connsiteY3" fmla="*/ 0 h 339139"/>
              <a:gd name="connsiteX4" fmla="*/ 9632706 w 10504275"/>
              <a:gd name="connsiteY4" fmla="*/ 261358 h 339139"/>
              <a:gd name="connsiteX5" fmla="*/ 9609373 w 10504275"/>
              <a:gd name="connsiteY5" fmla="*/ 284899 h 339139"/>
              <a:gd name="connsiteX6" fmla="*/ 9586041 w 10504275"/>
              <a:gd name="connsiteY6" fmla="*/ 261358 h 339139"/>
              <a:gd name="connsiteX7" fmla="*/ 9609373 w 10504275"/>
              <a:gd name="connsiteY7" fmla="*/ 237817 h 339139"/>
              <a:gd name="connsiteX8" fmla="*/ 9598014 w 10504275"/>
              <a:gd name="connsiteY8" fmla="*/ 339139 h 339139"/>
              <a:gd name="connsiteX9" fmla="*/ 9669650 w 10504275"/>
              <a:gd name="connsiteY9" fmla="*/ 200069 h 339139"/>
              <a:gd name="connsiteX10" fmla="*/ 9683261 w 10504275"/>
              <a:gd name="connsiteY10" fmla="*/ 212909 h 339139"/>
              <a:gd name="connsiteX11" fmla="*/ 9669650 w 10504275"/>
              <a:gd name="connsiteY11" fmla="*/ 225749 h 339139"/>
              <a:gd name="connsiteX12" fmla="*/ 9656038 w 10504275"/>
              <a:gd name="connsiteY12" fmla="*/ 212909 h 339139"/>
              <a:gd name="connsiteX13" fmla="*/ 9669650 w 10504275"/>
              <a:gd name="connsiteY13" fmla="*/ 200069 h 339139"/>
              <a:gd name="connsiteX14" fmla="*/ 9609373 w 10504275"/>
              <a:gd name="connsiteY14" fmla="*/ 143445 h 339139"/>
              <a:gd name="connsiteX15" fmla="*/ 9632706 w 10504275"/>
              <a:gd name="connsiteY15" fmla="*/ 166987 h 339139"/>
              <a:gd name="connsiteX16" fmla="*/ 9609373 w 10504275"/>
              <a:gd name="connsiteY16" fmla="*/ 190527 h 339139"/>
              <a:gd name="connsiteX17" fmla="*/ 9586041 w 10504275"/>
              <a:gd name="connsiteY17" fmla="*/ 166987 h 339139"/>
              <a:gd name="connsiteX18" fmla="*/ 9609373 w 10504275"/>
              <a:gd name="connsiteY18" fmla="*/ 143445 h 339139"/>
              <a:gd name="connsiteX19" fmla="*/ 0 w 10504275"/>
              <a:gd name="connsiteY19" fmla="*/ 0 h 339139"/>
              <a:gd name="connsiteX20" fmla="*/ 739665 w 10504275"/>
              <a:gd name="connsiteY20" fmla="*/ 0 h 339139"/>
              <a:gd name="connsiteX21" fmla="*/ 9785339 w 10504275"/>
              <a:gd name="connsiteY21" fmla="*/ 3175 h 339139"/>
              <a:gd name="connsiteX22" fmla="*/ 9896464 w 10504275"/>
              <a:gd name="connsiteY22" fmla="*/ 294120 h 339139"/>
              <a:gd name="connsiteX23" fmla="*/ 9522411 w 10504275"/>
              <a:gd name="connsiteY23" fmla="*/ 74659 h 339139"/>
              <a:gd name="connsiteX24" fmla="*/ 9540864 w 10504275"/>
              <a:gd name="connsiteY24" fmla="*/ 97990 h 339139"/>
              <a:gd name="connsiteX25" fmla="*/ 9568541 w 10504275"/>
              <a:gd name="connsiteY25" fmla="*/ 121320 h 339139"/>
              <a:gd name="connsiteX26" fmla="*/ 9545478 w 10504275"/>
              <a:gd name="connsiteY26" fmla="*/ 149317 h 339139"/>
              <a:gd name="connsiteX27" fmla="*/ 9540864 w 10504275"/>
              <a:gd name="connsiteY27" fmla="*/ 149317 h 339139"/>
              <a:gd name="connsiteX28" fmla="*/ 9522411 w 10504275"/>
              <a:gd name="connsiteY28" fmla="*/ 167982 h 339139"/>
              <a:gd name="connsiteX29" fmla="*/ 9540864 w 10504275"/>
              <a:gd name="connsiteY29" fmla="*/ 191313 h 339139"/>
              <a:gd name="connsiteX30" fmla="*/ 9568541 w 10504275"/>
              <a:gd name="connsiteY30" fmla="*/ 214644 h 339139"/>
              <a:gd name="connsiteX31" fmla="*/ 9540864 w 10504275"/>
              <a:gd name="connsiteY31" fmla="*/ 242641 h 339139"/>
              <a:gd name="connsiteX32" fmla="*/ 9522411 w 10504275"/>
              <a:gd name="connsiteY32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32" fmla="*/ 9598014 w 10381792"/>
              <a:gd name="connsiteY32" fmla="*/ 339139 h 339139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22411 w 9785339"/>
              <a:gd name="connsiteY22" fmla="*/ 74659 h 339139"/>
              <a:gd name="connsiteX23" fmla="*/ 9540864 w 9785339"/>
              <a:gd name="connsiteY23" fmla="*/ 97990 h 339139"/>
              <a:gd name="connsiteX24" fmla="*/ 9568541 w 9785339"/>
              <a:gd name="connsiteY24" fmla="*/ 121320 h 339139"/>
              <a:gd name="connsiteX25" fmla="*/ 9545478 w 9785339"/>
              <a:gd name="connsiteY25" fmla="*/ 149317 h 339139"/>
              <a:gd name="connsiteX26" fmla="*/ 9540864 w 9785339"/>
              <a:gd name="connsiteY26" fmla="*/ 149317 h 339139"/>
              <a:gd name="connsiteX27" fmla="*/ 9522411 w 9785339"/>
              <a:gd name="connsiteY27" fmla="*/ 167982 h 339139"/>
              <a:gd name="connsiteX28" fmla="*/ 9540864 w 9785339"/>
              <a:gd name="connsiteY28" fmla="*/ 191313 h 339139"/>
              <a:gd name="connsiteX29" fmla="*/ 9568541 w 9785339"/>
              <a:gd name="connsiteY29" fmla="*/ 214644 h 339139"/>
              <a:gd name="connsiteX30" fmla="*/ 9540864 w 9785339"/>
              <a:gd name="connsiteY30" fmla="*/ 242641 h 339139"/>
              <a:gd name="connsiteX31" fmla="*/ 9522411 w 9785339"/>
              <a:gd name="connsiteY31" fmla="*/ 265971 h 339139"/>
              <a:gd name="connsiteX32" fmla="*/ 9598014 w 9785339"/>
              <a:gd name="connsiteY32" fmla="*/ 339139 h 339139"/>
              <a:gd name="connsiteX33" fmla="*/ 0 w 9785339"/>
              <a:gd name="connsiteY33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609373 w 10386312"/>
              <a:gd name="connsiteY14" fmla="*/ 143445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9609373 w 10386312"/>
              <a:gd name="connsiteY18" fmla="*/ 143445 h 339139"/>
              <a:gd name="connsiteX19" fmla="*/ 0 w 10386312"/>
              <a:gd name="connsiteY19" fmla="*/ 0 h 339139"/>
              <a:gd name="connsiteX20" fmla="*/ 739665 w 10386312"/>
              <a:gd name="connsiteY20" fmla="*/ 0 h 339139"/>
              <a:gd name="connsiteX21" fmla="*/ 9785339 w 10386312"/>
              <a:gd name="connsiteY21" fmla="*/ 3175 h 339139"/>
              <a:gd name="connsiteX22" fmla="*/ 9540864 w 10386312"/>
              <a:gd name="connsiteY22" fmla="*/ 97990 h 339139"/>
              <a:gd name="connsiteX23" fmla="*/ 9568541 w 10386312"/>
              <a:gd name="connsiteY23" fmla="*/ 121320 h 339139"/>
              <a:gd name="connsiteX24" fmla="*/ 9545478 w 10386312"/>
              <a:gd name="connsiteY24" fmla="*/ 149317 h 339139"/>
              <a:gd name="connsiteX25" fmla="*/ 9540864 w 10386312"/>
              <a:gd name="connsiteY25" fmla="*/ 149317 h 339139"/>
              <a:gd name="connsiteX26" fmla="*/ 9522411 w 10386312"/>
              <a:gd name="connsiteY26" fmla="*/ 167982 h 339139"/>
              <a:gd name="connsiteX27" fmla="*/ 9540864 w 10386312"/>
              <a:gd name="connsiteY27" fmla="*/ 191313 h 339139"/>
              <a:gd name="connsiteX28" fmla="*/ 9568541 w 10386312"/>
              <a:gd name="connsiteY28" fmla="*/ 214644 h 339139"/>
              <a:gd name="connsiteX29" fmla="*/ 9540864 w 10386312"/>
              <a:gd name="connsiteY29" fmla="*/ 242641 h 339139"/>
              <a:gd name="connsiteX30" fmla="*/ 9522411 w 10386312"/>
              <a:gd name="connsiteY30" fmla="*/ 265971 h 339139"/>
              <a:gd name="connsiteX31" fmla="*/ 9598014 w 10386312"/>
              <a:gd name="connsiteY31" fmla="*/ 339139 h 339139"/>
              <a:gd name="connsiteX32" fmla="*/ 0 w 10386312"/>
              <a:gd name="connsiteY32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586041 w 10386312"/>
              <a:gd name="connsiteY14" fmla="*/ 166987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0 w 10386312"/>
              <a:gd name="connsiteY18" fmla="*/ 0 h 339139"/>
              <a:gd name="connsiteX19" fmla="*/ 739665 w 10386312"/>
              <a:gd name="connsiteY19" fmla="*/ 0 h 339139"/>
              <a:gd name="connsiteX20" fmla="*/ 9785339 w 10386312"/>
              <a:gd name="connsiteY20" fmla="*/ 3175 h 339139"/>
              <a:gd name="connsiteX21" fmla="*/ 9540864 w 10386312"/>
              <a:gd name="connsiteY21" fmla="*/ 97990 h 339139"/>
              <a:gd name="connsiteX22" fmla="*/ 9568541 w 10386312"/>
              <a:gd name="connsiteY22" fmla="*/ 121320 h 339139"/>
              <a:gd name="connsiteX23" fmla="*/ 9545478 w 10386312"/>
              <a:gd name="connsiteY23" fmla="*/ 149317 h 339139"/>
              <a:gd name="connsiteX24" fmla="*/ 9540864 w 10386312"/>
              <a:gd name="connsiteY24" fmla="*/ 149317 h 339139"/>
              <a:gd name="connsiteX25" fmla="*/ 9522411 w 10386312"/>
              <a:gd name="connsiteY25" fmla="*/ 167982 h 339139"/>
              <a:gd name="connsiteX26" fmla="*/ 9540864 w 10386312"/>
              <a:gd name="connsiteY26" fmla="*/ 191313 h 339139"/>
              <a:gd name="connsiteX27" fmla="*/ 9568541 w 10386312"/>
              <a:gd name="connsiteY27" fmla="*/ 214644 h 339139"/>
              <a:gd name="connsiteX28" fmla="*/ 9540864 w 10386312"/>
              <a:gd name="connsiteY28" fmla="*/ 242641 h 339139"/>
              <a:gd name="connsiteX29" fmla="*/ 9522411 w 10386312"/>
              <a:gd name="connsiteY29" fmla="*/ 265971 h 339139"/>
              <a:gd name="connsiteX30" fmla="*/ 9598014 w 10386312"/>
              <a:gd name="connsiteY30" fmla="*/ 339139 h 339139"/>
              <a:gd name="connsiteX31" fmla="*/ 0 w 10386312"/>
              <a:gd name="connsiteY31" fmla="*/ 0 h 339139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609373 w 10386312"/>
              <a:gd name="connsiteY5" fmla="*/ 284899 h 347620"/>
              <a:gd name="connsiteX6" fmla="*/ 9586041 w 10386312"/>
              <a:gd name="connsiteY6" fmla="*/ 261358 h 347620"/>
              <a:gd name="connsiteX7" fmla="*/ 9609373 w 10386312"/>
              <a:gd name="connsiteY7" fmla="*/ 237817 h 347620"/>
              <a:gd name="connsiteX8" fmla="*/ 9598014 w 10386312"/>
              <a:gd name="connsiteY8" fmla="*/ 339139 h 347620"/>
              <a:gd name="connsiteX9" fmla="*/ 9669650 w 10386312"/>
              <a:gd name="connsiteY9" fmla="*/ 200069 h 347620"/>
              <a:gd name="connsiteX10" fmla="*/ 9683261 w 10386312"/>
              <a:gd name="connsiteY10" fmla="*/ 212909 h 347620"/>
              <a:gd name="connsiteX11" fmla="*/ 9669650 w 10386312"/>
              <a:gd name="connsiteY11" fmla="*/ 225749 h 347620"/>
              <a:gd name="connsiteX12" fmla="*/ 9656038 w 10386312"/>
              <a:gd name="connsiteY12" fmla="*/ 212909 h 347620"/>
              <a:gd name="connsiteX13" fmla="*/ 9669650 w 10386312"/>
              <a:gd name="connsiteY13" fmla="*/ 200069 h 347620"/>
              <a:gd name="connsiteX14" fmla="*/ 9586041 w 10386312"/>
              <a:gd name="connsiteY14" fmla="*/ 166987 h 347620"/>
              <a:gd name="connsiteX15" fmla="*/ 9632706 w 10386312"/>
              <a:gd name="connsiteY15" fmla="*/ 166987 h 347620"/>
              <a:gd name="connsiteX16" fmla="*/ 9609373 w 10386312"/>
              <a:gd name="connsiteY16" fmla="*/ 190527 h 347620"/>
              <a:gd name="connsiteX17" fmla="*/ 9586041 w 10386312"/>
              <a:gd name="connsiteY17" fmla="*/ 166987 h 347620"/>
              <a:gd name="connsiteX18" fmla="*/ 0 w 10386312"/>
              <a:gd name="connsiteY18" fmla="*/ 0 h 347620"/>
              <a:gd name="connsiteX19" fmla="*/ 739665 w 10386312"/>
              <a:gd name="connsiteY19" fmla="*/ 0 h 347620"/>
              <a:gd name="connsiteX20" fmla="*/ 9785339 w 10386312"/>
              <a:gd name="connsiteY20" fmla="*/ 3175 h 347620"/>
              <a:gd name="connsiteX21" fmla="*/ 9540864 w 10386312"/>
              <a:gd name="connsiteY21" fmla="*/ 97990 h 347620"/>
              <a:gd name="connsiteX22" fmla="*/ 9568541 w 10386312"/>
              <a:gd name="connsiteY22" fmla="*/ 121320 h 347620"/>
              <a:gd name="connsiteX23" fmla="*/ 9545478 w 10386312"/>
              <a:gd name="connsiteY23" fmla="*/ 149317 h 347620"/>
              <a:gd name="connsiteX24" fmla="*/ 9540864 w 10386312"/>
              <a:gd name="connsiteY24" fmla="*/ 149317 h 347620"/>
              <a:gd name="connsiteX25" fmla="*/ 9522411 w 10386312"/>
              <a:gd name="connsiteY25" fmla="*/ 167982 h 347620"/>
              <a:gd name="connsiteX26" fmla="*/ 9540864 w 10386312"/>
              <a:gd name="connsiteY26" fmla="*/ 191313 h 347620"/>
              <a:gd name="connsiteX27" fmla="*/ 9568541 w 10386312"/>
              <a:gd name="connsiteY27" fmla="*/ 214644 h 347620"/>
              <a:gd name="connsiteX28" fmla="*/ 9540864 w 10386312"/>
              <a:gd name="connsiteY28" fmla="*/ 242641 h 347620"/>
              <a:gd name="connsiteX29" fmla="*/ 9598014 w 10386312"/>
              <a:gd name="connsiteY29" fmla="*/ 339139 h 347620"/>
              <a:gd name="connsiteX30" fmla="*/ 0 w 10386312"/>
              <a:gd name="connsiteY3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609373 w 10386312"/>
              <a:gd name="connsiteY6" fmla="*/ 237817 h 347620"/>
              <a:gd name="connsiteX7" fmla="*/ 9598014 w 10386312"/>
              <a:gd name="connsiteY7" fmla="*/ 339139 h 347620"/>
              <a:gd name="connsiteX8" fmla="*/ 9669650 w 10386312"/>
              <a:gd name="connsiteY8" fmla="*/ 200069 h 347620"/>
              <a:gd name="connsiteX9" fmla="*/ 9683261 w 10386312"/>
              <a:gd name="connsiteY9" fmla="*/ 212909 h 347620"/>
              <a:gd name="connsiteX10" fmla="*/ 9669650 w 10386312"/>
              <a:gd name="connsiteY10" fmla="*/ 225749 h 347620"/>
              <a:gd name="connsiteX11" fmla="*/ 9656038 w 10386312"/>
              <a:gd name="connsiteY11" fmla="*/ 212909 h 347620"/>
              <a:gd name="connsiteX12" fmla="*/ 9669650 w 10386312"/>
              <a:gd name="connsiteY12" fmla="*/ 200069 h 347620"/>
              <a:gd name="connsiteX13" fmla="*/ 9586041 w 10386312"/>
              <a:gd name="connsiteY13" fmla="*/ 166987 h 347620"/>
              <a:gd name="connsiteX14" fmla="*/ 9632706 w 10386312"/>
              <a:gd name="connsiteY14" fmla="*/ 166987 h 347620"/>
              <a:gd name="connsiteX15" fmla="*/ 9609373 w 10386312"/>
              <a:gd name="connsiteY15" fmla="*/ 190527 h 347620"/>
              <a:gd name="connsiteX16" fmla="*/ 9586041 w 10386312"/>
              <a:gd name="connsiteY16" fmla="*/ 166987 h 347620"/>
              <a:gd name="connsiteX17" fmla="*/ 0 w 10386312"/>
              <a:gd name="connsiteY17" fmla="*/ 0 h 347620"/>
              <a:gd name="connsiteX18" fmla="*/ 739665 w 10386312"/>
              <a:gd name="connsiteY18" fmla="*/ 0 h 347620"/>
              <a:gd name="connsiteX19" fmla="*/ 9785339 w 10386312"/>
              <a:gd name="connsiteY19" fmla="*/ 3175 h 347620"/>
              <a:gd name="connsiteX20" fmla="*/ 9540864 w 10386312"/>
              <a:gd name="connsiteY20" fmla="*/ 97990 h 347620"/>
              <a:gd name="connsiteX21" fmla="*/ 9568541 w 10386312"/>
              <a:gd name="connsiteY21" fmla="*/ 121320 h 347620"/>
              <a:gd name="connsiteX22" fmla="*/ 9545478 w 10386312"/>
              <a:gd name="connsiteY22" fmla="*/ 149317 h 347620"/>
              <a:gd name="connsiteX23" fmla="*/ 9540864 w 10386312"/>
              <a:gd name="connsiteY23" fmla="*/ 149317 h 347620"/>
              <a:gd name="connsiteX24" fmla="*/ 9522411 w 10386312"/>
              <a:gd name="connsiteY24" fmla="*/ 167982 h 347620"/>
              <a:gd name="connsiteX25" fmla="*/ 9540864 w 10386312"/>
              <a:gd name="connsiteY25" fmla="*/ 191313 h 347620"/>
              <a:gd name="connsiteX26" fmla="*/ 9568541 w 10386312"/>
              <a:gd name="connsiteY26" fmla="*/ 214644 h 347620"/>
              <a:gd name="connsiteX27" fmla="*/ 9540864 w 10386312"/>
              <a:gd name="connsiteY27" fmla="*/ 242641 h 347620"/>
              <a:gd name="connsiteX28" fmla="*/ 9598014 w 10386312"/>
              <a:gd name="connsiteY28" fmla="*/ 339139 h 347620"/>
              <a:gd name="connsiteX29" fmla="*/ 0 w 10386312"/>
              <a:gd name="connsiteY29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598014 w 10386312"/>
              <a:gd name="connsiteY6" fmla="*/ 339139 h 347620"/>
              <a:gd name="connsiteX7" fmla="*/ 9669650 w 10386312"/>
              <a:gd name="connsiteY7" fmla="*/ 200069 h 347620"/>
              <a:gd name="connsiteX8" fmla="*/ 9683261 w 10386312"/>
              <a:gd name="connsiteY8" fmla="*/ 212909 h 347620"/>
              <a:gd name="connsiteX9" fmla="*/ 9669650 w 10386312"/>
              <a:gd name="connsiteY9" fmla="*/ 225749 h 347620"/>
              <a:gd name="connsiteX10" fmla="*/ 9656038 w 10386312"/>
              <a:gd name="connsiteY10" fmla="*/ 212909 h 347620"/>
              <a:gd name="connsiteX11" fmla="*/ 9669650 w 10386312"/>
              <a:gd name="connsiteY11" fmla="*/ 200069 h 347620"/>
              <a:gd name="connsiteX12" fmla="*/ 9586041 w 10386312"/>
              <a:gd name="connsiteY12" fmla="*/ 166987 h 347620"/>
              <a:gd name="connsiteX13" fmla="*/ 9632706 w 10386312"/>
              <a:gd name="connsiteY13" fmla="*/ 166987 h 347620"/>
              <a:gd name="connsiteX14" fmla="*/ 9609373 w 10386312"/>
              <a:gd name="connsiteY14" fmla="*/ 190527 h 347620"/>
              <a:gd name="connsiteX15" fmla="*/ 9586041 w 10386312"/>
              <a:gd name="connsiteY15" fmla="*/ 166987 h 347620"/>
              <a:gd name="connsiteX16" fmla="*/ 0 w 10386312"/>
              <a:gd name="connsiteY16" fmla="*/ 0 h 347620"/>
              <a:gd name="connsiteX17" fmla="*/ 739665 w 10386312"/>
              <a:gd name="connsiteY17" fmla="*/ 0 h 347620"/>
              <a:gd name="connsiteX18" fmla="*/ 9785339 w 10386312"/>
              <a:gd name="connsiteY18" fmla="*/ 3175 h 347620"/>
              <a:gd name="connsiteX19" fmla="*/ 9540864 w 10386312"/>
              <a:gd name="connsiteY19" fmla="*/ 97990 h 347620"/>
              <a:gd name="connsiteX20" fmla="*/ 9568541 w 10386312"/>
              <a:gd name="connsiteY20" fmla="*/ 121320 h 347620"/>
              <a:gd name="connsiteX21" fmla="*/ 9545478 w 10386312"/>
              <a:gd name="connsiteY21" fmla="*/ 149317 h 347620"/>
              <a:gd name="connsiteX22" fmla="*/ 9540864 w 10386312"/>
              <a:gd name="connsiteY22" fmla="*/ 149317 h 347620"/>
              <a:gd name="connsiteX23" fmla="*/ 9522411 w 10386312"/>
              <a:gd name="connsiteY23" fmla="*/ 167982 h 347620"/>
              <a:gd name="connsiteX24" fmla="*/ 9540864 w 10386312"/>
              <a:gd name="connsiteY24" fmla="*/ 191313 h 347620"/>
              <a:gd name="connsiteX25" fmla="*/ 9568541 w 10386312"/>
              <a:gd name="connsiteY25" fmla="*/ 214644 h 347620"/>
              <a:gd name="connsiteX26" fmla="*/ 9540864 w 10386312"/>
              <a:gd name="connsiteY26" fmla="*/ 242641 h 347620"/>
              <a:gd name="connsiteX27" fmla="*/ 9598014 w 10386312"/>
              <a:gd name="connsiteY27" fmla="*/ 339139 h 347620"/>
              <a:gd name="connsiteX28" fmla="*/ 0 w 10386312"/>
              <a:gd name="connsiteY28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86041 w 10386312"/>
              <a:gd name="connsiteY4" fmla="*/ 261358 h 347620"/>
              <a:gd name="connsiteX5" fmla="*/ 9598014 w 10386312"/>
              <a:gd name="connsiteY5" fmla="*/ 339139 h 347620"/>
              <a:gd name="connsiteX6" fmla="*/ 9669650 w 10386312"/>
              <a:gd name="connsiteY6" fmla="*/ 200069 h 347620"/>
              <a:gd name="connsiteX7" fmla="*/ 9683261 w 10386312"/>
              <a:gd name="connsiteY7" fmla="*/ 212909 h 347620"/>
              <a:gd name="connsiteX8" fmla="*/ 9669650 w 10386312"/>
              <a:gd name="connsiteY8" fmla="*/ 225749 h 347620"/>
              <a:gd name="connsiteX9" fmla="*/ 9656038 w 10386312"/>
              <a:gd name="connsiteY9" fmla="*/ 212909 h 347620"/>
              <a:gd name="connsiteX10" fmla="*/ 9669650 w 10386312"/>
              <a:gd name="connsiteY10" fmla="*/ 200069 h 347620"/>
              <a:gd name="connsiteX11" fmla="*/ 9586041 w 10386312"/>
              <a:gd name="connsiteY11" fmla="*/ 166987 h 347620"/>
              <a:gd name="connsiteX12" fmla="*/ 9632706 w 10386312"/>
              <a:gd name="connsiteY12" fmla="*/ 166987 h 347620"/>
              <a:gd name="connsiteX13" fmla="*/ 9609373 w 10386312"/>
              <a:gd name="connsiteY13" fmla="*/ 190527 h 347620"/>
              <a:gd name="connsiteX14" fmla="*/ 9586041 w 10386312"/>
              <a:gd name="connsiteY14" fmla="*/ 166987 h 347620"/>
              <a:gd name="connsiteX15" fmla="*/ 0 w 10386312"/>
              <a:gd name="connsiteY15" fmla="*/ 0 h 347620"/>
              <a:gd name="connsiteX16" fmla="*/ 739665 w 10386312"/>
              <a:gd name="connsiteY16" fmla="*/ 0 h 347620"/>
              <a:gd name="connsiteX17" fmla="*/ 9785339 w 10386312"/>
              <a:gd name="connsiteY17" fmla="*/ 3175 h 347620"/>
              <a:gd name="connsiteX18" fmla="*/ 9540864 w 10386312"/>
              <a:gd name="connsiteY18" fmla="*/ 97990 h 347620"/>
              <a:gd name="connsiteX19" fmla="*/ 9568541 w 10386312"/>
              <a:gd name="connsiteY19" fmla="*/ 121320 h 347620"/>
              <a:gd name="connsiteX20" fmla="*/ 9545478 w 10386312"/>
              <a:gd name="connsiteY20" fmla="*/ 149317 h 347620"/>
              <a:gd name="connsiteX21" fmla="*/ 9540864 w 10386312"/>
              <a:gd name="connsiteY21" fmla="*/ 149317 h 347620"/>
              <a:gd name="connsiteX22" fmla="*/ 9522411 w 10386312"/>
              <a:gd name="connsiteY22" fmla="*/ 167982 h 347620"/>
              <a:gd name="connsiteX23" fmla="*/ 9540864 w 10386312"/>
              <a:gd name="connsiteY23" fmla="*/ 191313 h 347620"/>
              <a:gd name="connsiteX24" fmla="*/ 9568541 w 10386312"/>
              <a:gd name="connsiteY24" fmla="*/ 214644 h 347620"/>
              <a:gd name="connsiteX25" fmla="*/ 9540864 w 10386312"/>
              <a:gd name="connsiteY25" fmla="*/ 242641 h 347620"/>
              <a:gd name="connsiteX26" fmla="*/ 9598014 w 10386312"/>
              <a:gd name="connsiteY26" fmla="*/ 339139 h 347620"/>
              <a:gd name="connsiteX27" fmla="*/ 0 w 10386312"/>
              <a:gd name="connsiteY27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0006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669650 w 10386312"/>
              <a:gd name="connsiteY9" fmla="*/ 200069 h 347620"/>
              <a:gd name="connsiteX10" fmla="*/ 9586041 w 10386312"/>
              <a:gd name="connsiteY10" fmla="*/ 166987 h 347620"/>
              <a:gd name="connsiteX11" fmla="*/ 9632706 w 10386312"/>
              <a:gd name="connsiteY11" fmla="*/ 166987 h 347620"/>
              <a:gd name="connsiteX12" fmla="*/ 9609373 w 10386312"/>
              <a:gd name="connsiteY12" fmla="*/ 190527 h 347620"/>
              <a:gd name="connsiteX13" fmla="*/ 9586041 w 10386312"/>
              <a:gd name="connsiteY13" fmla="*/ 166987 h 347620"/>
              <a:gd name="connsiteX14" fmla="*/ 0 w 10386312"/>
              <a:gd name="connsiteY14" fmla="*/ 0 h 347620"/>
              <a:gd name="connsiteX15" fmla="*/ 739665 w 10386312"/>
              <a:gd name="connsiteY15" fmla="*/ 0 h 347620"/>
              <a:gd name="connsiteX16" fmla="*/ 9785339 w 10386312"/>
              <a:gd name="connsiteY16" fmla="*/ 3175 h 347620"/>
              <a:gd name="connsiteX17" fmla="*/ 9540864 w 10386312"/>
              <a:gd name="connsiteY17" fmla="*/ 97990 h 347620"/>
              <a:gd name="connsiteX18" fmla="*/ 9568541 w 10386312"/>
              <a:gd name="connsiteY18" fmla="*/ 121320 h 347620"/>
              <a:gd name="connsiteX19" fmla="*/ 9545478 w 10386312"/>
              <a:gd name="connsiteY19" fmla="*/ 149317 h 347620"/>
              <a:gd name="connsiteX20" fmla="*/ 9540864 w 10386312"/>
              <a:gd name="connsiteY20" fmla="*/ 149317 h 347620"/>
              <a:gd name="connsiteX21" fmla="*/ 9522411 w 10386312"/>
              <a:gd name="connsiteY21" fmla="*/ 167982 h 347620"/>
              <a:gd name="connsiteX22" fmla="*/ 9540864 w 10386312"/>
              <a:gd name="connsiteY22" fmla="*/ 191313 h 347620"/>
              <a:gd name="connsiteX23" fmla="*/ 9568541 w 10386312"/>
              <a:gd name="connsiteY23" fmla="*/ 214644 h 347620"/>
              <a:gd name="connsiteX24" fmla="*/ 9540864 w 10386312"/>
              <a:gd name="connsiteY24" fmla="*/ 242641 h 347620"/>
              <a:gd name="connsiteX25" fmla="*/ 9598014 w 10386312"/>
              <a:gd name="connsiteY25" fmla="*/ 339139 h 347620"/>
              <a:gd name="connsiteX26" fmla="*/ 0 w 10386312"/>
              <a:gd name="connsiteY26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56038 w 10386312"/>
              <a:gd name="connsiteY5" fmla="*/ 21290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586041 w 10386312"/>
              <a:gd name="connsiteY9" fmla="*/ 166987 h 347620"/>
              <a:gd name="connsiteX10" fmla="*/ 9632706 w 10386312"/>
              <a:gd name="connsiteY10" fmla="*/ 166987 h 347620"/>
              <a:gd name="connsiteX11" fmla="*/ 9609373 w 10386312"/>
              <a:gd name="connsiteY11" fmla="*/ 190527 h 347620"/>
              <a:gd name="connsiteX12" fmla="*/ 9586041 w 10386312"/>
              <a:gd name="connsiteY12" fmla="*/ 166987 h 347620"/>
              <a:gd name="connsiteX13" fmla="*/ 0 w 10386312"/>
              <a:gd name="connsiteY13" fmla="*/ 0 h 347620"/>
              <a:gd name="connsiteX14" fmla="*/ 739665 w 10386312"/>
              <a:gd name="connsiteY14" fmla="*/ 0 h 347620"/>
              <a:gd name="connsiteX15" fmla="*/ 9785339 w 10386312"/>
              <a:gd name="connsiteY15" fmla="*/ 3175 h 347620"/>
              <a:gd name="connsiteX16" fmla="*/ 9540864 w 10386312"/>
              <a:gd name="connsiteY16" fmla="*/ 97990 h 347620"/>
              <a:gd name="connsiteX17" fmla="*/ 9568541 w 10386312"/>
              <a:gd name="connsiteY17" fmla="*/ 121320 h 347620"/>
              <a:gd name="connsiteX18" fmla="*/ 9545478 w 10386312"/>
              <a:gd name="connsiteY18" fmla="*/ 149317 h 347620"/>
              <a:gd name="connsiteX19" fmla="*/ 9540864 w 10386312"/>
              <a:gd name="connsiteY19" fmla="*/ 149317 h 347620"/>
              <a:gd name="connsiteX20" fmla="*/ 9522411 w 10386312"/>
              <a:gd name="connsiteY20" fmla="*/ 167982 h 347620"/>
              <a:gd name="connsiteX21" fmla="*/ 9540864 w 10386312"/>
              <a:gd name="connsiteY21" fmla="*/ 191313 h 347620"/>
              <a:gd name="connsiteX22" fmla="*/ 9568541 w 10386312"/>
              <a:gd name="connsiteY22" fmla="*/ 214644 h 347620"/>
              <a:gd name="connsiteX23" fmla="*/ 9540864 w 10386312"/>
              <a:gd name="connsiteY23" fmla="*/ 242641 h 347620"/>
              <a:gd name="connsiteX24" fmla="*/ 9598014 w 10386312"/>
              <a:gd name="connsiteY24" fmla="*/ 339139 h 347620"/>
              <a:gd name="connsiteX25" fmla="*/ 0 w 10386312"/>
              <a:gd name="connsiteY25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2574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586041 w 10386312"/>
              <a:gd name="connsiteY8" fmla="*/ 166987 h 347620"/>
              <a:gd name="connsiteX9" fmla="*/ 9632706 w 10386312"/>
              <a:gd name="connsiteY9" fmla="*/ 166987 h 347620"/>
              <a:gd name="connsiteX10" fmla="*/ 9609373 w 10386312"/>
              <a:gd name="connsiteY10" fmla="*/ 190527 h 347620"/>
              <a:gd name="connsiteX11" fmla="*/ 9586041 w 10386312"/>
              <a:gd name="connsiteY11" fmla="*/ 166987 h 347620"/>
              <a:gd name="connsiteX12" fmla="*/ 0 w 10386312"/>
              <a:gd name="connsiteY12" fmla="*/ 0 h 347620"/>
              <a:gd name="connsiteX13" fmla="*/ 739665 w 10386312"/>
              <a:gd name="connsiteY13" fmla="*/ 0 h 347620"/>
              <a:gd name="connsiteX14" fmla="*/ 9785339 w 10386312"/>
              <a:gd name="connsiteY14" fmla="*/ 3175 h 347620"/>
              <a:gd name="connsiteX15" fmla="*/ 9540864 w 10386312"/>
              <a:gd name="connsiteY15" fmla="*/ 97990 h 347620"/>
              <a:gd name="connsiteX16" fmla="*/ 9568541 w 10386312"/>
              <a:gd name="connsiteY16" fmla="*/ 121320 h 347620"/>
              <a:gd name="connsiteX17" fmla="*/ 9545478 w 10386312"/>
              <a:gd name="connsiteY17" fmla="*/ 149317 h 347620"/>
              <a:gd name="connsiteX18" fmla="*/ 9540864 w 10386312"/>
              <a:gd name="connsiteY18" fmla="*/ 149317 h 347620"/>
              <a:gd name="connsiteX19" fmla="*/ 9522411 w 10386312"/>
              <a:gd name="connsiteY19" fmla="*/ 167982 h 347620"/>
              <a:gd name="connsiteX20" fmla="*/ 9540864 w 10386312"/>
              <a:gd name="connsiteY20" fmla="*/ 191313 h 347620"/>
              <a:gd name="connsiteX21" fmla="*/ 9568541 w 10386312"/>
              <a:gd name="connsiteY21" fmla="*/ 214644 h 347620"/>
              <a:gd name="connsiteX22" fmla="*/ 9540864 w 10386312"/>
              <a:gd name="connsiteY22" fmla="*/ 242641 h 347620"/>
              <a:gd name="connsiteX23" fmla="*/ 9598014 w 10386312"/>
              <a:gd name="connsiteY23" fmla="*/ 339139 h 347620"/>
              <a:gd name="connsiteX24" fmla="*/ 0 w 10386312"/>
              <a:gd name="connsiteY24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32706 w 10386312"/>
              <a:gd name="connsiteY6" fmla="*/ 166987 h 347620"/>
              <a:gd name="connsiteX7" fmla="*/ 9609373 w 10386312"/>
              <a:gd name="connsiteY7" fmla="*/ 190527 h 347620"/>
              <a:gd name="connsiteX8" fmla="*/ 9586041 w 10386312"/>
              <a:gd name="connsiteY8" fmla="*/ 166987 h 347620"/>
              <a:gd name="connsiteX9" fmla="*/ 0 w 10386312"/>
              <a:gd name="connsiteY9" fmla="*/ 0 h 347620"/>
              <a:gd name="connsiteX10" fmla="*/ 739665 w 10386312"/>
              <a:gd name="connsiteY10" fmla="*/ 0 h 347620"/>
              <a:gd name="connsiteX11" fmla="*/ 9785339 w 10386312"/>
              <a:gd name="connsiteY11" fmla="*/ 3175 h 347620"/>
              <a:gd name="connsiteX12" fmla="*/ 9540864 w 10386312"/>
              <a:gd name="connsiteY12" fmla="*/ 97990 h 347620"/>
              <a:gd name="connsiteX13" fmla="*/ 9568541 w 10386312"/>
              <a:gd name="connsiteY13" fmla="*/ 121320 h 347620"/>
              <a:gd name="connsiteX14" fmla="*/ 9545478 w 10386312"/>
              <a:gd name="connsiteY14" fmla="*/ 149317 h 347620"/>
              <a:gd name="connsiteX15" fmla="*/ 9540864 w 10386312"/>
              <a:gd name="connsiteY15" fmla="*/ 149317 h 347620"/>
              <a:gd name="connsiteX16" fmla="*/ 9522411 w 10386312"/>
              <a:gd name="connsiteY16" fmla="*/ 167982 h 347620"/>
              <a:gd name="connsiteX17" fmla="*/ 9540864 w 10386312"/>
              <a:gd name="connsiteY17" fmla="*/ 191313 h 347620"/>
              <a:gd name="connsiteX18" fmla="*/ 9568541 w 10386312"/>
              <a:gd name="connsiteY18" fmla="*/ 214644 h 347620"/>
              <a:gd name="connsiteX19" fmla="*/ 9540864 w 10386312"/>
              <a:gd name="connsiteY19" fmla="*/ 242641 h 347620"/>
              <a:gd name="connsiteX20" fmla="*/ 9598014 w 10386312"/>
              <a:gd name="connsiteY20" fmla="*/ 339139 h 347620"/>
              <a:gd name="connsiteX21" fmla="*/ 0 w 10386312"/>
              <a:gd name="connsiteY21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09373 w 10386312"/>
              <a:gd name="connsiteY6" fmla="*/ 190527 h 347620"/>
              <a:gd name="connsiteX7" fmla="*/ 9586041 w 10386312"/>
              <a:gd name="connsiteY7" fmla="*/ 166987 h 347620"/>
              <a:gd name="connsiteX8" fmla="*/ 0 w 10386312"/>
              <a:gd name="connsiteY8" fmla="*/ 0 h 347620"/>
              <a:gd name="connsiteX9" fmla="*/ 739665 w 10386312"/>
              <a:gd name="connsiteY9" fmla="*/ 0 h 347620"/>
              <a:gd name="connsiteX10" fmla="*/ 9785339 w 10386312"/>
              <a:gd name="connsiteY10" fmla="*/ 3175 h 347620"/>
              <a:gd name="connsiteX11" fmla="*/ 9540864 w 10386312"/>
              <a:gd name="connsiteY11" fmla="*/ 97990 h 347620"/>
              <a:gd name="connsiteX12" fmla="*/ 9568541 w 10386312"/>
              <a:gd name="connsiteY12" fmla="*/ 121320 h 347620"/>
              <a:gd name="connsiteX13" fmla="*/ 9545478 w 10386312"/>
              <a:gd name="connsiteY13" fmla="*/ 149317 h 347620"/>
              <a:gd name="connsiteX14" fmla="*/ 9540864 w 10386312"/>
              <a:gd name="connsiteY14" fmla="*/ 149317 h 347620"/>
              <a:gd name="connsiteX15" fmla="*/ 9522411 w 10386312"/>
              <a:gd name="connsiteY15" fmla="*/ 167982 h 347620"/>
              <a:gd name="connsiteX16" fmla="*/ 9540864 w 10386312"/>
              <a:gd name="connsiteY16" fmla="*/ 191313 h 347620"/>
              <a:gd name="connsiteX17" fmla="*/ 9568541 w 10386312"/>
              <a:gd name="connsiteY17" fmla="*/ 214644 h 347620"/>
              <a:gd name="connsiteX18" fmla="*/ 9540864 w 10386312"/>
              <a:gd name="connsiteY18" fmla="*/ 242641 h 347620"/>
              <a:gd name="connsiteX19" fmla="*/ 9598014 w 10386312"/>
              <a:gd name="connsiteY19" fmla="*/ 339139 h 347620"/>
              <a:gd name="connsiteX20" fmla="*/ 0 w 10386312"/>
              <a:gd name="connsiteY2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0 w 10386312"/>
              <a:gd name="connsiteY5" fmla="*/ 0 h 347620"/>
              <a:gd name="connsiteX6" fmla="*/ 739665 w 10386312"/>
              <a:gd name="connsiteY6" fmla="*/ 0 h 347620"/>
              <a:gd name="connsiteX7" fmla="*/ 9785339 w 10386312"/>
              <a:gd name="connsiteY7" fmla="*/ 3175 h 347620"/>
              <a:gd name="connsiteX8" fmla="*/ 9540864 w 10386312"/>
              <a:gd name="connsiteY8" fmla="*/ 97990 h 347620"/>
              <a:gd name="connsiteX9" fmla="*/ 9568541 w 10386312"/>
              <a:gd name="connsiteY9" fmla="*/ 121320 h 347620"/>
              <a:gd name="connsiteX10" fmla="*/ 9545478 w 10386312"/>
              <a:gd name="connsiteY10" fmla="*/ 149317 h 347620"/>
              <a:gd name="connsiteX11" fmla="*/ 9540864 w 10386312"/>
              <a:gd name="connsiteY11" fmla="*/ 149317 h 347620"/>
              <a:gd name="connsiteX12" fmla="*/ 9522411 w 10386312"/>
              <a:gd name="connsiteY12" fmla="*/ 167982 h 347620"/>
              <a:gd name="connsiteX13" fmla="*/ 9540864 w 10386312"/>
              <a:gd name="connsiteY13" fmla="*/ 191313 h 347620"/>
              <a:gd name="connsiteX14" fmla="*/ 9568541 w 10386312"/>
              <a:gd name="connsiteY14" fmla="*/ 214644 h 347620"/>
              <a:gd name="connsiteX15" fmla="*/ 9540864 w 10386312"/>
              <a:gd name="connsiteY15" fmla="*/ 242641 h 347620"/>
              <a:gd name="connsiteX16" fmla="*/ 9598014 w 10386312"/>
              <a:gd name="connsiteY16" fmla="*/ 339139 h 347620"/>
              <a:gd name="connsiteX17" fmla="*/ 0 w 10386312"/>
              <a:gd name="connsiteY17" fmla="*/ 0 h 347620"/>
              <a:gd name="connsiteX0" fmla="*/ 9598014 w 10386312"/>
              <a:gd name="connsiteY0" fmla="*/ 339139 h 347838"/>
              <a:gd name="connsiteX1" fmla="*/ 845227 w 10386312"/>
              <a:gd name="connsiteY1" fmla="*/ 335964 h 347838"/>
              <a:gd name="connsiteX2" fmla="*/ 0 w 10386312"/>
              <a:gd name="connsiteY2" fmla="*/ 335964 h 347838"/>
              <a:gd name="connsiteX3" fmla="*/ 0 w 10386312"/>
              <a:gd name="connsiteY3" fmla="*/ 0 h 347838"/>
              <a:gd name="connsiteX4" fmla="*/ 9598014 w 10386312"/>
              <a:gd name="connsiteY4" fmla="*/ 339139 h 347838"/>
              <a:gd name="connsiteX5" fmla="*/ 0 w 10386312"/>
              <a:gd name="connsiteY5" fmla="*/ 0 h 347838"/>
              <a:gd name="connsiteX6" fmla="*/ 739665 w 10386312"/>
              <a:gd name="connsiteY6" fmla="*/ 0 h 347838"/>
              <a:gd name="connsiteX7" fmla="*/ 9785339 w 10386312"/>
              <a:gd name="connsiteY7" fmla="*/ 3175 h 347838"/>
              <a:gd name="connsiteX8" fmla="*/ 9540864 w 10386312"/>
              <a:gd name="connsiteY8" fmla="*/ 97990 h 347838"/>
              <a:gd name="connsiteX9" fmla="*/ 9568541 w 10386312"/>
              <a:gd name="connsiteY9" fmla="*/ 121320 h 347838"/>
              <a:gd name="connsiteX10" fmla="*/ 9545478 w 10386312"/>
              <a:gd name="connsiteY10" fmla="*/ 149317 h 347838"/>
              <a:gd name="connsiteX11" fmla="*/ 9540864 w 10386312"/>
              <a:gd name="connsiteY11" fmla="*/ 149317 h 347838"/>
              <a:gd name="connsiteX12" fmla="*/ 9522411 w 10386312"/>
              <a:gd name="connsiteY12" fmla="*/ 167982 h 347838"/>
              <a:gd name="connsiteX13" fmla="*/ 9540864 w 10386312"/>
              <a:gd name="connsiteY13" fmla="*/ 191313 h 347838"/>
              <a:gd name="connsiteX14" fmla="*/ 9540864 w 10386312"/>
              <a:gd name="connsiteY14" fmla="*/ 242641 h 347838"/>
              <a:gd name="connsiteX15" fmla="*/ 9598014 w 10386312"/>
              <a:gd name="connsiteY15" fmla="*/ 339139 h 347838"/>
              <a:gd name="connsiteX16" fmla="*/ 0 w 10386312"/>
              <a:gd name="connsiteY16" fmla="*/ 0 h 347838"/>
              <a:gd name="connsiteX0" fmla="*/ 9598014 w 10387052"/>
              <a:gd name="connsiteY0" fmla="*/ 339139 h 347838"/>
              <a:gd name="connsiteX1" fmla="*/ 845227 w 10387052"/>
              <a:gd name="connsiteY1" fmla="*/ 335964 h 347838"/>
              <a:gd name="connsiteX2" fmla="*/ 0 w 10387052"/>
              <a:gd name="connsiteY2" fmla="*/ 335964 h 347838"/>
              <a:gd name="connsiteX3" fmla="*/ 0 w 10387052"/>
              <a:gd name="connsiteY3" fmla="*/ 0 h 347838"/>
              <a:gd name="connsiteX4" fmla="*/ 9598014 w 10387052"/>
              <a:gd name="connsiteY4" fmla="*/ 339139 h 347838"/>
              <a:gd name="connsiteX5" fmla="*/ 0 w 10387052"/>
              <a:gd name="connsiteY5" fmla="*/ 0 h 347838"/>
              <a:gd name="connsiteX6" fmla="*/ 739665 w 10387052"/>
              <a:gd name="connsiteY6" fmla="*/ 0 h 347838"/>
              <a:gd name="connsiteX7" fmla="*/ 9785339 w 10387052"/>
              <a:gd name="connsiteY7" fmla="*/ 3175 h 347838"/>
              <a:gd name="connsiteX8" fmla="*/ 9540864 w 10387052"/>
              <a:gd name="connsiteY8" fmla="*/ 97990 h 347838"/>
              <a:gd name="connsiteX9" fmla="*/ 9545478 w 10387052"/>
              <a:gd name="connsiteY9" fmla="*/ 149317 h 347838"/>
              <a:gd name="connsiteX10" fmla="*/ 9540864 w 10387052"/>
              <a:gd name="connsiteY10" fmla="*/ 149317 h 347838"/>
              <a:gd name="connsiteX11" fmla="*/ 9522411 w 10387052"/>
              <a:gd name="connsiteY11" fmla="*/ 167982 h 347838"/>
              <a:gd name="connsiteX12" fmla="*/ 9540864 w 10387052"/>
              <a:gd name="connsiteY12" fmla="*/ 191313 h 347838"/>
              <a:gd name="connsiteX13" fmla="*/ 9540864 w 10387052"/>
              <a:gd name="connsiteY13" fmla="*/ 242641 h 347838"/>
              <a:gd name="connsiteX14" fmla="*/ 9598014 w 10387052"/>
              <a:gd name="connsiteY14" fmla="*/ 339139 h 347838"/>
              <a:gd name="connsiteX15" fmla="*/ 0 w 10387052"/>
              <a:gd name="connsiteY15" fmla="*/ 0 h 347838"/>
              <a:gd name="connsiteX0" fmla="*/ 9598014 w 10388562"/>
              <a:gd name="connsiteY0" fmla="*/ 339139 h 347838"/>
              <a:gd name="connsiteX1" fmla="*/ 845227 w 10388562"/>
              <a:gd name="connsiteY1" fmla="*/ 335964 h 347838"/>
              <a:gd name="connsiteX2" fmla="*/ 0 w 10388562"/>
              <a:gd name="connsiteY2" fmla="*/ 335964 h 347838"/>
              <a:gd name="connsiteX3" fmla="*/ 0 w 10388562"/>
              <a:gd name="connsiteY3" fmla="*/ 0 h 347838"/>
              <a:gd name="connsiteX4" fmla="*/ 9598014 w 10388562"/>
              <a:gd name="connsiteY4" fmla="*/ 339139 h 347838"/>
              <a:gd name="connsiteX5" fmla="*/ 0 w 10388562"/>
              <a:gd name="connsiteY5" fmla="*/ 0 h 347838"/>
              <a:gd name="connsiteX6" fmla="*/ 739665 w 10388562"/>
              <a:gd name="connsiteY6" fmla="*/ 0 h 347838"/>
              <a:gd name="connsiteX7" fmla="*/ 9785339 w 10388562"/>
              <a:gd name="connsiteY7" fmla="*/ 3175 h 347838"/>
              <a:gd name="connsiteX8" fmla="*/ 9545478 w 10388562"/>
              <a:gd name="connsiteY8" fmla="*/ 149317 h 347838"/>
              <a:gd name="connsiteX9" fmla="*/ 9540864 w 10388562"/>
              <a:gd name="connsiteY9" fmla="*/ 149317 h 347838"/>
              <a:gd name="connsiteX10" fmla="*/ 9522411 w 10388562"/>
              <a:gd name="connsiteY10" fmla="*/ 167982 h 347838"/>
              <a:gd name="connsiteX11" fmla="*/ 9540864 w 10388562"/>
              <a:gd name="connsiteY11" fmla="*/ 191313 h 347838"/>
              <a:gd name="connsiteX12" fmla="*/ 9540864 w 10388562"/>
              <a:gd name="connsiteY12" fmla="*/ 242641 h 347838"/>
              <a:gd name="connsiteX13" fmla="*/ 9598014 w 10388562"/>
              <a:gd name="connsiteY13" fmla="*/ 339139 h 347838"/>
              <a:gd name="connsiteX14" fmla="*/ 0 w 10388562"/>
              <a:gd name="connsiteY14" fmla="*/ 0 h 347838"/>
              <a:gd name="connsiteX0" fmla="*/ 9598014 w 10389157"/>
              <a:gd name="connsiteY0" fmla="*/ 339139 h 347838"/>
              <a:gd name="connsiteX1" fmla="*/ 845227 w 10389157"/>
              <a:gd name="connsiteY1" fmla="*/ 335964 h 347838"/>
              <a:gd name="connsiteX2" fmla="*/ 0 w 10389157"/>
              <a:gd name="connsiteY2" fmla="*/ 335964 h 347838"/>
              <a:gd name="connsiteX3" fmla="*/ 0 w 10389157"/>
              <a:gd name="connsiteY3" fmla="*/ 0 h 347838"/>
              <a:gd name="connsiteX4" fmla="*/ 9598014 w 10389157"/>
              <a:gd name="connsiteY4" fmla="*/ 339139 h 347838"/>
              <a:gd name="connsiteX5" fmla="*/ 0 w 10389157"/>
              <a:gd name="connsiteY5" fmla="*/ 0 h 347838"/>
              <a:gd name="connsiteX6" fmla="*/ 739665 w 10389157"/>
              <a:gd name="connsiteY6" fmla="*/ 0 h 347838"/>
              <a:gd name="connsiteX7" fmla="*/ 9785339 w 10389157"/>
              <a:gd name="connsiteY7" fmla="*/ 3175 h 347838"/>
              <a:gd name="connsiteX8" fmla="*/ 9545478 w 10389157"/>
              <a:gd name="connsiteY8" fmla="*/ 149317 h 347838"/>
              <a:gd name="connsiteX9" fmla="*/ 9522411 w 10389157"/>
              <a:gd name="connsiteY9" fmla="*/ 167982 h 347838"/>
              <a:gd name="connsiteX10" fmla="*/ 9540864 w 10389157"/>
              <a:gd name="connsiteY10" fmla="*/ 191313 h 347838"/>
              <a:gd name="connsiteX11" fmla="*/ 9540864 w 10389157"/>
              <a:gd name="connsiteY11" fmla="*/ 242641 h 347838"/>
              <a:gd name="connsiteX12" fmla="*/ 9598014 w 10389157"/>
              <a:gd name="connsiteY12" fmla="*/ 339139 h 347838"/>
              <a:gd name="connsiteX13" fmla="*/ 0 w 10389157"/>
              <a:gd name="connsiteY13" fmla="*/ 0 h 347838"/>
              <a:gd name="connsiteX0" fmla="*/ 9598014 w 10381792"/>
              <a:gd name="connsiteY0" fmla="*/ 339139 h 347838"/>
              <a:gd name="connsiteX1" fmla="*/ 845227 w 10381792"/>
              <a:gd name="connsiteY1" fmla="*/ 335964 h 347838"/>
              <a:gd name="connsiteX2" fmla="*/ 0 w 10381792"/>
              <a:gd name="connsiteY2" fmla="*/ 335964 h 347838"/>
              <a:gd name="connsiteX3" fmla="*/ 0 w 10381792"/>
              <a:gd name="connsiteY3" fmla="*/ 0 h 347838"/>
              <a:gd name="connsiteX4" fmla="*/ 9598014 w 10381792"/>
              <a:gd name="connsiteY4" fmla="*/ 339139 h 347838"/>
              <a:gd name="connsiteX5" fmla="*/ 0 w 10381792"/>
              <a:gd name="connsiteY5" fmla="*/ 0 h 347838"/>
              <a:gd name="connsiteX6" fmla="*/ 739665 w 10381792"/>
              <a:gd name="connsiteY6" fmla="*/ 0 h 347838"/>
              <a:gd name="connsiteX7" fmla="*/ 9785339 w 10381792"/>
              <a:gd name="connsiteY7" fmla="*/ 3175 h 347838"/>
              <a:gd name="connsiteX8" fmla="*/ 9522411 w 10381792"/>
              <a:gd name="connsiteY8" fmla="*/ 167982 h 347838"/>
              <a:gd name="connsiteX9" fmla="*/ 9540864 w 10381792"/>
              <a:gd name="connsiteY9" fmla="*/ 191313 h 347838"/>
              <a:gd name="connsiteX10" fmla="*/ 9540864 w 10381792"/>
              <a:gd name="connsiteY10" fmla="*/ 242641 h 347838"/>
              <a:gd name="connsiteX11" fmla="*/ 9598014 w 10381792"/>
              <a:gd name="connsiteY11" fmla="*/ 339139 h 347838"/>
              <a:gd name="connsiteX12" fmla="*/ 0 w 10381792"/>
              <a:gd name="connsiteY12" fmla="*/ 0 h 347838"/>
              <a:gd name="connsiteX0" fmla="*/ 9598014 w 10387201"/>
              <a:gd name="connsiteY0" fmla="*/ 339139 h 347838"/>
              <a:gd name="connsiteX1" fmla="*/ 845227 w 10387201"/>
              <a:gd name="connsiteY1" fmla="*/ 335964 h 347838"/>
              <a:gd name="connsiteX2" fmla="*/ 0 w 10387201"/>
              <a:gd name="connsiteY2" fmla="*/ 335964 h 347838"/>
              <a:gd name="connsiteX3" fmla="*/ 0 w 10387201"/>
              <a:gd name="connsiteY3" fmla="*/ 0 h 347838"/>
              <a:gd name="connsiteX4" fmla="*/ 9598014 w 10387201"/>
              <a:gd name="connsiteY4" fmla="*/ 339139 h 347838"/>
              <a:gd name="connsiteX5" fmla="*/ 0 w 10387201"/>
              <a:gd name="connsiteY5" fmla="*/ 0 h 347838"/>
              <a:gd name="connsiteX6" fmla="*/ 739665 w 10387201"/>
              <a:gd name="connsiteY6" fmla="*/ 0 h 347838"/>
              <a:gd name="connsiteX7" fmla="*/ 9785339 w 10387201"/>
              <a:gd name="connsiteY7" fmla="*/ 3175 h 347838"/>
              <a:gd name="connsiteX8" fmla="*/ 9540864 w 10387201"/>
              <a:gd name="connsiteY8" fmla="*/ 191313 h 347838"/>
              <a:gd name="connsiteX9" fmla="*/ 9540864 w 10387201"/>
              <a:gd name="connsiteY9" fmla="*/ 242641 h 347838"/>
              <a:gd name="connsiteX10" fmla="*/ 9598014 w 10387201"/>
              <a:gd name="connsiteY10" fmla="*/ 339139 h 347838"/>
              <a:gd name="connsiteX11" fmla="*/ 0 w 10387201"/>
              <a:gd name="connsiteY11" fmla="*/ 0 h 347838"/>
              <a:gd name="connsiteX0" fmla="*/ 9598014 w 10385367"/>
              <a:gd name="connsiteY0" fmla="*/ 339139 h 350048"/>
              <a:gd name="connsiteX1" fmla="*/ 845227 w 10385367"/>
              <a:gd name="connsiteY1" fmla="*/ 335964 h 350048"/>
              <a:gd name="connsiteX2" fmla="*/ 0 w 10385367"/>
              <a:gd name="connsiteY2" fmla="*/ 335964 h 350048"/>
              <a:gd name="connsiteX3" fmla="*/ 0 w 10385367"/>
              <a:gd name="connsiteY3" fmla="*/ 0 h 350048"/>
              <a:gd name="connsiteX4" fmla="*/ 9598014 w 10385367"/>
              <a:gd name="connsiteY4" fmla="*/ 339139 h 350048"/>
              <a:gd name="connsiteX5" fmla="*/ 0 w 10385367"/>
              <a:gd name="connsiteY5" fmla="*/ 0 h 350048"/>
              <a:gd name="connsiteX6" fmla="*/ 739665 w 10385367"/>
              <a:gd name="connsiteY6" fmla="*/ 0 h 350048"/>
              <a:gd name="connsiteX7" fmla="*/ 9785339 w 10385367"/>
              <a:gd name="connsiteY7" fmla="*/ 3175 h 350048"/>
              <a:gd name="connsiteX8" fmla="*/ 9540864 w 10385367"/>
              <a:gd name="connsiteY8" fmla="*/ 242641 h 350048"/>
              <a:gd name="connsiteX9" fmla="*/ 9598014 w 10385367"/>
              <a:gd name="connsiteY9" fmla="*/ 339139 h 350048"/>
              <a:gd name="connsiteX10" fmla="*/ 0 w 10385367"/>
              <a:gd name="connsiteY10" fmla="*/ 0 h 350048"/>
              <a:gd name="connsiteX0" fmla="*/ 9598014 w 10858369"/>
              <a:gd name="connsiteY0" fmla="*/ 339139 h 339139"/>
              <a:gd name="connsiteX1" fmla="*/ 845227 w 10858369"/>
              <a:gd name="connsiteY1" fmla="*/ 335964 h 339139"/>
              <a:gd name="connsiteX2" fmla="*/ 0 w 10858369"/>
              <a:gd name="connsiteY2" fmla="*/ 335964 h 339139"/>
              <a:gd name="connsiteX3" fmla="*/ 0 w 10858369"/>
              <a:gd name="connsiteY3" fmla="*/ 0 h 339139"/>
              <a:gd name="connsiteX4" fmla="*/ 9598014 w 10858369"/>
              <a:gd name="connsiteY4" fmla="*/ 339139 h 339139"/>
              <a:gd name="connsiteX5" fmla="*/ 0 w 10858369"/>
              <a:gd name="connsiteY5" fmla="*/ 0 h 339139"/>
              <a:gd name="connsiteX6" fmla="*/ 739665 w 10858369"/>
              <a:gd name="connsiteY6" fmla="*/ 0 h 339139"/>
              <a:gd name="connsiteX7" fmla="*/ 9785339 w 10858369"/>
              <a:gd name="connsiteY7" fmla="*/ 3175 h 339139"/>
              <a:gd name="connsiteX8" fmla="*/ 9598014 w 10858369"/>
              <a:gd name="connsiteY8" fmla="*/ 339139 h 339139"/>
              <a:gd name="connsiteX9" fmla="*/ 0 w 10858369"/>
              <a:gd name="connsiteY9" fmla="*/ 0 h 339139"/>
              <a:gd name="connsiteX0" fmla="*/ 9598014 w 10374035"/>
              <a:gd name="connsiteY0" fmla="*/ 339139 h 339139"/>
              <a:gd name="connsiteX1" fmla="*/ 845227 w 10374035"/>
              <a:gd name="connsiteY1" fmla="*/ 335964 h 339139"/>
              <a:gd name="connsiteX2" fmla="*/ 0 w 10374035"/>
              <a:gd name="connsiteY2" fmla="*/ 335964 h 339139"/>
              <a:gd name="connsiteX3" fmla="*/ 0 w 10374035"/>
              <a:gd name="connsiteY3" fmla="*/ 0 h 339139"/>
              <a:gd name="connsiteX4" fmla="*/ 9598014 w 10374035"/>
              <a:gd name="connsiteY4" fmla="*/ 339139 h 339139"/>
              <a:gd name="connsiteX5" fmla="*/ 0 w 10374035"/>
              <a:gd name="connsiteY5" fmla="*/ 0 h 339139"/>
              <a:gd name="connsiteX6" fmla="*/ 739665 w 10374035"/>
              <a:gd name="connsiteY6" fmla="*/ 0 h 339139"/>
              <a:gd name="connsiteX7" fmla="*/ 9785339 w 10374035"/>
              <a:gd name="connsiteY7" fmla="*/ 3175 h 339139"/>
              <a:gd name="connsiteX8" fmla="*/ 9598014 w 10374035"/>
              <a:gd name="connsiteY8" fmla="*/ 339139 h 339139"/>
              <a:gd name="connsiteX9" fmla="*/ 0 w 10374035"/>
              <a:gd name="connsiteY9" fmla="*/ 0 h 339139"/>
              <a:gd name="connsiteX0" fmla="*/ 9598014 w 10398682"/>
              <a:gd name="connsiteY0" fmla="*/ 339139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9598014 w 10398682"/>
              <a:gd name="connsiteY5" fmla="*/ 339139 h 430579"/>
              <a:gd name="connsiteX6" fmla="*/ 0 w 10398682"/>
              <a:gd name="connsiteY6" fmla="*/ 0 h 430579"/>
              <a:gd name="connsiteX7" fmla="*/ 739665 w 10398682"/>
              <a:gd name="connsiteY7" fmla="*/ 0 h 430579"/>
              <a:gd name="connsiteX8" fmla="*/ 9785339 w 10398682"/>
              <a:gd name="connsiteY8" fmla="*/ 3175 h 430579"/>
              <a:gd name="connsiteX9" fmla="*/ 9689454 w 10398682"/>
              <a:gd name="connsiteY9" fmla="*/ 430579 h 430579"/>
              <a:gd name="connsiteX0" fmla="*/ 0 w 10398682"/>
              <a:gd name="connsiteY0" fmla="*/ 0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0 w 10398682"/>
              <a:gd name="connsiteY5" fmla="*/ 0 h 430579"/>
              <a:gd name="connsiteX6" fmla="*/ 739665 w 10398682"/>
              <a:gd name="connsiteY6" fmla="*/ 0 h 430579"/>
              <a:gd name="connsiteX7" fmla="*/ 9785339 w 10398682"/>
              <a:gd name="connsiteY7" fmla="*/ 3175 h 430579"/>
              <a:gd name="connsiteX8" fmla="*/ 9689454 w 10398682"/>
              <a:gd name="connsiteY8" fmla="*/ 430579 h 430579"/>
              <a:gd name="connsiteX0" fmla="*/ 0 w 10867773"/>
              <a:gd name="connsiteY0" fmla="*/ 0 h 336082"/>
              <a:gd name="connsiteX1" fmla="*/ 0 w 10867773"/>
              <a:gd name="connsiteY1" fmla="*/ 0 h 336082"/>
              <a:gd name="connsiteX2" fmla="*/ 845227 w 10867773"/>
              <a:gd name="connsiteY2" fmla="*/ 335964 h 336082"/>
              <a:gd name="connsiteX3" fmla="*/ 0 w 10867773"/>
              <a:gd name="connsiteY3" fmla="*/ 335964 h 336082"/>
              <a:gd name="connsiteX4" fmla="*/ 0 w 10867773"/>
              <a:gd name="connsiteY4" fmla="*/ 0 h 336082"/>
              <a:gd name="connsiteX5" fmla="*/ 0 w 10867773"/>
              <a:gd name="connsiteY5" fmla="*/ 0 h 336082"/>
              <a:gd name="connsiteX6" fmla="*/ 739665 w 10867773"/>
              <a:gd name="connsiteY6" fmla="*/ 0 h 336082"/>
              <a:gd name="connsiteX7" fmla="*/ 9785339 w 10867773"/>
              <a:gd name="connsiteY7" fmla="*/ 3175 h 336082"/>
              <a:gd name="connsiteX8" fmla="*/ 9676754 w 10867773"/>
              <a:gd name="connsiteY8" fmla="*/ 230554 h 336082"/>
              <a:gd name="connsiteX0" fmla="*/ 0 w 10840435"/>
              <a:gd name="connsiteY0" fmla="*/ 0 h 336082"/>
              <a:gd name="connsiteX1" fmla="*/ 0 w 10840435"/>
              <a:gd name="connsiteY1" fmla="*/ 0 h 336082"/>
              <a:gd name="connsiteX2" fmla="*/ 845227 w 10840435"/>
              <a:gd name="connsiteY2" fmla="*/ 335964 h 336082"/>
              <a:gd name="connsiteX3" fmla="*/ 0 w 10840435"/>
              <a:gd name="connsiteY3" fmla="*/ 335964 h 336082"/>
              <a:gd name="connsiteX4" fmla="*/ 0 w 10840435"/>
              <a:gd name="connsiteY4" fmla="*/ 0 h 336082"/>
              <a:gd name="connsiteX5" fmla="*/ 0 w 10840435"/>
              <a:gd name="connsiteY5" fmla="*/ 0 h 336082"/>
              <a:gd name="connsiteX6" fmla="*/ 739665 w 10840435"/>
              <a:gd name="connsiteY6" fmla="*/ 0 h 336082"/>
              <a:gd name="connsiteX7" fmla="*/ 9785339 w 10840435"/>
              <a:gd name="connsiteY7" fmla="*/ 3175 h 336082"/>
              <a:gd name="connsiteX8" fmla="*/ 9625954 w 10840435"/>
              <a:gd name="connsiteY8" fmla="*/ 335329 h 336082"/>
              <a:gd name="connsiteX0" fmla="*/ 0 w 10403938"/>
              <a:gd name="connsiteY0" fmla="*/ 0 h 336082"/>
              <a:gd name="connsiteX1" fmla="*/ 0 w 10403938"/>
              <a:gd name="connsiteY1" fmla="*/ 0 h 336082"/>
              <a:gd name="connsiteX2" fmla="*/ 845227 w 10403938"/>
              <a:gd name="connsiteY2" fmla="*/ 335964 h 336082"/>
              <a:gd name="connsiteX3" fmla="*/ 0 w 10403938"/>
              <a:gd name="connsiteY3" fmla="*/ 335964 h 336082"/>
              <a:gd name="connsiteX4" fmla="*/ 0 w 10403938"/>
              <a:gd name="connsiteY4" fmla="*/ 0 h 336082"/>
              <a:gd name="connsiteX5" fmla="*/ 0 w 10403938"/>
              <a:gd name="connsiteY5" fmla="*/ 0 h 336082"/>
              <a:gd name="connsiteX6" fmla="*/ 739665 w 10403938"/>
              <a:gd name="connsiteY6" fmla="*/ 0 h 336082"/>
              <a:gd name="connsiteX7" fmla="*/ 9785339 w 10403938"/>
              <a:gd name="connsiteY7" fmla="*/ 3175 h 336082"/>
              <a:gd name="connsiteX8" fmla="*/ 9625954 w 10403938"/>
              <a:gd name="connsiteY8" fmla="*/ 335329 h 336082"/>
              <a:gd name="connsiteX0" fmla="*/ 0 w 9785601"/>
              <a:gd name="connsiteY0" fmla="*/ 0 h 336082"/>
              <a:gd name="connsiteX1" fmla="*/ 0 w 9785601"/>
              <a:gd name="connsiteY1" fmla="*/ 0 h 336082"/>
              <a:gd name="connsiteX2" fmla="*/ 845227 w 9785601"/>
              <a:gd name="connsiteY2" fmla="*/ 335964 h 336082"/>
              <a:gd name="connsiteX3" fmla="*/ 0 w 9785601"/>
              <a:gd name="connsiteY3" fmla="*/ 335964 h 336082"/>
              <a:gd name="connsiteX4" fmla="*/ 0 w 9785601"/>
              <a:gd name="connsiteY4" fmla="*/ 0 h 336082"/>
              <a:gd name="connsiteX5" fmla="*/ 0 w 9785601"/>
              <a:gd name="connsiteY5" fmla="*/ 0 h 336082"/>
              <a:gd name="connsiteX6" fmla="*/ 739665 w 9785601"/>
              <a:gd name="connsiteY6" fmla="*/ 0 h 336082"/>
              <a:gd name="connsiteX7" fmla="*/ 9785339 w 9785601"/>
              <a:gd name="connsiteY7" fmla="*/ 3175 h 336082"/>
              <a:gd name="connsiteX8" fmla="*/ 9625954 w 9785601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6350 h 336082"/>
              <a:gd name="connsiteX8" fmla="*/ 9625954 w 9798283"/>
              <a:gd name="connsiteY8" fmla="*/ 335329 h 336082"/>
              <a:gd name="connsiteX0" fmla="*/ 0 w 9941053"/>
              <a:gd name="connsiteY0" fmla="*/ 60328 h 396410"/>
              <a:gd name="connsiteX1" fmla="*/ 0 w 9941053"/>
              <a:gd name="connsiteY1" fmla="*/ 60328 h 396410"/>
              <a:gd name="connsiteX2" fmla="*/ 845227 w 9941053"/>
              <a:gd name="connsiteY2" fmla="*/ 396292 h 396410"/>
              <a:gd name="connsiteX3" fmla="*/ 0 w 9941053"/>
              <a:gd name="connsiteY3" fmla="*/ 396292 h 396410"/>
              <a:gd name="connsiteX4" fmla="*/ 0 w 9941053"/>
              <a:gd name="connsiteY4" fmla="*/ 60328 h 396410"/>
              <a:gd name="connsiteX5" fmla="*/ 0 w 9941053"/>
              <a:gd name="connsiteY5" fmla="*/ 60328 h 396410"/>
              <a:gd name="connsiteX6" fmla="*/ 739665 w 9941053"/>
              <a:gd name="connsiteY6" fmla="*/ 60328 h 396410"/>
              <a:gd name="connsiteX7" fmla="*/ 9940914 w 9941053"/>
              <a:gd name="connsiteY7" fmla="*/ 3 h 396410"/>
              <a:gd name="connsiteX8" fmla="*/ 9625954 w 9941053"/>
              <a:gd name="connsiteY8" fmla="*/ 395657 h 396410"/>
              <a:gd name="connsiteX0" fmla="*/ 0 w 9625954"/>
              <a:gd name="connsiteY0" fmla="*/ 0 h 336082"/>
              <a:gd name="connsiteX1" fmla="*/ 0 w 9625954"/>
              <a:gd name="connsiteY1" fmla="*/ 0 h 336082"/>
              <a:gd name="connsiteX2" fmla="*/ 845227 w 9625954"/>
              <a:gd name="connsiteY2" fmla="*/ 335964 h 336082"/>
              <a:gd name="connsiteX3" fmla="*/ 0 w 9625954"/>
              <a:gd name="connsiteY3" fmla="*/ 335964 h 336082"/>
              <a:gd name="connsiteX4" fmla="*/ 0 w 9625954"/>
              <a:gd name="connsiteY4" fmla="*/ 0 h 336082"/>
              <a:gd name="connsiteX5" fmla="*/ 0 w 9625954"/>
              <a:gd name="connsiteY5" fmla="*/ 0 h 336082"/>
              <a:gd name="connsiteX6" fmla="*/ 739665 w 9625954"/>
              <a:gd name="connsiteY6" fmla="*/ 0 h 336082"/>
              <a:gd name="connsiteX7" fmla="*/ 9229714 w 9625954"/>
              <a:gd name="connsiteY7" fmla="*/ 177800 h 336082"/>
              <a:gd name="connsiteX8" fmla="*/ 9625954 w 9625954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3175 h 336082"/>
              <a:gd name="connsiteX8" fmla="*/ 9625954 w 9798283"/>
              <a:gd name="connsiteY8" fmla="*/ 335329 h 336082"/>
              <a:gd name="connsiteX0" fmla="*/ 0 w 10332581"/>
              <a:gd name="connsiteY0" fmla="*/ 0 h 336082"/>
              <a:gd name="connsiteX1" fmla="*/ 0 w 10332581"/>
              <a:gd name="connsiteY1" fmla="*/ 0 h 336082"/>
              <a:gd name="connsiteX2" fmla="*/ 845227 w 10332581"/>
              <a:gd name="connsiteY2" fmla="*/ 335964 h 336082"/>
              <a:gd name="connsiteX3" fmla="*/ 0 w 10332581"/>
              <a:gd name="connsiteY3" fmla="*/ 335964 h 336082"/>
              <a:gd name="connsiteX4" fmla="*/ 0 w 10332581"/>
              <a:gd name="connsiteY4" fmla="*/ 0 h 336082"/>
              <a:gd name="connsiteX5" fmla="*/ 0 w 10332581"/>
              <a:gd name="connsiteY5" fmla="*/ 0 h 336082"/>
              <a:gd name="connsiteX6" fmla="*/ 739665 w 10332581"/>
              <a:gd name="connsiteY6" fmla="*/ 0 h 336082"/>
              <a:gd name="connsiteX7" fmla="*/ 9798039 w 10332581"/>
              <a:gd name="connsiteY7" fmla="*/ 3175 h 336082"/>
              <a:gd name="connsiteX8" fmla="*/ 9333854 w 10332581"/>
              <a:gd name="connsiteY8" fmla="*/ 243254 h 336082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739665 w 10410875"/>
              <a:gd name="connsiteY6" fmla="*/ 0 h 338504"/>
              <a:gd name="connsiteX7" fmla="*/ 9798039 w 10410875"/>
              <a:gd name="connsiteY7" fmla="*/ 3175 h 338504"/>
              <a:gd name="connsiteX8" fmla="*/ 9616429 w 10410875"/>
              <a:gd name="connsiteY8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9798039"/>
              <a:gd name="connsiteY0" fmla="*/ 0 h 335964"/>
              <a:gd name="connsiteX1" fmla="*/ 0 w 9798039"/>
              <a:gd name="connsiteY1" fmla="*/ 0 h 335964"/>
              <a:gd name="connsiteX2" fmla="*/ 4450166 w 9798039"/>
              <a:gd name="connsiteY2" fmla="*/ 331176 h 335964"/>
              <a:gd name="connsiteX3" fmla="*/ 0 w 9798039"/>
              <a:gd name="connsiteY3" fmla="*/ 335964 h 335964"/>
              <a:gd name="connsiteX4" fmla="*/ 0 w 9798039"/>
              <a:gd name="connsiteY4" fmla="*/ 0 h 335964"/>
              <a:gd name="connsiteX5" fmla="*/ 0 w 9798039"/>
              <a:gd name="connsiteY5" fmla="*/ 0 h 335964"/>
              <a:gd name="connsiteX6" fmla="*/ 9798039 w 9798039"/>
              <a:gd name="connsiteY6" fmla="*/ 3175 h 335964"/>
              <a:gd name="connsiteX0" fmla="*/ 0 w 4808553"/>
              <a:gd name="connsiteY0" fmla="*/ 0 h 335964"/>
              <a:gd name="connsiteX1" fmla="*/ 0 w 4808553"/>
              <a:gd name="connsiteY1" fmla="*/ 0 h 335964"/>
              <a:gd name="connsiteX2" fmla="*/ 4450166 w 4808553"/>
              <a:gd name="connsiteY2" fmla="*/ 331176 h 335964"/>
              <a:gd name="connsiteX3" fmla="*/ 0 w 4808553"/>
              <a:gd name="connsiteY3" fmla="*/ 335964 h 335964"/>
              <a:gd name="connsiteX4" fmla="*/ 0 w 4808553"/>
              <a:gd name="connsiteY4" fmla="*/ 0 h 335964"/>
              <a:gd name="connsiteX0" fmla="*/ 77078 w 4528022"/>
              <a:gd name="connsiteY0" fmla="*/ 10269 h 365804"/>
              <a:gd name="connsiteX1" fmla="*/ 77078 w 4528022"/>
              <a:gd name="connsiteY1" fmla="*/ 10269 h 365804"/>
              <a:gd name="connsiteX2" fmla="*/ 436136 w 4528022"/>
              <a:gd name="connsiteY2" fmla="*/ 29857 h 365804"/>
              <a:gd name="connsiteX3" fmla="*/ 4527244 w 4528022"/>
              <a:gd name="connsiteY3" fmla="*/ 341445 h 365804"/>
              <a:gd name="connsiteX4" fmla="*/ 77078 w 4528022"/>
              <a:gd name="connsiteY4" fmla="*/ 346233 h 365804"/>
              <a:gd name="connsiteX5" fmla="*/ 77078 w 4528022"/>
              <a:gd name="connsiteY5" fmla="*/ 10269 h 365804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973015"/>
              <a:gd name="connsiteY0" fmla="*/ 0 h 356920"/>
              <a:gd name="connsiteX1" fmla="*/ 0 w 4973015"/>
              <a:gd name="connsiteY1" fmla="*/ 0 h 356920"/>
              <a:gd name="connsiteX2" fmla="*/ 4035808 w 4973015"/>
              <a:gd name="connsiteY2" fmla="*/ 48312 h 356920"/>
              <a:gd name="connsiteX3" fmla="*/ 4673465 w 4973015"/>
              <a:gd name="connsiteY3" fmla="*/ 335963 h 356920"/>
              <a:gd name="connsiteX4" fmla="*/ 0 w 4973015"/>
              <a:gd name="connsiteY4" fmla="*/ 335964 h 356920"/>
              <a:gd name="connsiteX5" fmla="*/ 0 w 4973015"/>
              <a:gd name="connsiteY5" fmla="*/ 0 h 356920"/>
              <a:gd name="connsiteX0" fmla="*/ 0 w 4971985"/>
              <a:gd name="connsiteY0" fmla="*/ 0 h 339915"/>
              <a:gd name="connsiteX1" fmla="*/ 0 w 4971985"/>
              <a:gd name="connsiteY1" fmla="*/ 0 h 339915"/>
              <a:gd name="connsiteX2" fmla="*/ 4035808 w 4971985"/>
              <a:gd name="connsiteY2" fmla="*/ 48312 h 339915"/>
              <a:gd name="connsiteX3" fmla="*/ 4673465 w 4971985"/>
              <a:gd name="connsiteY3" fmla="*/ 335963 h 339915"/>
              <a:gd name="connsiteX4" fmla="*/ 0 w 4971985"/>
              <a:gd name="connsiteY4" fmla="*/ 335964 h 339915"/>
              <a:gd name="connsiteX5" fmla="*/ 0 w 4971985"/>
              <a:gd name="connsiteY5" fmla="*/ 0 h 339915"/>
              <a:gd name="connsiteX0" fmla="*/ 0 w 4977139"/>
              <a:gd name="connsiteY0" fmla="*/ 0 h 335964"/>
              <a:gd name="connsiteX1" fmla="*/ 0 w 4977139"/>
              <a:gd name="connsiteY1" fmla="*/ 0 h 335964"/>
              <a:gd name="connsiteX2" fmla="*/ 4035808 w 4977139"/>
              <a:gd name="connsiteY2" fmla="*/ 48312 h 335964"/>
              <a:gd name="connsiteX3" fmla="*/ 4673465 w 4977139"/>
              <a:gd name="connsiteY3" fmla="*/ 335963 h 335964"/>
              <a:gd name="connsiteX4" fmla="*/ 0 w 4977139"/>
              <a:gd name="connsiteY4" fmla="*/ 335964 h 335964"/>
              <a:gd name="connsiteX5" fmla="*/ 0 w 4977139"/>
              <a:gd name="connsiteY5" fmla="*/ 0 h 335964"/>
              <a:gd name="connsiteX0" fmla="*/ 0 w 4680500"/>
              <a:gd name="connsiteY0" fmla="*/ 0 h 335993"/>
              <a:gd name="connsiteX1" fmla="*/ 0 w 4680500"/>
              <a:gd name="connsiteY1" fmla="*/ 0 h 335993"/>
              <a:gd name="connsiteX2" fmla="*/ 4035808 w 4680500"/>
              <a:gd name="connsiteY2" fmla="*/ 48312 h 335993"/>
              <a:gd name="connsiteX3" fmla="*/ 4673465 w 4680500"/>
              <a:gd name="connsiteY3" fmla="*/ 335963 h 335993"/>
              <a:gd name="connsiteX4" fmla="*/ 0 w 4680500"/>
              <a:gd name="connsiteY4" fmla="*/ 335964 h 335993"/>
              <a:gd name="connsiteX5" fmla="*/ 0 w 4680500"/>
              <a:gd name="connsiteY5" fmla="*/ 0 h 335993"/>
              <a:gd name="connsiteX0" fmla="*/ 0 w 4673495"/>
              <a:gd name="connsiteY0" fmla="*/ 0 h 335993"/>
              <a:gd name="connsiteX1" fmla="*/ 0 w 4673495"/>
              <a:gd name="connsiteY1" fmla="*/ 0 h 335993"/>
              <a:gd name="connsiteX2" fmla="*/ 4035808 w 4673495"/>
              <a:gd name="connsiteY2" fmla="*/ 48312 h 335993"/>
              <a:gd name="connsiteX3" fmla="*/ 4673465 w 4673495"/>
              <a:gd name="connsiteY3" fmla="*/ 335963 h 335993"/>
              <a:gd name="connsiteX4" fmla="*/ 0 w 4673495"/>
              <a:gd name="connsiteY4" fmla="*/ 335964 h 335993"/>
              <a:gd name="connsiteX5" fmla="*/ 0 w 4673495"/>
              <a:gd name="connsiteY5" fmla="*/ 0 h 335993"/>
              <a:gd name="connsiteX0" fmla="*/ 0 w 5049349"/>
              <a:gd name="connsiteY0" fmla="*/ 0 h 360817"/>
              <a:gd name="connsiteX1" fmla="*/ 0 w 5049349"/>
              <a:gd name="connsiteY1" fmla="*/ 0 h 360817"/>
              <a:gd name="connsiteX2" fmla="*/ 4752225 w 5049349"/>
              <a:gd name="connsiteY2" fmla="*/ 438 h 360817"/>
              <a:gd name="connsiteX3" fmla="*/ 4673465 w 5049349"/>
              <a:gd name="connsiteY3" fmla="*/ 335963 h 360817"/>
              <a:gd name="connsiteX4" fmla="*/ 0 w 5049349"/>
              <a:gd name="connsiteY4" fmla="*/ 335964 h 360817"/>
              <a:gd name="connsiteX5" fmla="*/ 0 w 5049349"/>
              <a:gd name="connsiteY5" fmla="*/ 0 h 360817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317112"/>
              <a:gd name="connsiteY0" fmla="*/ 0 h 354433"/>
              <a:gd name="connsiteX1" fmla="*/ 0 w 5317112"/>
              <a:gd name="connsiteY1" fmla="*/ 0 h 354433"/>
              <a:gd name="connsiteX2" fmla="*/ 4775485 w 5317112"/>
              <a:gd name="connsiteY2" fmla="*/ 86612 h 354433"/>
              <a:gd name="connsiteX3" fmla="*/ 4673465 w 5317112"/>
              <a:gd name="connsiteY3" fmla="*/ 335963 h 354433"/>
              <a:gd name="connsiteX4" fmla="*/ 0 w 5317112"/>
              <a:gd name="connsiteY4" fmla="*/ 335964 h 354433"/>
              <a:gd name="connsiteX5" fmla="*/ 0 w 5317112"/>
              <a:gd name="connsiteY5" fmla="*/ 0 h 354433"/>
              <a:gd name="connsiteX0" fmla="*/ 0 w 5286704"/>
              <a:gd name="connsiteY0" fmla="*/ 0 h 354433"/>
              <a:gd name="connsiteX1" fmla="*/ 0 w 5286704"/>
              <a:gd name="connsiteY1" fmla="*/ 0 h 354433"/>
              <a:gd name="connsiteX2" fmla="*/ 4775485 w 5286704"/>
              <a:gd name="connsiteY2" fmla="*/ 86612 h 354433"/>
              <a:gd name="connsiteX3" fmla="*/ 4673465 w 5286704"/>
              <a:gd name="connsiteY3" fmla="*/ 335963 h 354433"/>
              <a:gd name="connsiteX4" fmla="*/ 0 w 5286704"/>
              <a:gd name="connsiteY4" fmla="*/ 335964 h 354433"/>
              <a:gd name="connsiteX5" fmla="*/ 0 w 5286704"/>
              <a:gd name="connsiteY5" fmla="*/ 0 h 354433"/>
              <a:gd name="connsiteX0" fmla="*/ 0 w 5097113"/>
              <a:gd name="connsiteY0" fmla="*/ 0 h 354433"/>
              <a:gd name="connsiteX1" fmla="*/ 0 w 5097113"/>
              <a:gd name="connsiteY1" fmla="*/ 0 h 354433"/>
              <a:gd name="connsiteX2" fmla="*/ 4775485 w 5097113"/>
              <a:gd name="connsiteY2" fmla="*/ 86612 h 354433"/>
              <a:gd name="connsiteX3" fmla="*/ 4673465 w 5097113"/>
              <a:gd name="connsiteY3" fmla="*/ 335963 h 354433"/>
              <a:gd name="connsiteX4" fmla="*/ 0 w 5097113"/>
              <a:gd name="connsiteY4" fmla="*/ 335964 h 354433"/>
              <a:gd name="connsiteX5" fmla="*/ 0 w 5097113"/>
              <a:gd name="connsiteY5" fmla="*/ 0 h 354433"/>
              <a:gd name="connsiteX0" fmla="*/ 0 w 5059613"/>
              <a:gd name="connsiteY0" fmla="*/ 269184 h 623617"/>
              <a:gd name="connsiteX1" fmla="*/ 0 w 5059613"/>
              <a:gd name="connsiteY1" fmla="*/ 269184 h 623617"/>
              <a:gd name="connsiteX2" fmla="*/ 4775485 w 5059613"/>
              <a:gd name="connsiteY2" fmla="*/ 355796 h 623617"/>
              <a:gd name="connsiteX3" fmla="*/ 4673465 w 5059613"/>
              <a:gd name="connsiteY3" fmla="*/ 605147 h 623617"/>
              <a:gd name="connsiteX4" fmla="*/ 0 w 5059613"/>
              <a:gd name="connsiteY4" fmla="*/ 605148 h 623617"/>
              <a:gd name="connsiteX5" fmla="*/ 0 w 5059613"/>
              <a:gd name="connsiteY5" fmla="*/ 269184 h 623617"/>
              <a:gd name="connsiteX0" fmla="*/ 0 w 5080032"/>
              <a:gd name="connsiteY0" fmla="*/ 0 h 606920"/>
              <a:gd name="connsiteX1" fmla="*/ 0 w 5080032"/>
              <a:gd name="connsiteY1" fmla="*/ 0 h 606920"/>
              <a:gd name="connsiteX2" fmla="*/ 4775485 w 5080032"/>
              <a:gd name="connsiteY2" fmla="*/ 86612 h 606920"/>
              <a:gd name="connsiteX3" fmla="*/ 4673465 w 5080032"/>
              <a:gd name="connsiteY3" fmla="*/ 335963 h 606920"/>
              <a:gd name="connsiteX4" fmla="*/ 0 w 5080032"/>
              <a:gd name="connsiteY4" fmla="*/ 335964 h 606920"/>
              <a:gd name="connsiteX5" fmla="*/ 0 w 5080032"/>
              <a:gd name="connsiteY5" fmla="*/ 0 h 606920"/>
              <a:gd name="connsiteX0" fmla="*/ 0 w 5042821"/>
              <a:gd name="connsiteY0" fmla="*/ 38486 h 645406"/>
              <a:gd name="connsiteX1" fmla="*/ 0 w 5042821"/>
              <a:gd name="connsiteY1" fmla="*/ 38486 h 645406"/>
              <a:gd name="connsiteX2" fmla="*/ 4775485 w 5042821"/>
              <a:gd name="connsiteY2" fmla="*/ 125098 h 645406"/>
              <a:gd name="connsiteX3" fmla="*/ 4673465 w 5042821"/>
              <a:gd name="connsiteY3" fmla="*/ 374449 h 645406"/>
              <a:gd name="connsiteX4" fmla="*/ 0 w 5042821"/>
              <a:gd name="connsiteY4" fmla="*/ 374450 h 645406"/>
              <a:gd name="connsiteX5" fmla="*/ 0 w 5042821"/>
              <a:gd name="connsiteY5" fmla="*/ 38486 h 645406"/>
              <a:gd name="connsiteX0" fmla="*/ 0 w 5185081"/>
              <a:gd name="connsiteY0" fmla="*/ 0 h 606920"/>
              <a:gd name="connsiteX1" fmla="*/ 0 w 5185081"/>
              <a:gd name="connsiteY1" fmla="*/ 0 h 606920"/>
              <a:gd name="connsiteX2" fmla="*/ 4775485 w 5185081"/>
              <a:gd name="connsiteY2" fmla="*/ 86612 h 606920"/>
              <a:gd name="connsiteX3" fmla="*/ 4673465 w 5185081"/>
              <a:gd name="connsiteY3" fmla="*/ 335963 h 606920"/>
              <a:gd name="connsiteX4" fmla="*/ 0 w 5185081"/>
              <a:gd name="connsiteY4" fmla="*/ 335964 h 606920"/>
              <a:gd name="connsiteX5" fmla="*/ 0 w 5185081"/>
              <a:gd name="connsiteY5" fmla="*/ 0 h 606920"/>
              <a:gd name="connsiteX0" fmla="*/ 0 w 5185081"/>
              <a:gd name="connsiteY0" fmla="*/ 0 h 354433"/>
              <a:gd name="connsiteX1" fmla="*/ 0 w 5185081"/>
              <a:gd name="connsiteY1" fmla="*/ 0 h 354433"/>
              <a:gd name="connsiteX2" fmla="*/ 4775485 w 5185081"/>
              <a:gd name="connsiteY2" fmla="*/ 86612 h 354433"/>
              <a:gd name="connsiteX3" fmla="*/ 4673465 w 5185081"/>
              <a:gd name="connsiteY3" fmla="*/ 335963 h 354433"/>
              <a:gd name="connsiteX4" fmla="*/ 0 w 5185081"/>
              <a:gd name="connsiteY4" fmla="*/ 335964 h 354433"/>
              <a:gd name="connsiteX5" fmla="*/ 0 w 5185081"/>
              <a:gd name="connsiteY5" fmla="*/ 0 h 354433"/>
              <a:gd name="connsiteX0" fmla="*/ 0 w 5056051"/>
              <a:gd name="connsiteY0" fmla="*/ 0 h 354433"/>
              <a:gd name="connsiteX1" fmla="*/ 0 w 5056051"/>
              <a:gd name="connsiteY1" fmla="*/ 0 h 354433"/>
              <a:gd name="connsiteX2" fmla="*/ 4775485 w 5056051"/>
              <a:gd name="connsiteY2" fmla="*/ 86612 h 354433"/>
              <a:gd name="connsiteX3" fmla="*/ 4673465 w 5056051"/>
              <a:gd name="connsiteY3" fmla="*/ 335963 h 354433"/>
              <a:gd name="connsiteX4" fmla="*/ 0 w 5056051"/>
              <a:gd name="connsiteY4" fmla="*/ 335964 h 354433"/>
              <a:gd name="connsiteX5" fmla="*/ 0 w 5056051"/>
              <a:gd name="connsiteY5" fmla="*/ 0 h 354433"/>
              <a:gd name="connsiteX0" fmla="*/ 0 w 4775496"/>
              <a:gd name="connsiteY0" fmla="*/ 0 h 354433"/>
              <a:gd name="connsiteX1" fmla="*/ 0 w 4775496"/>
              <a:gd name="connsiteY1" fmla="*/ 0 h 354433"/>
              <a:gd name="connsiteX2" fmla="*/ 4775485 w 4775496"/>
              <a:gd name="connsiteY2" fmla="*/ 86612 h 354433"/>
              <a:gd name="connsiteX3" fmla="*/ 4673465 w 4775496"/>
              <a:gd name="connsiteY3" fmla="*/ 335963 h 354433"/>
              <a:gd name="connsiteX4" fmla="*/ 0 w 4775496"/>
              <a:gd name="connsiteY4" fmla="*/ 335964 h 354433"/>
              <a:gd name="connsiteX5" fmla="*/ 0 w 4775496"/>
              <a:gd name="connsiteY5" fmla="*/ 0 h 354433"/>
              <a:gd name="connsiteX0" fmla="*/ 0 w 4775496"/>
              <a:gd name="connsiteY0" fmla="*/ 0 h 335964"/>
              <a:gd name="connsiteX1" fmla="*/ 0 w 4775496"/>
              <a:gd name="connsiteY1" fmla="*/ 0 h 335964"/>
              <a:gd name="connsiteX2" fmla="*/ 4775485 w 4775496"/>
              <a:gd name="connsiteY2" fmla="*/ 86612 h 335964"/>
              <a:gd name="connsiteX3" fmla="*/ 4673465 w 4775496"/>
              <a:gd name="connsiteY3" fmla="*/ 335963 h 335964"/>
              <a:gd name="connsiteX4" fmla="*/ 0 w 4775496"/>
              <a:gd name="connsiteY4" fmla="*/ 335964 h 335964"/>
              <a:gd name="connsiteX5" fmla="*/ 0 w 4775496"/>
              <a:gd name="connsiteY5" fmla="*/ 0 h 335964"/>
              <a:gd name="connsiteX0" fmla="*/ 0 w 4759216"/>
              <a:gd name="connsiteY0" fmla="*/ 0 h 335964"/>
              <a:gd name="connsiteX1" fmla="*/ 0 w 4759216"/>
              <a:gd name="connsiteY1" fmla="*/ 0 h 335964"/>
              <a:gd name="connsiteX2" fmla="*/ 4759203 w 4759216"/>
              <a:gd name="connsiteY2" fmla="*/ 5225 h 335964"/>
              <a:gd name="connsiteX3" fmla="*/ 4673465 w 4759216"/>
              <a:gd name="connsiteY3" fmla="*/ 335963 h 335964"/>
              <a:gd name="connsiteX4" fmla="*/ 0 w 4759216"/>
              <a:gd name="connsiteY4" fmla="*/ 335964 h 335964"/>
              <a:gd name="connsiteX5" fmla="*/ 0 w 4759216"/>
              <a:gd name="connsiteY5" fmla="*/ 0 h 335964"/>
              <a:gd name="connsiteX0" fmla="*/ 0 w 4759208"/>
              <a:gd name="connsiteY0" fmla="*/ 0 h 335964"/>
              <a:gd name="connsiteX1" fmla="*/ 0 w 4759208"/>
              <a:gd name="connsiteY1" fmla="*/ 0 h 335964"/>
              <a:gd name="connsiteX2" fmla="*/ 4759203 w 4759208"/>
              <a:gd name="connsiteY2" fmla="*/ 5225 h 335964"/>
              <a:gd name="connsiteX3" fmla="*/ 4559490 w 4759208"/>
              <a:gd name="connsiteY3" fmla="*/ 206702 h 335964"/>
              <a:gd name="connsiteX4" fmla="*/ 0 w 4759208"/>
              <a:gd name="connsiteY4" fmla="*/ 335964 h 335964"/>
              <a:gd name="connsiteX5" fmla="*/ 0 w 4759208"/>
              <a:gd name="connsiteY5" fmla="*/ 0 h 335964"/>
              <a:gd name="connsiteX0" fmla="*/ 0 w 4759215"/>
              <a:gd name="connsiteY0" fmla="*/ 0 h 335964"/>
              <a:gd name="connsiteX1" fmla="*/ 0 w 4759215"/>
              <a:gd name="connsiteY1" fmla="*/ 0 h 335964"/>
              <a:gd name="connsiteX2" fmla="*/ 4759203 w 4759215"/>
              <a:gd name="connsiteY2" fmla="*/ 5225 h 335964"/>
              <a:gd name="connsiteX3" fmla="*/ 4668814 w 4759215"/>
              <a:gd name="connsiteY3" fmla="*/ 335963 h 335964"/>
              <a:gd name="connsiteX4" fmla="*/ 0 w 4759215"/>
              <a:gd name="connsiteY4" fmla="*/ 335964 h 335964"/>
              <a:gd name="connsiteX5" fmla="*/ 0 w 4759215"/>
              <a:gd name="connsiteY5" fmla="*/ 0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9215" h="335964">
                <a:moveTo>
                  <a:pt x="0" y="0"/>
                </a:moveTo>
                <a:lnTo>
                  <a:pt x="0" y="0"/>
                </a:lnTo>
                <a:lnTo>
                  <a:pt x="4759203" y="5225"/>
                </a:lnTo>
                <a:cubicBezTo>
                  <a:pt x="4760433" y="13511"/>
                  <a:pt x="4673878" y="332704"/>
                  <a:pt x="4668814" y="335963"/>
                </a:cubicBezTo>
                <a:cubicBezTo>
                  <a:pt x="4670728" y="334435"/>
                  <a:pt x="1557822" y="335964"/>
                  <a:pt x="0" y="3359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54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306170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2624400"/>
            <a:ext cx="10800000" cy="36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E51F8B3E-14FB-4855-BA2B-DAC0E96F21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400" y="1535088"/>
            <a:ext cx="10800000" cy="86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8CEB9FB4-F871-B6D2-0CE7-A4E25AE2A245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-1" y="449848"/>
            <a:ext cx="9795419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9609373 w 9683261"/>
              <a:gd name="connsiteY23" fmla="*/ 50961 h 335964"/>
              <a:gd name="connsiteX24" fmla="*/ 0 w 9683261"/>
              <a:gd name="connsiteY24" fmla="*/ 0 h 335964"/>
              <a:gd name="connsiteX25" fmla="*/ 739665 w 9683261"/>
              <a:gd name="connsiteY25" fmla="*/ 0 h 335964"/>
              <a:gd name="connsiteX26" fmla="*/ 9540864 w 9683261"/>
              <a:gd name="connsiteY26" fmla="*/ 0 h 335964"/>
              <a:gd name="connsiteX27" fmla="*/ 9568541 w 9683261"/>
              <a:gd name="connsiteY27" fmla="*/ 27997 h 335964"/>
              <a:gd name="connsiteX28" fmla="*/ 9540864 w 9683261"/>
              <a:gd name="connsiteY28" fmla="*/ 55995 h 335964"/>
              <a:gd name="connsiteX29" fmla="*/ 9522411 w 9683261"/>
              <a:gd name="connsiteY29" fmla="*/ 74659 h 335964"/>
              <a:gd name="connsiteX30" fmla="*/ 9540864 w 9683261"/>
              <a:gd name="connsiteY30" fmla="*/ 97990 h 335964"/>
              <a:gd name="connsiteX31" fmla="*/ 9568541 w 9683261"/>
              <a:gd name="connsiteY31" fmla="*/ 121320 h 335964"/>
              <a:gd name="connsiteX32" fmla="*/ 9545478 w 9683261"/>
              <a:gd name="connsiteY32" fmla="*/ 149317 h 335964"/>
              <a:gd name="connsiteX33" fmla="*/ 9540864 w 9683261"/>
              <a:gd name="connsiteY33" fmla="*/ 149317 h 335964"/>
              <a:gd name="connsiteX34" fmla="*/ 9522411 w 9683261"/>
              <a:gd name="connsiteY34" fmla="*/ 167982 h 335964"/>
              <a:gd name="connsiteX35" fmla="*/ 9540864 w 9683261"/>
              <a:gd name="connsiteY35" fmla="*/ 191313 h 335964"/>
              <a:gd name="connsiteX36" fmla="*/ 9568541 w 9683261"/>
              <a:gd name="connsiteY36" fmla="*/ 214644 h 335964"/>
              <a:gd name="connsiteX37" fmla="*/ 9540864 w 9683261"/>
              <a:gd name="connsiteY37" fmla="*/ 242641 h 335964"/>
              <a:gd name="connsiteX38" fmla="*/ 9522411 w 9683261"/>
              <a:gd name="connsiteY38" fmla="*/ 265971 h 335964"/>
              <a:gd name="connsiteX39" fmla="*/ 9540864 w 9683261"/>
              <a:gd name="connsiteY39" fmla="*/ 284636 h 335964"/>
              <a:gd name="connsiteX40" fmla="*/ 9568541 w 9683261"/>
              <a:gd name="connsiteY40" fmla="*/ 312633 h 335964"/>
              <a:gd name="connsiteX41" fmla="*/ 9540864 w 9683261"/>
              <a:gd name="connsiteY41" fmla="*/ 335964 h 335964"/>
              <a:gd name="connsiteX42" fmla="*/ 845227 w 9683261"/>
              <a:gd name="connsiteY42" fmla="*/ 335964 h 335964"/>
              <a:gd name="connsiteX43" fmla="*/ 0 w 9683261"/>
              <a:gd name="connsiteY43" fmla="*/ 335964 h 335964"/>
              <a:gd name="connsiteX44" fmla="*/ 0 w 9683261"/>
              <a:gd name="connsiteY44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586041 w 9683261"/>
              <a:gd name="connsiteY20" fmla="*/ 7450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0 w 9683261"/>
              <a:gd name="connsiteY23" fmla="*/ 0 h 335964"/>
              <a:gd name="connsiteX24" fmla="*/ 739665 w 9683261"/>
              <a:gd name="connsiteY24" fmla="*/ 0 h 335964"/>
              <a:gd name="connsiteX25" fmla="*/ 9540864 w 9683261"/>
              <a:gd name="connsiteY25" fmla="*/ 0 h 335964"/>
              <a:gd name="connsiteX26" fmla="*/ 9568541 w 9683261"/>
              <a:gd name="connsiteY26" fmla="*/ 27997 h 335964"/>
              <a:gd name="connsiteX27" fmla="*/ 9540864 w 9683261"/>
              <a:gd name="connsiteY27" fmla="*/ 55995 h 335964"/>
              <a:gd name="connsiteX28" fmla="*/ 9522411 w 9683261"/>
              <a:gd name="connsiteY28" fmla="*/ 74659 h 335964"/>
              <a:gd name="connsiteX29" fmla="*/ 9540864 w 9683261"/>
              <a:gd name="connsiteY29" fmla="*/ 97990 h 335964"/>
              <a:gd name="connsiteX30" fmla="*/ 9568541 w 9683261"/>
              <a:gd name="connsiteY30" fmla="*/ 121320 h 335964"/>
              <a:gd name="connsiteX31" fmla="*/ 9545478 w 9683261"/>
              <a:gd name="connsiteY31" fmla="*/ 149317 h 335964"/>
              <a:gd name="connsiteX32" fmla="*/ 9540864 w 9683261"/>
              <a:gd name="connsiteY32" fmla="*/ 149317 h 335964"/>
              <a:gd name="connsiteX33" fmla="*/ 9522411 w 9683261"/>
              <a:gd name="connsiteY33" fmla="*/ 167982 h 335964"/>
              <a:gd name="connsiteX34" fmla="*/ 9540864 w 9683261"/>
              <a:gd name="connsiteY34" fmla="*/ 191313 h 335964"/>
              <a:gd name="connsiteX35" fmla="*/ 9568541 w 9683261"/>
              <a:gd name="connsiteY35" fmla="*/ 214644 h 335964"/>
              <a:gd name="connsiteX36" fmla="*/ 9540864 w 9683261"/>
              <a:gd name="connsiteY36" fmla="*/ 242641 h 335964"/>
              <a:gd name="connsiteX37" fmla="*/ 9522411 w 9683261"/>
              <a:gd name="connsiteY37" fmla="*/ 265971 h 335964"/>
              <a:gd name="connsiteX38" fmla="*/ 9540864 w 9683261"/>
              <a:gd name="connsiteY38" fmla="*/ 284636 h 335964"/>
              <a:gd name="connsiteX39" fmla="*/ 9568541 w 9683261"/>
              <a:gd name="connsiteY39" fmla="*/ 312633 h 335964"/>
              <a:gd name="connsiteX40" fmla="*/ 9540864 w 9683261"/>
              <a:gd name="connsiteY40" fmla="*/ 335964 h 335964"/>
              <a:gd name="connsiteX41" fmla="*/ 845227 w 9683261"/>
              <a:gd name="connsiteY41" fmla="*/ 335964 h 335964"/>
              <a:gd name="connsiteX42" fmla="*/ 0 w 9683261"/>
              <a:gd name="connsiteY42" fmla="*/ 335964 h 335964"/>
              <a:gd name="connsiteX43" fmla="*/ 0 w 9683261"/>
              <a:gd name="connsiteY43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0 w 9683261"/>
              <a:gd name="connsiteY20" fmla="*/ 0 h 335964"/>
              <a:gd name="connsiteX21" fmla="*/ 739665 w 9683261"/>
              <a:gd name="connsiteY21" fmla="*/ 0 h 335964"/>
              <a:gd name="connsiteX22" fmla="*/ 9540864 w 9683261"/>
              <a:gd name="connsiteY22" fmla="*/ 0 h 335964"/>
              <a:gd name="connsiteX23" fmla="*/ 9568541 w 9683261"/>
              <a:gd name="connsiteY23" fmla="*/ 27997 h 335964"/>
              <a:gd name="connsiteX24" fmla="*/ 9540864 w 9683261"/>
              <a:gd name="connsiteY24" fmla="*/ 55995 h 335964"/>
              <a:gd name="connsiteX25" fmla="*/ 9522411 w 9683261"/>
              <a:gd name="connsiteY25" fmla="*/ 74659 h 335964"/>
              <a:gd name="connsiteX26" fmla="*/ 9540864 w 9683261"/>
              <a:gd name="connsiteY26" fmla="*/ 97990 h 335964"/>
              <a:gd name="connsiteX27" fmla="*/ 9568541 w 9683261"/>
              <a:gd name="connsiteY27" fmla="*/ 121320 h 335964"/>
              <a:gd name="connsiteX28" fmla="*/ 9545478 w 9683261"/>
              <a:gd name="connsiteY28" fmla="*/ 149317 h 335964"/>
              <a:gd name="connsiteX29" fmla="*/ 9540864 w 9683261"/>
              <a:gd name="connsiteY29" fmla="*/ 149317 h 335964"/>
              <a:gd name="connsiteX30" fmla="*/ 9522411 w 9683261"/>
              <a:gd name="connsiteY30" fmla="*/ 167982 h 335964"/>
              <a:gd name="connsiteX31" fmla="*/ 9540864 w 9683261"/>
              <a:gd name="connsiteY31" fmla="*/ 191313 h 335964"/>
              <a:gd name="connsiteX32" fmla="*/ 9568541 w 9683261"/>
              <a:gd name="connsiteY32" fmla="*/ 214644 h 335964"/>
              <a:gd name="connsiteX33" fmla="*/ 9540864 w 9683261"/>
              <a:gd name="connsiteY33" fmla="*/ 242641 h 335964"/>
              <a:gd name="connsiteX34" fmla="*/ 9522411 w 9683261"/>
              <a:gd name="connsiteY34" fmla="*/ 265971 h 335964"/>
              <a:gd name="connsiteX35" fmla="*/ 9540864 w 9683261"/>
              <a:gd name="connsiteY35" fmla="*/ 284636 h 335964"/>
              <a:gd name="connsiteX36" fmla="*/ 9568541 w 9683261"/>
              <a:gd name="connsiteY36" fmla="*/ 312633 h 335964"/>
              <a:gd name="connsiteX37" fmla="*/ 9540864 w 9683261"/>
              <a:gd name="connsiteY37" fmla="*/ 335964 h 335964"/>
              <a:gd name="connsiteX38" fmla="*/ 845227 w 9683261"/>
              <a:gd name="connsiteY38" fmla="*/ 335964 h 335964"/>
              <a:gd name="connsiteX39" fmla="*/ 0 w 9683261"/>
              <a:gd name="connsiteY39" fmla="*/ 335964 h 335964"/>
              <a:gd name="connsiteX40" fmla="*/ 0 w 9683261"/>
              <a:gd name="connsiteY40" fmla="*/ 0 h 335964"/>
              <a:gd name="connsiteX0" fmla="*/ 9609373 w 9683639"/>
              <a:gd name="connsiteY0" fmla="*/ 237817 h 335964"/>
              <a:gd name="connsiteX1" fmla="*/ 9632706 w 9683639"/>
              <a:gd name="connsiteY1" fmla="*/ 261358 h 335964"/>
              <a:gd name="connsiteX2" fmla="*/ 9609373 w 9683639"/>
              <a:gd name="connsiteY2" fmla="*/ 284899 h 335964"/>
              <a:gd name="connsiteX3" fmla="*/ 9586041 w 9683639"/>
              <a:gd name="connsiteY3" fmla="*/ 261358 h 335964"/>
              <a:gd name="connsiteX4" fmla="*/ 9609373 w 9683639"/>
              <a:gd name="connsiteY4" fmla="*/ 237817 h 335964"/>
              <a:gd name="connsiteX5" fmla="*/ 9669650 w 9683639"/>
              <a:gd name="connsiteY5" fmla="*/ 200069 h 335964"/>
              <a:gd name="connsiteX6" fmla="*/ 9683261 w 9683639"/>
              <a:gd name="connsiteY6" fmla="*/ 212909 h 335964"/>
              <a:gd name="connsiteX7" fmla="*/ 9669650 w 9683639"/>
              <a:gd name="connsiteY7" fmla="*/ 225749 h 335964"/>
              <a:gd name="connsiteX8" fmla="*/ 9656038 w 9683639"/>
              <a:gd name="connsiteY8" fmla="*/ 212909 h 335964"/>
              <a:gd name="connsiteX9" fmla="*/ 9669650 w 9683639"/>
              <a:gd name="connsiteY9" fmla="*/ 200069 h 335964"/>
              <a:gd name="connsiteX10" fmla="*/ 9609373 w 9683639"/>
              <a:gd name="connsiteY10" fmla="*/ 143445 h 335964"/>
              <a:gd name="connsiteX11" fmla="*/ 9632706 w 9683639"/>
              <a:gd name="connsiteY11" fmla="*/ 166987 h 335964"/>
              <a:gd name="connsiteX12" fmla="*/ 9609373 w 9683639"/>
              <a:gd name="connsiteY12" fmla="*/ 190527 h 335964"/>
              <a:gd name="connsiteX13" fmla="*/ 9586041 w 9683639"/>
              <a:gd name="connsiteY13" fmla="*/ 166987 h 335964"/>
              <a:gd name="connsiteX14" fmla="*/ 9609373 w 9683639"/>
              <a:gd name="connsiteY14" fmla="*/ 143445 h 335964"/>
              <a:gd name="connsiteX15" fmla="*/ 9656038 w 9683639"/>
              <a:gd name="connsiteY15" fmla="*/ 114762 h 335964"/>
              <a:gd name="connsiteX16" fmla="*/ 9683261 w 9683639"/>
              <a:gd name="connsiteY16" fmla="*/ 114762 h 335964"/>
              <a:gd name="connsiteX17" fmla="*/ 9669650 w 9683639"/>
              <a:gd name="connsiteY17" fmla="*/ 127602 h 335964"/>
              <a:gd name="connsiteX18" fmla="*/ 9656038 w 9683639"/>
              <a:gd name="connsiteY18" fmla="*/ 114762 h 335964"/>
              <a:gd name="connsiteX19" fmla="*/ 0 w 9683639"/>
              <a:gd name="connsiteY19" fmla="*/ 0 h 335964"/>
              <a:gd name="connsiteX20" fmla="*/ 739665 w 9683639"/>
              <a:gd name="connsiteY20" fmla="*/ 0 h 335964"/>
              <a:gd name="connsiteX21" fmla="*/ 9540864 w 9683639"/>
              <a:gd name="connsiteY21" fmla="*/ 0 h 335964"/>
              <a:gd name="connsiteX22" fmla="*/ 9568541 w 9683639"/>
              <a:gd name="connsiteY22" fmla="*/ 27997 h 335964"/>
              <a:gd name="connsiteX23" fmla="*/ 9540864 w 9683639"/>
              <a:gd name="connsiteY23" fmla="*/ 55995 h 335964"/>
              <a:gd name="connsiteX24" fmla="*/ 9522411 w 9683639"/>
              <a:gd name="connsiteY24" fmla="*/ 74659 h 335964"/>
              <a:gd name="connsiteX25" fmla="*/ 9540864 w 9683639"/>
              <a:gd name="connsiteY25" fmla="*/ 97990 h 335964"/>
              <a:gd name="connsiteX26" fmla="*/ 9568541 w 9683639"/>
              <a:gd name="connsiteY26" fmla="*/ 121320 h 335964"/>
              <a:gd name="connsiteX27" fmla="*/ 9545478 w 9683639"/>
              <a:gd name="connsiteY27" fmla="*/ 149317 h 335964"/>
              <a:gd name="connsiteX28" fmla="*/ 9540864 w 9683639"/>
              <a:gd name="connsiteY28" fmla="*/ 149317 h 335964"/>
              <a:gd name="connsiteX29" fmla="*/ 9522411 w 9683639"/>
              <a:gd name="connsiteY29" fmla="*/ 167982 h 335964"/>
              <a:gd name="connsiteX30" fmla="*/ 9540864 w 9683639"/>
              <a:gd name="connsiteY30" fmla="*/ 191313 h 335964"/>
              <a:gd name="connsiteX31" fmla="*/ 9568541 w 9683639"/>
              <a:gd name="connsiteY31" fmla="*/ 214644 h 335964"/>
              <a:gd name="connsiteX32" fmla="*/ 9540864 w 9683639"/>
              <a:gd name="connsiteY32" fmla="*/ 242641 h 335964"/>
              <a:gd name="connsiteX33" fmla="*/ 9522411 w 9683639"/>
              <a:gd name="connsiteY33" fmla="*/ 265971 h 335964"/>
              <a:gd name="connsiteX34" fmla="*/ 9540864 w 9683639"/>
              <a:gd name="connsiteY34" fmla="*/ 284636 h 335964"/>
              <a:gd name="connsiteX35" fmla="*/ 9568541 w 9683639"/>
              <a:gd name="connsiteY35" fmla="*/ 312633 h 335964"/>
              <a:gd name="connsiteX36" fmla="*/ 9540864 w 9683639"/>
              <a:gd name="connsiteY36" fmla="*/ 335964 h 335964"/>
              <a:gd name="connsiteX37" fmla="*/ 845227 w 9683639"/>
              <a:gd name="connsiteY37" fmla="*/ 335964 h 335964"/>
              <a:gd name="connsiteX38" fmla="*/ 0 w 9683639"/>
              <a:gd name="connsiteY38" fmla="*/ 335964 h 335964"/>
              <a:gd name="connsiteX39" fmla="*/ 0 w 9683639"/>
              <a:gd name="connsiteY39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56038 w 9683261"/>
              <a:gd name="connsiteY15" fmla="*/ 114762 h 335964"/>
              <a:gd name="connsiteX16" fmla="*/ 9669650 w 9683261"/>
              <a:gd name="connsiteY16" fmla="*/ 127602 h 335964"/>
              <a:gd name="connsiteX17" fmla="*/ 9656038 w 9683261"/>
              <a:gd name="connsiteY17" fmla="*/ 114762 h 335964"/>
              <a:gd name="connsiteX18" fmla="*/ 0 w 9683261"/>
              <a:gd name="connsiteY18" fmla="*/ 0 h 335964"/>
              <a:gd name="connsiteX19" fmla="*/ 739665 w 9683261"/>
              <a:gd name="connsiteY19" fmla="*/ 0 h 335964"/>
              <a:gd name="connsiteX20" fmla="*/ 9540864 w 9683261"/>
              <a:gd name="connsiteY20" fmla="*/ 0 h 335964"/>
              <a:gd name="connsiteX21" fmla="*/ 9568541 w 9683261"/>
              <a:gd name="connsiteY21" fmla="*/ 27997 h 335964"/>
              <a:gd name="connsiteX22" fmla="*/ 9540864 w 9683261"/>
              <a:gd name="connsiteY22" fmla="*/ 55995 h 335964"/>
              <a:gd name="connsiteX23" fmla="*/ 9522411 w 9683261"/>
              <a:gd name="connsiteY23" fmla="*/ 74659 h 335964"/>
              <a:gd name="connsiteX24" fmla="*/ 9540864 w 9683261"/>
              <a:gd name="connsiteY24" fmla="*/ 97990 h 335964"/>
              <a:gd name="connsiteX25" fmla="*/ 9568541 w 9683261"/>
              <a:gd name="connsiteY25" fmla="*/ 121320 h 335964"/>
              <a:gd name="connsiteX26" fmla="*/ 9545478 w 9683261"/>
              <a:gd name="connsiteY26" fmla="*/ 149317 h 335964"/>
              <a:gd name="connsiteX27" fmla="*/ 9540864 w 9683261"/>
              <a:gd name="connsiteY27" fmla="*/ 149317 h 335964"/>
              <a:gd name="connsiteX28" fmla="*/ 9522411 w 9683261"/>
              <a:gd name="connsiteY28" fmla="*/ 167982 h 335964"/>
              <a:gd name="connsiteX29" fmla="*/ 9540864 w 9683261"/>
              <a:gd name="connsiteY29" fmla="*/ 191313 h 335964"/>
              <a:gd name="connsiteX30" fmla="*/ 9568541 w 9683261"/>
              <a:gd name="connsiteY30" fmla="*/ 214644 h 335964"/>
              <a:gd name="connsiteX31" fmla="*/ 9540864 w 9683261"/>
              <a:gd name="connsiteY31" fmla="*/ 242641 h 335964"/>
              <a:gd name="connsiteX32" fmla="*/ 9522411 w 9683261"/>
              <a:gd name="connsiteY32" fmla="*/ 265971 h 335964"/>
              <a:gd name="connsiteX33" fmla="*/ 9540864 w 9683261"/>
              <a:gd name="connsiteY33" fmla="*/ 284636 h 335964"/>
              <a:gd name="connsiteX34" fmla="*/ 9568541 w 9683261"/>
              <a:gd name="connsiteY34" fmla="*/ 312633 h 335964"/>
              <a:gd name="connsiteX35" fmla="*/ 9540864 w 9683261"/>
              <a:gd name="connsiteY35" fmla="*/ 335964 h 335964"/>
              <a:gd name="connsiteX36" fmla="*/ 845227 w 9683261"/>
              <a:gd name="connsiteY36" fmla="*/ 335964 h 335964"/>
              <a:gd name="connsiteX37" fmla="*/ 0 w 9683261"/>
              <a:gd name="connsiteY37" fmla="*/ 335964 h 335964"/>
              <a:gd name="connsiteX38" fmla="*/ 0 w 9683261"/>
              <a:gd name="connsiteY38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0 w 9683261"/>
              <a:gd name="connsiteY15" fmla="*/ 0 h 335964"/>
              <a:gd name="connsiteX16" fmla="*/ 739665 w 9683261"/>
              <a:gd name="connsiteY16" fmla="*/ 0 h 335964"/>
              <a:gd name="connsiteX17" fmla="*/ 9540864 w 9683261"/>
              <a:gd name="connsiteY17" fmla="*/ 0 h 335964"/>
              <a:gd name="connsiteX18" fmla="*/ 9568541 w 9683261"/>
              <a:gd name="connsiteY18" fmla="*/ 27997 h 335964"/>
              <a:gd name="connsiteX19" fmla="*/ 9540864 w 9683261"/>
              <a:gd name="connsiteY19" fmla="*/ 55995 h 335964"/>
              <a:gd name="connsiteX20" fmla="*/ 9522411 w 9683261"/>
              <a:gd name="connsiteY20" fmla="*/ 74659 h 335964"/>
              <a:gd name="connsiteX21" fmla="*/ 9540864 w 9683261"/>
              <a:gd name="connsiteY21" fmla="*/ 97990 h 335964"/>
              <a:gd name="connsiteX22" fmla="*/ 9568541 w 9683261"/>
              <a:gd name="connsiteY22" fmla="*/ 121320 h 335964"/>
              <a:gd name="connsiteX23" fmla="*/ 9545478 w 9683261"/>
              <a:gd name="connsiteY23" fmla="*/ 149317 h 335964"/>
              <a:gd name="connsiteX24" fmla="*/ 9540864 w 9683261"/>
              <a:gd name="connsiteY24" fmla="*/ 149317 h 335964"/>
              <a:gd name="connsiteX25" fmla="*/ 9522411 w 9683261"/>
              <a:gd name="connsiteY25" fmla="*/ 167982 h 335964"/>
              <a:gd name="connsiteX26" fmla="*/ 9540864 w 9683261"/>
              <a:gd name="connsiteY26" fmla="*/ 191313 h 335964"/>
              <a:gd name="connsiteX27" fmla="*/ 9568541 w 9683261"/>
              <a:gd name="connsiteY27" fmla="*/ 214644 h 335964"/>
              <a:gd name="connsiteX28" fmla="*/ 9540864 w 9683261"/>
              <a:gd name="connsiteY28" fmla="*/ 242641 h 335964"/>
              <a:gd name="connsiteX29" fmla="*/ 9522411 w 9683261"/>
              <a:gd name="connsiteY29" fmla="*/ 265971 h 335964"/>
              <a:gd name="connsiteX30" fmla="*/ 9540864 w 9683261"/>
              <a:gd name="connsiteY30" fmla="*/ 284636 h 335964"/>
              <a:gd name="connsiteX31" fmla="*/ 9568541 w 9683261"/>
              <a:gd name="connsiteY31" fmla="*/ 312633 h 335964"/>
              <a:gd name="connsiteX32" fmla="*/ 9540864 w 9683261"/>
              <a:gd name="connsiteY32" fmla="*/ 335964 h 335964"/>
              <a:gd name="connsiteX33" fmla="*/ 845227 w 9683261"/>
              <a:gd name="connsiteY33" fmla="*/ 335964 h 335964"/>
              <a:gd name="connsiteX34" fmla="*/ 0 w 9683261"/>
              <a:gd name="connsiteY34" fmla="*/ 335964 h 335964"/>
              <a:gd name="connsiteX35" fmla="*/ 0 w 9683261"/>
              <a:gd name="connsiteY35" fmla="*/ 0 h 335964"/>
              <a:gd name="connsiteX0" fmla="*/ 9609373 w 9786569"/>
              <a:gd name="connsiteY0" fmla="*/ 237817 h 335964"/>
              <a:gd name="connsiteX1" fmla="*/ 9632706 w 9786569"/>
              <a:gd name="connsiteY1" fmla="*/ 261358 h 335964"/>
              <a:gd name="connsiteX2" fmla="*/ 9609373 w 9786569"/>
              <a:gd name="connsiteY2" fmla="*/ 284899 h 335964"/>
              <a:gd name="connsiteX3" fmla="*/ 9586041 w 9786569"/>
              <a:gd name="connsiteY3" fmla="*/ 261358 h 335964"/>
              <a:gd name="connsiteX4" fmla="*/ 9609373 w 9786569"/>
              <a:gd name="connsiteY4" fmla="*/ 237817 h 335964"/>
              <a:gd name="connsiteX5" fmla="*/ 9669650 w 9786569"/>
              <a:gd name="connsiteY5" fmla="*/ 200069 h 335964"/>
              <a:gd name="connsiteX6" fmla="*/ 9683261 w 9786569"/>
              <a:gd name="connsiteY6" fmla="*/ 212909 h 335964"/>
              <a:gd name="connsiteX7" fmla="*/ 9669650 w 9786569"/>
              <a:gd name="connsiteY7" fmla="*/ 225749 h 335964"/>
              <a:gd name="connsiteX8" fmla="*/ 9656038 w 9786569"/>
              <a:gd name="connsiteY8" fmla="*/ 212909 h 335964"/>
              <a:gd name="connsiteX9" fmla="*/ 9669650 w 9786569"/>
              <a:gd name="connsiteY9" fmla="*/ 200069 h 335964"/>
              <a:gd name="connsiteX10" fmla="*/ 9609373 w 9786569"/>
              <a:gd name="connsiteY10" fmla="*/ 143445 h 335964"/>
              <a:gd name="connsiteX11" fmla="*/ 9632706 w 9786569"/>
              <a:gd name="connsiteY11" fmla="*/ 166987 h 335964"/>
              <a:gd name="connsiteX12" fmla="*/ 9609373 w 9786569"/>
              <a:gd name="connsiteY12" fmla="*/ 190527 h 335964"/>
              <a:gd name="connsiteX13" fmla="*/ 9586041 w 9786569"/>
              <a:gd name="connsiteY13" fmla="*/ 166987 h 335964"/>
              <a:gd name="connsiteX14" fmla="*/ 9609373 w 9786569"/>
              <a:gd name="connsiteY14" fmla="*/ 143445 h 335964"/>
              <a:gd name="connsiteX15" fmla="*/ 0 w 9786569"/>
              <a:gd name="connsiteY15" fmla="*/ 0 h 335964"/>
              <a:gd name="connsiteX16" fmla="*/ 739665 w 9786569"/>
              <a:gd name="connsiteY16" fmla="*/ 0 h 335964"/>
              <a:gd name="connsiteX17" fmla="*/ 9785339 w 9786569"/>
              <a:gd name="connsiteY17" fmla="*/ 3175 h 335964"/>
              <a:gd name="connsiteX18" fmla="*/ 9568541 w 9786569"/>
              <a:gd name="connsiteY18" fmla="*/ 27997 h 335964"/>
              <a:gd name="connsiteX19" fmla="*/ 9540864 w 9786569"/>
              <a:gd name="connsiteY19" fmla="*/ 55995 h 335964"/>
              <a:gd name="connsiteX20" fmla="*/ 9522411 w 9786569"/>
              <a:gd name="connsiteY20" fmla="*/ 74659 h 335964"/>
              <a:gd name="connsiteX21" fmla="*/ 9540864 w 9786569"/>
              <a:gd name="connsiteY21" fmla="*/ 97990 h 335964"/>
              <a:gd name="connsiteX22" fmla="*/ 9568541 w 9786569"/>
              <a:gd name="connsiteY22" fmla="*/ 121320 h 335964"/>
              <a:gd name="connsiteX23" fmla="*/ 9545478 w 9786569"/>
              <a:gd name="connsiteY23" fmla="*/ 149317 h 335964"/>
              <a:gd name="connsiteX24" fmla="*/ 9540864 w 9786569"/>
              <a:gd name="connsiteY24" fmla="*/ 149317 h 335964"/>
              <a:gd name="connsiteX25" fmla="*/ 9522411 w 9786569"/>
              <a:gd name="connsiteY25" fmla="*/ 167982 h 335964"/>
              <a:gd name="connsiteX26" fmla="*/ 9540864 w 9786569"/>
              <a:gd name="connsiteY26" fmla="*/ 191313 h 335964"/>
              <a:gd name="connsiteX27" fmla="*/ 9568541 w 9786569"/>
              <a:gd name="connsiteY27" fmla="*/ 214644 h 335964"/>
              <a:gd name="connsiteX28" fmla="*/ 9540864 w 9786569"/>
              <a:gd name="connsiteY28" fmla="*/ 242641 h 335964"/>
              <a:gd name="connsiteX29" fmla="*/ 9522411 w 9786569"/>
              <a:gd name="connsiteY29" fmla="*/ 265971 h 335964"/>
              <a:gd name="connsiteX30" fmla="*/ 9540864 w 9786569"/>
              <a:gd name="connsiteY30" fmla="*/ 284636 h 335964"/>
              <a:gd name="connsiteX31" fmla="*/ 9568541 w 9786569"/>
              <a:gd name="connsiteY31" fmla="*/ 312633 h 335964"/>
              <a:gd name="connsiteX32" fmla="*/ 9540864 w 9786569"/>
              <a:gd name="connsiteY32" fmla="*/ 335964 h 335964"/>
              <a:gd name="connsiteX33" fmla="*/ 845227 w 9786569"/>
              <a:gd name="connsiteY33" fmla="*/ 335964 h 335964"/>
              <a:gd name="connsiteX34" fmla="*/ 0 w 9786569"/>
              <a:gd name="connsiteY34" fmla="*/ 335964 h 335964"/>
              <a:gd name="connsiteX35" fmla="*/ 0 w 9786569"/>
              <a:gd name="connsiteY35" fmla="*/ 0 h 335964"/>
              <a:gd name="connsiteX0" fmla="*/ 9609373 w 9786569"/>
              <a:gd name="connsiteY0" fmla="*/ 237817 h 339139"/>
              <a:gd name="connsiteX1" fmla="*/ 9632706 w 9786569"/>
              <a:gd name="connsiteY1" fmla="*/ 261358 h 339139"/>
              <a:gd name="connsiteX2" fmla="*/ 9609373 w 9786569"/>
              <a:gd name="connsiteY2" fmla="*/ 284899 h 339139"/>
              <a:gd name="connsiteX3" fmla="*/ 9586041 w 9786569"/>
              <a:gd name="connsiteY3" fmla="*/ 261358 h 339139"/>
              <a:gd name="connsiteX4" fmla="*/ 9609373 w 9786569"/>
              <a:gd name="connsiteY4" fmla="*/ 237817 h 339139"/>
              <a:gd name="connsiteX5" fmla="*/ 9669650 w 9786569"/>
              <a:gd name="connsiteY5" fmla="*/ 200069 h 339139"/>
              <a:gd name="connsiteX6" fmla="*/ 9683261 w 9786569"/>
              <a:gd name="connsiteY6" fmla="*/ 212909 h 339139"/>
              <a:gd name="connsiteX7" fmla="*/ 9669650 w 9786569"/>
              <a:gd name="connsiteY7" fmla="*/ 225749 h 339139"/>
              <a:gd name="connsiteX8" fmla="*/ 9656038 w 9786569"/>
              <a:gd name="connsiteY8" fmla="*/ 212909 h 339139"/>
              <a:gd name="connsiteX9" fmla="*/ 9669650 w 9786569"/>
              <a:gd name="connsiteY9" fmla="*/ 200069 h 339139"/>
              <a:gd name="connsiteX10" fmla="*/ 9609373 w 9786569"/>
              <a:gd name="connsiteY10" fmla="*/ 143445 h 339139"/>
              <a:gd name="connsiteX11" fmla="*/ 9632706 w 9786569"/>
              <a:gd name="connsiteY11" fmla="*/ 166987 h 339139"/>
              <a:gd name="connsiteX12" fmla="*/ 9609373 w 9786569"/>
              <a:gd name="connsiteY12" fmla="*/ 190527 h 339139"/>
              <a:gd name="connsiteX13" fmla="*/ 9586041 w 9786569"/>
              <a:gd name="connsiteY13" fmla="*/ 166987 h 339139"/>
              <a:gd name="connsiteX14" fmla="*/ 9609373 w 9786569"/>
              <a:gd name="connsiteY14" fmla="*/ 143445 h 339139"/>
              <a:gd name="connsiteX15" fmla="*/ 0 w 9786569"/>
              <a:gd name="connsiteY15" fmla="*/ 0 h 339139"/>
              <a:gd name="connsiteX16" fmla="*/ 739665 w 9786569"/>
              <a:gd name="connsiteY16" fmla="*/ 0 h 339139"/>
              <a:gd name="connsiteX17" fmla="*/ 9785339 w 9786569"/>
              <a:gd name="connsiteY17" fmla="*/ 3175 h 339139"/>
              <a:gd name="connsiteX18" fmla="*/ 9568541 w 9786569"/>
              <a:gd name="connsiteY18" fmla="*/ 27997 h 339139"/>
              <a:gd name="connsiteX19" fmla="*/ 9540864 w 9786569"/>
              <a:gd name="connsiteY19" fmla="*/ 55995 h 339139"/>
              <a:gd name="connsiteX20" fmla="*/ 9522411 w 9786569"/>
              <a:gd name="connsiteY20" fmla="*/ 74659 h 339139"/>
              <a:gd name="connsiteX21" fmla="*/ 9540864 w 9786569"/>
              <a:gd name="connsiteY21" fmla="*/ 97990 h 339139"/>
              <a:gd name="connsiteX22" fmla="*/ 9568541 w 9786569"/>
              <a:gd name="connsiteY22" fmla="*/ 121320 h 339139"/>
              <a:gd name="connsiteX23" fmla="*/ 9545478 w 9786569"/>
              <a:gd name="connsiteY23" fmla="*/ 149317 h 339139"/>
              <a:gd name="connsiteX24" fmla="*/ 9540864 w 9786569"/>
              <a:gd name="connsiteY24" fmla="*/ 149317 h 339139"/>
              <a:gd name="connsiteX25" fmla="*/ 9522411 w 9786569"/>
              <a:gd name="connsiteY25" fmla="*/ 167982 h 339139"/>
              <a:gd name="connsiteX26" fmla="*/ 9540864 w 9786569"/>
              <a:gd name="connsiteY26" fmla="*/ 191313 h 339139"/>
              <a:gd name="connsiteX27" fmla="*/ 9568541 w 9786569"/>
              <a:gd name="connsiteY27" fmla="*/ 214644 h 339139"/>
              <a:gd name="connsiteX28" fmla="*/ 9540864 w 9786569"/>
              <a:gd name="connsiteY28" fmla="*/ 242641 h 339139"/>
              <a:gd name="connsiteX29" fmla="*/ 9522411 w 9786569"/>
              <a:gd name="connsiteY29" fmla="*/ 265971 h 339139"/>
              <a:gd name="connsiteX30" fmla="*/ 9540864 w 9786569"/>
              <a:gd name="connsiteY30" fmla="*/ 284636 h 339139"/>
              <a:gd name="connsiteX31" fmla="*/ 9568541 w 9786569"/>
              <a:gd name="connsiteY31" fmla="*/ 312633 h 339139"/>
              <a:gd name="connsiteX32" fmla="*/ 9598014 w 9786569"/>
              <a:gd name="connsiteY32" fmla="*/ 339139 h 339139"/>
              <a:gd name="connsiteX33" fmla="*/ 845227 w 9786569"/>
              <a:gd name="connsiteY33" fmla="*/ 335964 h 339139"/>
              <a:gd name="connsiteX34" fmla="*/ 0 w 9786569"/>
              <a:gd name="connsiteY34" fmla="*/ 335964 h 339139"/>
              <a:gd name="connsiteX35" fmla="*/ 0 w 9786569"/>
              <a:gd name="connsiteY35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882821"/>
              <a:gd name="connsiteY0" fmla="*/ 237817 h 339158"/>
              <a:gd name="connsiteX1" fmla="*/ 9632706 w 10882821"/>
              <a:gd name="connsiteY1" fmla="*/ 261358 h 339158"/>
              <a:gd name="connsiteX2" fmla="*/ 9609373 w 10882821"/>
              <a:gd name="connsiteY2" fmla="*/ 284899 h 339158"/>
              <a:gd name="connsiteX3" fmla="*/ 9586041 w 10882821"/>
              <a:gd name="connsiteY3" fmla="*/ 261358 h 339158"/>
              <a:gd name="connsiteX4" fmla="*/ 9609373 w 10882821"/>
              <a:gd name="connsiteY4" fmla="*/ 237817 h 339158"/>
              <a:gd name="connsiteX5" fmla="*/ 9669650 w 10882821"/>
              <a:gd name="connsiteY5" fmla="*/ 200069 h 339158"/>
              <a:gd name="connsiteX6" fmla="*/ 9683261 w 10882821"/>
              <a:gd name="connsiteY6" fmla="*/ 212909 h 339158"/>
              <a:gd name="connsiteX7" fmla="*/ 9669650 w 10882821"/>
              <a:gd name="connsiteY7" fmla="*/ 225749 h 339158"/>
              <a:gd name="connsiteX8" fmla="*/ 9656038 w 10882821"/>
              <a:gd name="connsiteY8" fmla="*/ 212909 h 339158"/>
              <a:gd name="connsiteX9" fmla="*/ 9669650 w 10882821"/>
              <a:gd name="connsiteY9" fmla="*/ 200069 h 339158"/>
              <a:gd name="connsiteX10" fmla="*/ 9609373 w 10882821"/>
              <a:gd name="connsiteY10" fmla="*/ 143445 h 339158"/>
              <a:gd name="connsiteX11" fmla="*/ 9632706 w 10882821"/>
              <a:gd name="connsiteY11" fmla="*/ 166987 h 339158"/>
              <a:gd name="connsiteX12" fmla="*/ 9609373 w 10882821"/>
              <a:gd name="connsiteY12" fmla="*/ 190527 h 339158"/>
              <a:gd name="connsiteX13" fmla="*/ 9586041 w 10882821"/>
              <a:gd name="connsiteY13" fmla="*/ 166987 h 339158"/>
              <a:gd name="connsiteX14" fmla="*/ 9609373 w 10882821"/>
              <a:gd name="connsiteY14" fmla="*/ 143445 h 339158"/>
              <a:gd name="connsiteX15" fmla="*/ 0 w 10882821"/>
              <a:gd name="connsiteY15" fmla="*/ 0 h 339158"/>
              <a:gd name="connsiteX16" fmla="*/ 739665 w 10882821"/>
              <a:gd name="connsiteY16" fmla="*/ 0 h 339158"/>
              <a:gd name="connsiteX17" fmla="*/ 9785339 w 10882821"/>
              <a:gd name="connsiteY17" fmla="*/ 3175 h 339158"/>
              <a:gd name="connsiteX18" fmla="*/ 9568541 w 10882821"/>
              <a:gd name="connsiteY18" fmla="*/ 27997 h 339158"/>
              <a:gd name="connsiteX19" fmla="*/ 9540864 w 10882821"/>
              <a:gd name="connsiteY19" fmla="*/ 55995 h 339158"/>
              <a:gd name="connsiteX20" fmla="*/ 9522411 w 10882821"/>
              <a:gd name="connsiteY20" fmla="*/ 74659 h 339158"/>
              <a:gd name="connsiteX21" fmla="*/ 9540864 w 10882821"/>
              <a:gd name="connsiteY21" fmla="*/ 97990 h 339158"/>
              <a:gd name="connsiteX22" fmla="*/ 9568541 w 10882821"/>
              <a:gd name="connsiteY22" fmla="*/ 121320 h 339158"/>
              <a:gd name="connsiteX23" fmla="*/ 9545478 w 10882821"/>
              <a:gd name="connsiteY23" fmla="*/ 149317 h 339158"/>
              <a:gd name="connsiteX24" fmla="*/ 9540864 w 10882821"/>
              <a:gd name="connsiteY24" fmla="*/ 149317 h 339158"/>
              <a:gd name="connsiteX25" fmla="*/ 9522411 w 10882821"/>
              <a:gd name="connsiteY25" fmla="*/ 167982 h 339158"/>
              <a:gd name="connsiteX26" fmla="*/ 9540864 w 10882821"/>
              <a:gd name="connsiteY26" fmla="*/ 191313 h 339158"/>
              <a:gd name="connsiteX27" fmla="*/ 9568541 w 10882821"/>
              <a:gd name="connsiteY27" fmla="*/ 214644 h 339158"/>
              <a:gd name="connsiteX28" fmla="*/ 9540864 w 10882821"/>
              <a:gd name="connsiteY28" fmla="*/ 242641 h 339158"/>
              <a:gd name="connsiteX29" fmla="*/ 9522411 w 10882821"/>
              <a:gd name="connsiteY29" fmla="*/ 265971 h 339158"/>
              <a:gd name="connsiteX30" fmla="*/ 9540864 w 10882821"/>
              <a:gd name="connsiteY30" fmla="*/ 284636 h 339158"/>
              <a:gd name="connsiteX31" fmla="*/ 9598014 w 10882821"/>
              <a:gd name="connsiteY31" fmla="*/ 339139 h 339158"/>
              <a:gd name="connsiteX32" fmla="*/ 845227 w 10882821"/>
              <a:gd name="connsiteY32" fmla="*/ 335964 h 339158"/>
              <a:gd name="connsiteX33" fmla="*/ 0 w 10882821"/>
              <a:gd name="connsiteY33" fmla="*/ 335964 h 339158"/>
              <a:gd name="connsiteX34" fmla="*/ 0 w 10882821"/>
              <a:gd name="connsiteY34" fmla="*/ 0 h 339158"/>
              <a:gd name="connsiteX0" fmla="*/ 9598014 w 10910786"/>
              <a:gd name="connsiteY0" fmla="*/ 339139 h 430579"/>
              <a:gd name="connsiteX1" fmla="*/ 845227 w 10910786"/>
              <a:gd name="connsiteY1" fmla="*/ 335964 h 430579"/>
              <a:gd name="connsiteX2" fmla="*/ 0 w 10910786"/>
              <a:gd name="connsiteY2" fmla="*/ 335964 h 430579"/>
              <a:gd name="connsiteX3" fmla="*/ 0 w 10910786"/>
              <a:gd name="connsiteY3" fmla="*/ 0 h 430579"/>
              <a:gd name="connsiteX4" fmla="*/ 9632706 w 10910786"/>
              <a:gd name="connsiteY4" fmla="*/ 261358 h 430579"/>
              <a:gd name="connsiteX5" fmla="*/ 9609373 w 10910786"/>
              <a:gd name="connsiteY5" fmla="*/ 284899 h 430579"/>
              <a:gd name="connsiteX6" fmla="*/ 9586041 w 10910786"/>
              <a:gd name="connsiteY6" fmla="*/ 261358 h 430579"/>
              <a:gd name="connsiteX7" fmla="*/ 9609373 w 10910786"/>
              <a:gd name="connsiteY7" fmla="*/ 237817 h 430579"/>
              <a:gd name="connsiteX8" fmla="*/ 9669650 w 10910786"/>
              <a:gd name="connsiteY8" fmla="*/ 200069 h 430579"/>
              <a:gd name="connsiteX9" fmla="*/ 9683261 w 10910786"/>
              <a:gd name="connsiteY9" fmla="*/ 212909 h 430579"/>
              <a:gd name="connsiteX10" fmla="*/ 9669650 w 10910786"/>
              <a:gd name="connsiteY10" fmla="*/ 225749 h 430579"/>
              <a:gd name="connsiteX11" fmla="*/ 9656038 w 10910786"/>
              <a:gd name="connsiteY11" fmla="*/ 212909 h 430579"/>
              <a:gd name="connsiteX12" fmla="*/ 9669650 w 10910786"/>
              <a:gd name="connsiteY12" fmla="*/ 200069 h 430579"/>
              <a:gd name="connsiteX13" fmla="*/ 9609373 w 10910786"/>
              <a:gd name="connsiteY13" fmla="*/ 143445 h 430579"/>
              <a:gd name="connsiteX14" fmla="*/ 9632706 w 10910786"/>
              <a:gd name="connsiteY14" fmla="*/ 166987 h 430579"/>
              <a:gd name="connsiteX15" fmla="*/ 9609373 w 10910786"/>
              <a:gd name="connsiteY15" fmla="*/ 190527 h 430579"/>
              <a:gd name="connsiteX16" fmla="*/ 9586041 w 10910786"/>
              <a:gd name="connsiteY16" fmla="*/ 166987 h 430579"/>
              <a:gd name="connsiteX17" fmla="*/ 9609373 w 10910786"/>
              <a:gd name="connsiteY17" fmla="*/ 143445 h 430579"/>
              <a:gd name="connsiteX18" fmla="*/ 0 w 10910786"/>
              <a:gd name="connsiteY18" fmla="*/ 0 h 430579"/>
              <a:gd name="connsiteX19" fmla="*/ 739665 w 10910786"/>
              <a:gd name="connsiteY19" fmla="*/ 0 h 430579"/>
              <a:gd name="connsiteX20" fmla="*/ 9785339 w 10910786"/>
              <a:gd name="connsiteY20" fmla="*/ 3175 h 430579"/>
              <a:gd name="connsiteX21" fmla="*/ 9568541 w 10910786"/>
              <a:gd name="connsiteY21" fmla="*/ 27997 h 430579"/>
              <a:gd name="connsiteX22" fmla="*/ 9540864 w 10910786"/>
              <a:gd name="connsiteY22" fmla="*/ 55995 h 430579"/>
              <a:gd name="connsiteX23" fmla="*/ 9522411 w 10910786"/>
              <a:gd name="connsiteY23" fmla="*/ 74659 h 430579"/>
              <a:gd name="connsiteX24" fmla="*/ 9540864 w 10910786"/>
              <a:gd name="connsiteY24" fmla="*/ 97990 h 430579"/>
              <a:gd name="connsiteX25" fmla="*/ 9568541 w 10910786"/>
              <a:gd name="connsiteY25" fmla="*/ 121320 h 430579"/>
              <a:gd name="connsiteX26" fmla="*/ 9545478 w 10910786"/>
              <a:gd name="connsiteY26" fmla="*/ 149317 h 430579"/>
              <a:gd name="connsiteX27" fmla="*/ 9540864 w 10910786"/>
              <a:gd name="connsiteY27" fmla="*/ 149317 h 430579"/>
              <a:gd name="connsiteX28" fmla="*/ 9522411 w 10910786"/>
              <a:gd name="connsiteY28" fmla="*/ 167982 h 430579"/>
              <a:gd name="connsiteX29" fmla="*/ 9540864 w 10910786"/>
              <a:gd name="connsiteY29" fmla="*/ 191313 h 430579"/>
              <a:gd name="connsiteX30" fmla="*/ 9568541 w 10910786"/>
              <a:gd name="connsiteY30" fmla="*/ 214644 h 430579"/>
              <a:gd name="connsiteX31" fmla="*/ 9540864 w 10910786"/>
              <a:gd name="connsiteY31" fmla="*/ 242641 h 430579"/>
              <a:gd name="connsiteX32" fmla="*/ 9522411 w 10910786"/>
              <a:gd name="connsiteY32" fmla="*/ 265971 h 430579"/>
              <a:gd name="connsiteX33" fmla="*/ 9540864 w 10910786"/>
              <a:gd name="connsiteY33" fmla="*/ 284636 h 430579"/>
              <a:gd name="connsiteX34" fmla="*/ 9689454 w 10910786"/>
              <a:gd name="connsiteY34" fmla="*/ 430579 h 43057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34" fmla="*/ 9540864 w 9786569"/>
              <a:gd name="connsiteY34" fmla="*/ 284636 h 33913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73768"/>
              <a:gd name="connsiteY0" fmla="*/ 418315 h 418315"/>
              <a:gd name="connsiteX1" fmla="*/ 845227 w 10373768"/>
              <a:gd name="connsiteY1" fmla="*/ 415140 h 418315"/>
              <a:gd name="connsiteX2" fmla="*/ 0 w 10373768"/>
              <a:gd name="connsiteY2" fmla="*/ 415140 h 418315"/>
              <a:gd name="connsiteX3" fmla="*/ 0 w 10373768"/>
              <a:gd name="connsiteY3" fmla="*/ 79176 h 418315"/>
              <a:gd name="connsiteX4" fmla="*/ 9632706 w 10373768"/>
              <a:gd name="connsiteY4" fmla="*/ 340534 h 418315"/>
              <a:gd name="connsiteX5" fmla="*/ 9609373 w 10373768"/>
              <a:gd name="connsiteY5" fmla="*/ 364075 h 418315"/>
              <a:gd name="connsiteX6" fmla="*/ 9586041 w 10373768"/>
              <a:gd name="connsiteY6" fmla="*/ 340534 h 418315"/>
              <a:gd name="connsiteX7" fmla="*/ 9609373 w 10373768"/>
              <a:gd name="connsiteY7" fmla="*/ 316993 h 418315"/>
              <a:gd name="connsiteX8" fmla="*/ 9598014 w 10373768"/>
              <a:gd name="connsiteY8" fmla="*/ 418315 h 418315"/>
              <a:gd name="connsiteX9" fmla="*/ 9669650 w 10373768"/>
              <a:gd name="connsiteY9" fmla="*/ 279245 h 418315"/>
              <a:gd name="connsiteX10" fmla="*/ 9683261 w 10373768"/>
              <a:gd name="connsiteY10" fmla="*/ 292085 h 418315"/>
              <a:gd name="connsiteX11" fmla="*/ 9669650 w 10373768"/>
              <a:gd name="connsiteY11" fmla="*/ 304925 h 418315"/>
              <a:gd name="connsiteX12" fmla="*/ 9656038 w 10373768"/>
              <a:gd name="connsiteY12" fmla="*/ 292085 h 418315"/>
              <a:gd name="connsiteX13" fmla="*/ 9669650 w 10373768"/>
              <a:gd name="connsiteY13" fmla="*/ 279245 h 418315"/>
              <a:gd name="connsiteX14" fmla="*/ 9609373 w 10373768"/>
              <a:gd name="connsiteY14" fmla="*/ 222621 h 418315"/>
              <a:gd name="connsiteX15" fmla="*/ 9632706 w 10373768"/>
              <a:gd name="connsiteY15" fmla="*/ 246163 h 418315"/>
              <a:gd name="connsiteX16" fmla="*/ 9609373 w 10373768"/>
              <a:gd name="connsiteY16" fmla="*/ 269703 h 418315"/>
              <a:gd name="connsiteX17" fmla="*/ 9586041 w 10373768"/>
              <a:gd name="connsiteY17" fmla="*/ 246163 h 418315"/>
              <a:gd name="connsiteX18" fmla="*/ 9609373 w 10373768"/>
              <a:gd name="connsiteY18" fmla="*/ 222621 h 418315"/>
              <a:gd name="connsiteX19" fmla="*/ 0 w 10373768"/>
              <a:gd name="connsiteY19" fmla="*/ 79176 h 418315"/>
              <a:gd name="connsiteX20" fmla="*/ 739665 w 10373768"/>
              <a:gd name="connsiteY20" fmla="*/ 79176 h 418315"/>
              <a:gd name="connsiteX21" fmla="*/ 9785339 w 10373768"/>
              <a:gd name="connsiteY21" fmla="*/ 82351 h 418315"/>
              <a:gd name="connsiteX22" fmla="*/ 9540864 w 10373768"/>
              <a:gd name="connsiteY22" fmla="*/ 135171 h 418315"/>
              <a:gd name="connsiteX23" fmla="*/ 9522411 w 10373768"/>
              <a:gd name="connsiteY23" fmla="*/ 153835 h 418315"/>
              <a:gd name="connsiteX24" fmla="*/ 9540864 w 10373768"/>
              <a:gd name="connsiteY24" fmla="*/ 177166 h 418315"/>
              <a:gd name="connsiteX25" fmla="*/ 9568541 w 10373768"/>
              <a:gd name="connsiteY25" fmla="*/ 200496 h 418315"/>
              <a:gd name="connsiteX26" fmla="*/ 9545478 w 10373768"/>
              <a:gd name="connsiteY26" fmla="*/ 228493 h 418315"/>
              <a:gd name="connsiteX27" fmla="*/ 9540864 w 10373768"/>
              <a:gd name="connsiteY27" fmla="*/ 228493 h 418315"/>
              <a:gd name="connsiteX28" fmla="*/ 9522411 w 10373768"/>
              <a:gd name="connsiteY28" fmla="*/ 247158 h 418315"/>
              <a:gd name="connsiteX29" fmla="*/ 9540864 w 10373768"/>
              <a:gd name="connsiteY29" fmla="*/ 270489 h 418315"/>
              <a:gd name="connsiteX30" fmla="*/ 9568541 w 10373768"/>
              <a:gd name="connsiteY30" fmla="*/ 293820 h 418315"/>
              <a:gd name="connsiteX31" fmla="*/ 9540864 w 10373768"/>
              <a:gd name="connsiteY31" fmla="*/ 321817 h 418315"/>
              <a:gd name="connsiteX32" fmla="*/ 9522411 w 10373768"/>
              <a:gd name="connsiteY32" fmla="*/ 345147 h 418315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40864 w 9785339"/>
              <a:gd name="connsiteY22" fmla="*/ 55995 h 339139"/>
              <a:gd name="connsiteX23" fmla="*/ 9522411 w 9785339"/>
              <a:gd name="connsiteY23" fmla="*/ 74659 h 339139"/>
              <a:gd name="connsiteX24" fmla="*/ 9540864 w 9785339"/>
              <a:gd name="connsiteY24" fmla="*/ 97990 h 339139"/>
              <a:gd name="connsiteX25" fmla="*/ 9568541 w 9785339"/>
              <a:gd name="connsiteY25" fmla="*/ 121320 h 339139"/>
              <a:gd name="connsiteX26" fmla="*/ 9545478 w 9785339"/>
              <a:gd name="connsiteY26" fmla="*/ 149317 h 339139"/>
              <a:gd name="connsiteX27" fmla="*/ 9540864 w 9785339"/>
              <a:gd name="connsiteY27" fmla="*/ 149317 h 339139"/>
              <a:gd name="connsiteX28" fmla="*/ 9522411 w 9785339"/>
              <a:gd name="connsiteY28" fmla="*/ 167982 h 339139"/>
              <a:gd name="connsiteX29" fmla="*/ 9540864 w 9785339"/>
              <a:gd name="connsiteY29" fmla="*/ 191313 h 339139"/>
              <a:gd name="connsiteX30" fmla="*/ 9568541 w 9785339"/>
              <a:gd name="connsiteY30" fmla="*/ 214644 h 339139"/>
              <a:gd name="connsiteX31" fmla="*/ 9540864 w 9785339"/>
              <a:gd name="connsiteY31" fmla="*/ 242641 h 339139"/>
              <a:gd name="connsiteX32" fmla="*/ 9522411 w 9785339"/>
              <a:gd name="connsiteY32" fmla="*/ 265971 h 339139"/>
              <a:gd name="connsiteX0" fmla="*/ 9598014 w 10504275"/>
              <a:gd name="connsiteY0" fmla="*/ 339139 h 339139"/>
              <a:gd name="connsiteX1" fmla="*/ 845227 w 10504275"/>
              <a:gd name="connsiteY1" fmla="*/ 335964 h 339139"/>
              <a:gd name="connsiteX2" fmla="*/ 0 w 10504275"/>
              <a:gd name="connsiteY2" fmla="*/ 335964 h 339139"/>
              <a:gd name="connsiteX3" fmla="*/ 0 w 10504275"/>
              <a:gd name="connsiteY3" fmla="*/ 0 h 339139"/>
              <a:gd name="connsiteX4" fmla="*/ 9632706 w 10504275"/>
              <a:gd name="connsiteY4" fmla="*/ 261358 h 339139"/>
              <a:gd name="connsiteX5" fmla="*/ 9609373 w 10504275"/>
              <a:gd name="connsiteY5" fmla="*/ 284899 h 339139"/>
              <a:gd name="connsiteX6" fmla="*/ 9586041 w 10504275"/>
              <a:gd name="connsiteY6" fmla="*/ 261358 h 339139"/>
              <a:gd name="connsiteX7" fmla="*/ 9609373 w 10504275"/>
              <a:gd name="connsiteY7" fmla="*/ 237817 h 339139"/>
              <a:gd name="connsiteX8" fmla="*/ 9598014 w 10504275"/>
              <a:gd name="connsiteY8" fmla="*/ 339139 h 339139"/>
              <a:gd name="connsiteX9" fmla="*/ 9669650 w 10504275"/>
              <a:gd name="connsiteY9" fmla="*/ 200069 h 339139"/>
              <a:gd name="connsiteX10" fmla="*/ 9683261 w 10504275"/>
              <a:gd name="connsiteY10" fmla="*/ 212909 h 339139"/>
              <a:gd name="connsiteX11" fmla="*/ 9669650 w 10504275"/>
              <a:gd name="connsiteY11" fmla="*/ 225749 h 339139"/>
              <a:gd name="connsiteX12" fmla="*/ 9656038 w 10504275"/>
              <a:gd name="connsiteY12" fmla="*/ 212909 h 339139"/>
              <a:gd name="connsiteX13" fmla="*/ 9669650 w 10504275"/>
              <a:gd name="connsiteY13" fmla="*/ 200069 h 339139"/>
              <a:gd name="connsiteX14" fmla="*/ 9609373 w 10504275"/>
              <a:gd name="connsiteY14" fmla="*/ 143445 h 339139"/>
              <a:gd name="connsiteX15" fmla="*/ 9632706 w 10504275"/>
              <a:gd name="connsiteY15" fmla="*/ 166987 h 339139"/>
              <a:gd name="connsiteX16" fmla="*/ 9609373 w 10504275"/>
              <a:gd name="connsiteY16" fmla="*/ 190527 h 339139"/>
              <a:gd name="connsiteX17" fmla="*/ 9586041 w 10504275"/>
              <a:gd name="connsiteY17" fmla="*/ 166987 h 339139"/>
              <a:gd name="connsiteX18" fmla="*/ 9609373 w 10504275"/>
              <a:gd name="connsiteY18" fmla="*/ 143445 h 339139"/>
              <a:gd name="connsiteX19" fmla="*/ 0 w 10504275"/>
              <a:gd name="connsiteY19" fmla="*/ 0 h 339139"/>
              <a:gd name="connsiteX20" fmla="*/ 739665 w 10504275"/>
              <a:gd name="connsiteY20" fmla="*/ 0 h 339139"/>
              <a:gd name="connsiteX21" fmla="*/ 9785339 w 10504275"/>
              <a:gd name="connsiteY21" fmla="*/ 3175 h 339139"/>
              <a:gd name="connsiteX22" fmla="*/ 9896464 w 10504275"/>
              <a:gd name="connsiteY22" fmla="*/ 294120 h 339139"/>
              <a:gd name="connsiteX23" fmla="*/ 9522411 w 10504275"/>
              <a:gd name="connsiteY23" fmla="*/ 74659 h 339139"/>
              <a:gd name="connsiteX24" fmla="*/ 9540864 w 10504275"/>
              <a:gd name="connsiteY24" fmla="*/ 97990 h 339139"/>
              <a:gd name="connsiteX25" fmla="*/ 9568541 w 10504275"/>
              <a:gd name="connsiteY25" fmla="*/ 121320 h 339139"/>
              <a:gd name="connsiteX26" fmla="*/ 9545478 w 10504275"/>
              <a:gd name="connsiteY26" fmla="*/ 149317 h 339139"/>
              <a:gd name="connsiteX27" fmla="*/ 9540864 w 10504275"/>
              <a:gd name="connsiteY27" fmla="*/ 149317 h 339139"/>
              <a:gd name="connsiteX28" fmla="*/ 9522411 w 10504275"/>
              <a:gd name="connsiteY28" fmla="*/ 167982 h 339139"/>
              <a:gd name="connsiteX29" fmla="*/ 9540864 w 10504275"/>
              <a:gd name="connsiteY29" fmla="*/ 191313 h 339139"/>
              <a:gd name="connsiteX30" fmla="*/ 9568541 w 10504275"/>
              <a:gd name="connsiteY30" fmla="*/ 214644 h 339139"/>
              <a:gd name="connsiteX31" fmla="*/ 9540864 w 10504275"/>
              <a:gd name="connsiteY31" fmla="*/ 242641 h 339139"/>
              <a:gd name="connsiteX32" fmla="*/ 9522411 w 10504275"/>
              <a:gd name="connsiteY32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32" fmla="*/ 9598014 w 10381792"/>
              <a:gd name="connsiteY32" fmla="*/ 339139 h 339139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22411 w 9785339"/>
              <a:gd name="connsiteY22" fmla="*/ 74659 h 339139"/>
              <a:gd name="connsiteX23" fmla="*/ 9540864 w 9785339"/>
              <a:gd name="connsiteY23" fmla="*/ 97990 h 339139"/>
              <a:gd name="connsiteX24" fmla="*/ 9568541 w 9785339"/>
              <a:gd name="connsiteY24" fmla="*/ 121320 h 339139"/>
              <a:gd name="connsiteX25" fmla="*/ 9545478 w 9785339"/>
              <a:gd name="connsiteY25" fmla="*/ 149317 h 339139"/>
              <a:gd name="connsiteX26" fmla="*/ 9540864 w 9785339"/>
              <a:gd name="connsiteY26" fmla="*/ 149317 h 339139"/>
              <a:gd name="connsiteX27" fmla="*/ 9522411 w 9785339"/>
              <a:gd name="connsiteY27" fmla="*/ 167982 h 339139"/>
              <a:gd name="connsiteX28" fmla="*/ 9540864 w 9785339"/>
              <a:gd name="connsiteY28" fmla="*/ 191313 h 339139"/>
              <a:gd name="connsiteX29" fmla="*/ 9568541 w 9785339"/>
              <a:gd name="connsiteY29" fmla="*/ 214644 h 339139"/>
              <a:gd name="connsiteX30" fmla="*/ 9540864 w 9785339"/>
              <a:gd name="connsiteY30" fmla="*/ 242641 h 339139"/>
              <a:gd name="connsiteX31" fmla="*/ 9522411 w 9785339"/>
              <a:gd name="connsiteY31" fmla="*/ 265971 h 339139"/>
              <a:gd name="connsiteX32" fmla="*/ 9598014 w 9785339"/>
              <a:gd name="connsiteY32" fmla="*/ 339139 h 339139"/>
              <a:gd name="connsiteX33" fmla="*/ 0 w 9785339"/>
              <a:gd name="connsiteY33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609373 w 10386312"/>
              <a:gd name="connsiteY14" fmla="*/ 143445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9609373 w 10386312"/>
              <a:gd name="connsiteY18" fmla="*/ 143445 h 339139"/>
              <a:gd name="connsiteX19" fmla="*/ 0 w 10386312"/>
              <a:gd name="connsiteY19" fmla="*/ 0 h 339139"/>
              <a:gd name="connsiteX20" fmla="*/ 739665 w 10386312"/>
              <a:gd name="connsiteY20" fmla="*/ 0 h 339139"/>
              <a:gd name="connsiteX21" fmla="*/ 9785339 w 10386312"/>
              <a:gd name="connsiteY21" fmla="*/ 3175 h 339139"/>
              <a:gd name="connsiteX22" fmla="*/ 9540864 w 10386312"/>
              <a:gd name="connsiteY22" fmla="*/ 97990 h 339139"/>
              <a:gd name="connsiteX23" fmla="*/ 9568541 w 10386312"/>
              <a:gd name="connsiteY23" fmla="*/ 121320 h 339139"/>
              <a:gd name="connsiteX24" fmla="*/ 9545478 w 10386312"/>
              <a:gd name="connsiteY24" fmla="*/ 149317 h 339139"/>
              <a:gd name="connsiteX25" fmla="*/ 9540864 w 10386312"/>
              <a:gd name="connsiteY25" fmla="*/ 149317 h 339139"/>
              <a:gd name="connsiteX26" fmla="*/ 9522411 w 10386312"/>
              <a:gd name="connsiteY26" fmla="*/ 167982 h 339139"/>
              <a:gd name="connsiteX27" fmla="*/ 9540864 w 10386312"/>
              <a:gd name="connsiteY27" fmla="*/ 191313 h 339139"/>
              <a:gd name="connsiteX28" fmla="*/ 9568541 w 10386312"/>
              <a:gd name="connsiteY28" fmla="*/ 214644 h 339139"/>
              <a:gd name="connsiteX29" fmla="*/ 9540864 w 10386312"/>
              <a:gd name="connsiteY29" fmla="*/ 242641 h 339139"/>
              <a:gd name="connsiteX30" fmla="*/ 9522411 w 10386312"/>
              <a:gd name="connsiteY30" fmla="*/ 265971 h 339139"/>
              <a:gd name="connsiteX31" fmla="*/ 9598014 w 10386312"/>
              <a:gd name="connsiteY31" fmla="*/ 339139 h 339139"/>
              <a:gd name="connsiteX32" fmla="*/ 0 w 10386312"/>
              <a:gd name="connsiteY32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586041 w 10386312"/>
              <a:gd name="connsiteY14" fmla="*/ 166987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0 w 10386312"/>
              <a:gd name="connsiteY18" fmla="*/ 0 h 339139"/>
              <a:gd name="connsiteX19" fmla="*/ 739665 w 10386312"/>
              <a:gd name="connsiteY19" fmla="*/ 0 h 339139"/>
              <a:gd name="connsiteX20" fmla="*/ 9785339 w 10386312"/>
              <a:gd name="connsiteY20" fmla="*/ 3175 h 339139"/>
              <a:gd name="connsiteX21" fmla="*/ 9540864 w 10386312"/>
              <a:gd name="connsiteY21" fmla="*/ 97990 h 339139"/>
              <a:gd name="connsiteX22" fmla="*/ 9568541 w 10386312"/>
              <a:gd name="connsiteY22" fmla="*/ 121320 h 339139"/>
              <a:gd name="connsiteX23" fmla="*/ 9545478 w 10386312"/>
              <a:gd name="connsiteY23" fmla="*/ 149317 h 339139"/>
              <a:gd name="connsiteX24" fmla="*/ 9540864 w 10386312"/>
              <a:gd name="connsiteY24" fmla="*/ 149317 h 339139"/>
              <a:gd name="connsiteX25" fmla="*/ 9522411 w 10386312"/>
              <a:gd name="connsiteY25" fmla="*/ 167982 h 339139"/>
              <a:gd name="connsiteX26" fmla="*/ 9540864 w 10386312"/>
              <a:gd name="connsiteY26" fmla="*/ 191313 h 339139"/>
              <a:gd name="connsiteX27" fmla="*/ 9568541 w 10386312"/>
              <a:gd name="connsiteY27" fmla="*/ 214644 h 339139"/>
              <a:gd name="connsiteX28" fmla="*/ 9540864 w 10386312"/>
              <a:gd name="connsiteY28" fmla="*/ 242641 h 339139"/>
              <a:gd name="connsiteX29" fmla="*/ 9522411 w 10386312"/>
              <a:gd name="connsiteY29" fmla="*/ 265971 h 339139"/>
              <a:gd name="connsiteX30" fmla="*/ 9598014 w 10386312"/>
              <a:gd name="connsiteY30" fmla="*/ 339139 h 339139"/>
              <a:gd name="connsiteX31" fmla="*/ 0 w 10386312"/>
              <a:gd name="connsiteY31" fmla="*/ 0 h 339139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609373 w 10386312"/>
              <a:gd name="connsiteY5" fmla="*/ 284899 h 347620"/>
              <a:gd name="connsiteX6" fmla="*/ 9586041 w 10386312"/>
              <a:gd name="connsiteY6" fmla="*/ 261358 h 347620"/>
              <a:gd name="connsiteX7" fmla="*/ 9609373 w 10386312"/>
              <a:gd name="connsiteY7" fmla="*/ 237817 h 347620"/>
              <a:gd name="connsiteX8" fmla="*/ 9598014 w 10386312"/>
              <a:gd name="connsiteY8" fmla="*/ 339139 h 347620"/>
              <a:gd name="connsiteX9" fmla="*/ 9669650 w 10386312"/>
              <a:gd name="connsiteY9" fmla="*/ 200069 h 347620"/>
              <a:gd name="connsiteX10" fmla="*/ 9683261 w 10386312"/>
              <a:gd name="connsiteY10" fmla="*/ 212909 h 347620"/>
              <a:gd name="connsiteX11" fmla="*/ 9669650 w 10386312"/>
              <a:gd name="connsiteY11" fmla="*/ 225749 h 347620"/>
              <a:gd name="connsiteX12" fmla="*/ 9656038 w 10386312"/>
              <a:gd name="connsiteY12" fmla="*/ 212909 h 347620"/>
              <a:gd name="connsiteX13" fmla="*/ 9669650 w 10386312"/>
              <a:gd name="connsiteY13" fmla="*/ 200069 h 347620"/>
              <a:gd name="connsiteX14" fmla="*/ 9586041 w 10386312"/>
              <a:gd name="connsiteY14" fmla="*/ 166987 h 347620"/>
              <a:gd name="connsiteX15" fmla="*/ 9632706 w 10386312"/>
              <a:gd name="connsiteY15" fmla="*/ 166987 h 347620"/>
              <a:gd name="connsiteX16" fmla="*/ 9609373 w 10386312"/>
              <a:gd name="connsiteY16" fmla="*/ 190527 h 347620"/>
              <a:gd name="connsiteX17" fmla="*/ 9586041 w 10386312"/>
              <a:gd name="connsiteY17" fmla="*/ 166987 h 347620"/>
              <a:gd name="connsiteX18" fmla="*/ 0 w 10386312"/>
              <a:gd name="connsiteY18" fmla="*/ 0 h 347620"/>
              <a:gd name="connsiteX19" fmla="*/ 739665 w 10386312"/>
              <a:gd name="connsiteY19" fmla="*/ 0 h 347620"/>
              <a:gd name="connsiteX20" fmla="*/ 9785339 w 10386312"/>
              <a:gd name="connsiteY20" fmla="*/ 3175 h 347620"/>
              <a:gd name="connsiteX21" fmla="*/ 9540864 w 10386312"/>
              <a:gd name="connsiteY21" fmla="*/ 97990 h 347620"/>
              <a:gd name="connsiteX22" fmla="*/ 9568541 w 10386312"/>
              <a:gd name="connsiteY22" fmla="*/ 121320 h 347620"/>
              <a:gd name="connsiteX23" fmla="*/ 9545478 w 10386312"/>
              <a:gd name="connsiteY23" fmla="*/ 149317 h 347620"/>
              <a:gd name="connsiteX24" fmla="*/ 9540864 w 10386312"/>
              <a:gd name="connsiteY24" fmla="*/ 149317 h 347620"/>
              <a:gd name="connsiteX25" fmla="*/ 9522411 w 10386312"/>
              <a:gd name="connsiteY25" fmla="*/ 167982 h 347620"/>
              <a:gd name="connsiteX26" fmla="*/ 9540864 w 10386312"/>
              <a:gd name="connsiteY26" fmla="*/ 191313 h 347620"/>
              <a:gd name="connsiteX27" fmla="*/ 9568541 w 10386312"/>
              <a:gd name="connsiteY27" fmla="*/ 214644 h 347620"/>
              <a:gd name="connsiteX28" fmla="*/ 9540864 w 10386312"/>
              <a:gd name="connsiteY28" fmla="*/ 242641 h 347620"/>
              <a:gd name="connsiteX29" fmla="*/ 9598014 w 10386312"/>
              <a:gd name="connsiteY29" fmla="*/ 339139 h 347620"/>
              <a:gd name="connsiteX30" fmla="*/ 0 w 10386312"/>
              <a:gd name="connsiteY3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609373 w 10386312"/>
              <a:gd name="connsiteY6" fmla="*/ 237817 h 347620"/>
              <a:gd name="connsiteX7" fmla="*/ 9598014 w 10386312"/>
              <a:gd name="connsiteY7" fmla="*/ 339139 h 347620"/>
              <a:gd name="connsiteX8" fmla="*/ 9669650 w 10386312"/>
              <a:gd name="connsiteY8" fmla="*/ 200069 h 347620"/>
              <a:gd name="connsiteX9" fmla="*/ 9683261 w 10386312"/>
              <a:gd name="connsiteY9" fmla="*/ 212909 h 347620"/>
              <a:gd name="connsiteX10" fmla="*/ 9669650 w 10386312"/>
              <a:gd name="connsiteY10" fmla="*/ 225749 h 347620"/>
              <a:gd name="connsiteX11" fmla="*/ 9656038 w 10386312"/>
              <a:gd name="connsiteY11" fmla="*/ 212909 h 347620"/>
              <a:gd name="connsiteX12" fmla="*/ 9669650 w 10386312"/>
              <a:gd name="connsiteY12" fmla="*/ 200069 h 347620"/>
              <a:gd name="connsiteX13" fmla="*/ 9586041 w 10386312"/>
              <a:gd name="connsiteY13" fmla="*/ 166987 h 347620"/>
              <a:gd name="connsiteX14" fmla="*/ 9632706 w 10386312"/>
              <a:gd name="connsiteY14" fmla="*/ 166987 h 347620"/>
              <a:gd name="connsiteX15" fmla="*/ 9609373 w 10386312"/>
              <a:gd name="connsiteY15" fmla="*/ 190527 h 347620"/>
              <a:gd name="connsiteX16" fmla="*/ 9586041 w 10386312"/>
              <a:gd name="connsiteY16" fmla="*/ 166987 h 347620"/>
              <a:gd name="connsiteX17" fmla="*/ 0 w 10386312"/>
              <a:gd name="connsiteY17" fmla="*/ 0 h 347620"/>
              <a:gd name="connsiteX18" fmla="*/ 739665 w 10386312"/>
              <a:gd name="connsiteY18" fmla="*/ 0 h 347620"/>
              <a:gd name="connsiteX19" fmla="*/ 9785339 w 10386312"/>
              <a:gd name="connsiteY19" fmla="*/ 3175 h 347620"/>
              <a:gd name="connsiteX20" fmla="*/ 9540864 w 10386312"/>
              <a:gd name="connsiteY20" fmla="*/ 97990 h 347620"/>
              <a:gd name="connsiteX21" fmla="*/ 9568541 w 10386312"/>
              <a:gd name="connsiteY21" fmla="*/ 121320 h 347620"/>
              <a:gd name="connsiteX22" fmla="*/ 9545478 w 10386312"/>
              <a:gd name="connsiteY22" fmla="*/ 149317 h 347620"/>
              <a:gd name="connsiteX23" fmla="*/ 9540864 w 10386312"/>
              <a:gd name="connsiteY23" fmla="*/ 149317 h 347620"/>
              <a:gd name="connsiteX24" fmla="*/ 9522411 w 10386312"/>
              <a:gd name="connsiteY24" fmla="*/ 167982 h 347620"/>
              <a:gd name="connsiteX25" fmla="*/ 9540864 w 10386312"/>
              <a:gd name="connsiteY25" fmla="*/ 191313 h 347620"/>
              <a:gd name="connsiteX26" fmla="*/ 9568541 w 10386312"/>
              <a:gd name="connsiteY26" fmla="*/ 214644 h 347620"/>
              <a:gd name="connsiteX27" fmla="*/ 9540864 w 10386312"/>
              <a:gd name="connsiteY27" fmla="*/ 242641 h 347620"/>
              <a:gd name="connsiteX28" fmla="*/ 9598014 w 10386312"/>
              <a:gd name="connsiteY28" fmla="*/ 339139 h 347620"/>
              <a:gd name="connsiteX29" fmla="*/ 0 w 10386312"/>
              <a:gd name="connsiteY29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598014 w 10386312"/>
              <a:gd name="connsiteY6" fmla="*/ 339139 h 347620"/>
              <a:gd name="connsiteX7" fmla="*/ 9669650 w 10386312"/>
              <a:gd name="connsiteY7" fmla="*/ 200069 h 347620"/>
              <a:gd name="connsiteX8" fmla="*/ 9683261 w 10386312"/>
              <a:gd name="connsiteY8" fmla="*/ 212909 h 347620"/>
              <a:gd name="connsiteX9" fmla="*/ 9669650 w 10386312"/>
              <a:gd name="connsiteY9" fmla="*/ 225749 h 347620"/>
              <a:gd name="connsiteX10" fmla="*/ 9656038 w 10386312"/>
              <a:gd name="connsiteY10" fmla="*/ 212909 h 347620"/>
              <a:gd name="connsiteX11" fmla="*/ 9669650 w 10386312"/>
              <a:gd name="connsiteY11" fmla="*/ 200069 h 347620"/>
              <a:gd name="connsiteX12" fmla="*/ 9586041 w 10386312"/>
              <a:gd name="connsiteY12" fmla="*/ 166987 h 347620"/>
              <a:gd name="connsiteX13" fmla="*/ 9632706 w 10386312"/>
              <a:gd name="connsiteY13" fmla="*/ 166987 h 347620"/>
              <a:gd name="connsiteX14" fmla="*/ 9609373 w 10386312"/>
              <a:gd name="connsiteY14" fmla="*/ 190527 h 347620"/>
              <a:gd name="connsiteX15" fmla="*/ 9586041 w 10386312"/>
              <a:gd name="connsiteY15" fmla="*/ 166987 h 347620"/>
              <a:gd name="connsiteX16" fmla="*/ 0 w 10386312"/>
              <a:gd name="connsiteY16" fmla="*/ 0 h 347620"/>
              <a:gd name="connsiteX17" fmla="*/ 739665 w 10386312"/>
              <a:gd name="connsiteY17" fmla="*/ 0 h 347620"/>
              <a:gd name="connsiteX18" fmla="*/ 9785339 w 10386312"/>
              <a:gd name="connsiteY18" fmla="*/ 3175 h 347620"/>
              <a:gd name="connsiteX19" fmla="*/ 9540864 w 10386312"/>
              <a:gd name="connsiteY19" fmla="*/ 97990 h 347620"/>
              <a:gd name="connsiteX20" fmla="*/ 9568541 w 10386312"/>
              <a:gd name="connsiteY20" fmla="*/ 121320 h 347620"/>
              <a:gd name="connsiteX21" fmla="*/ 9545478 w 10386312"/>
              <a:gd name="connsiteY21" fmla="*/ 149317 h 347620"/>
              <a:gd name="connsiteX22" fmla="*/ 9540864 w 10386312"/>
              <a:gd name="connsiteY22" fmla="*/ 149317 h 347620"/>
              <a:gd name="connsiteX23" fmla="*/ 9522411 w 10386312"/>
              <a:gd name="connsiteY23" fmla="*/ 167982 h 347620"/>
              <a:gd name="connsiteX24" fmla="*/ 9540864 w 10386312"/>
              <a:gd name="connsiteY24" fmla="*/ 191313 h 347620"/>
              <a:gd name="connsiteX25" fmla="*/ 9568541 w 10386312"/>
              <a:gd name="connsiteY25" fmla="*/ 214644 h 347620"/>
              <a:gd name="connsiteX26" fmla="*/ 9540864 w 10386312"/>
              <a:gd name="connsiteY26" fmla="*/ 242641 h 347620"/>
              <a:gd name="connsiteX27" fmla="*/ 9598014 w 10386312"/>
              <a:gd name="connsiteY27" fmla="*/ 339139 h 347620"/>
              <a:gd name="connsiteX28" fmla="*/ 0 w 10386312"/>
              <a:gd name="connsiteY28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86041 w 10386312"/>
              <a:gd name="connsiteY4" fmla="*/ 261358 h 347620"/>
              <a:gd name="connsiteX5" fmla="*/ 9598014 w 10386312"/>
              <a:gd name="connsiteY5" fmla="*/ 339139 h 347620"/>
              <a:gd name="connsiteX6" fmla="*/ 9669650 w 10386312"/>
              <a:gd name="connsiteY6" fmla="*/ 200069 h 347620"/>
              <a:gd name="connsiteX7" fmla="*/ 9683261 w 10386312"/>
              <a:gd name="connsiteY7" fmla="*/ 212909 h 347620"/>
              <a:gd name="connsiteX8" fmla="*/ 9669650 w 10386312"/>
              <a:gd name="connsiteY8" fmla="*/ 225749 h 347620"/>
              <a:gd name="connsiteX9" fmla="*/ 9656038 w 10386312"/>
              <a:gd name="connsiteY9" fmla="*/ 212909 h 347620"/>
              <a:gd name="connsiteX10" fmla="*/ 9669650 w 10386312"/>
              <a:gd name="connsiteY10" fmla="*/ 200069 h 347620"/>
              <a:gd name="connsiteX11" fmla="*/ 9586041 w 10386312"/>
              <a:gd name="connsiteY11" fmla="*/ 166987 h 347620"/>
              <a:gd name="connsiteX12" fmla="*/ 9632706 w 10386312"/>
              <a:gd name="connsiteY12" fmla="*/ 166987 h 347620"/>
              <a:gd name="connsiteX13" fmla="*/ 9609373 w 10386312"/>
              <a:gd name="connsiteY13" fmla="*/ 190527 h 347620"/>
              <a:gd name="connsiteX14" fmla="*/ 9586041 w 10386312"/>
              <a:gd name="connsiteY14" fmla="*/ 166987 h 347620"/>
              <a:gd name="connsiteX15" fmla="*/ 0 w 10386312"/>
              <a:gd name="connsiteY15" fmla="*/ 0 h 347620"/>
              <a:gd name="connsiteX16" fmla="*/ 739665 w 10386312"/>
              <a:gd name="connsiteY16" fmla="*/ 0 h 347620"/>
              <a:gd name="connsiteX17" fmla="*/ 9785339 w 10386312"/>
              <a:gd name="connsiteY17" fmla="*/ 3175 h 347620"/>
              <a:gd name="connsiteX18" fmla="*/ 9540864 w 10386312"/>
              <a:gd name="connsiteY18" fmla="*/ 97990 h 347620"/>
              <a:gd name="connsiteX19" fmla="*/ 9568541 w 10386312"/>
              <a:gd name="connsiteY19" fmla="*/ 121320 h 347620"/>
              <a:gd name="connsiteX20" fmla="*/ 9545478 w 10386312"/>
              <a:gd name="connsiteY20" fmla="*/ 149317 h 347620"/>
              <a:gd name="connsiteX21" fmla="*/ 9540864 w 10386312"/>
              <a:gd name="connsiteY21" fmla="*/ 149317 h 347620"/>
              <a:gd name="connsiteX22" fmla="*/ 9522411 w 10386312"/>
              <a:gd name="connsiteY22" fmla="*/ 167982 h 347620"/>
              <a:gd name="connsiteX23" fmla="*/ 9540864 w 10386312"/>
              <a:gd name="connsiteY23" fmla="*/ 191313 h 347620"/>
              <a:gd name="connsiteX24" fmla="*/ 9568541 w 10386312"/>
              <a:gd name="connsiteY24" fmla="*/ 214644 h 347620"/>
              <a:gd name="connsiteX25" fmla="*/ 9540864 w 10386312"/>
              <a:gd name="connsiteY25" fmla="*/ 242641 h 347620"/>
              <a:gd name="connsiteX26" fmla="*/ 9598014 w 10386312"/>
              <a:gd name="connsiteY26" fmla="*/ 339139 h 347620"/>
              <a:gd name="connsiteX27" fmla="*/ 0 w 10386312"/>
              <a:gd name="connsiteY27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0006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669650 w 10386312"/>
              <a:gd name="connsiteY9" fmla="*/ 200069 h 347620"/>
              <a:gd name="connsiteX10" fmla="*/ 9586041 w 10386312"/>
              <a:gd name="connsiteY10" fmla="*/ 166987 h 347620"/>
              <a:gd name="connsiteX11" fmla="*/ 9632706 w 10386312"/>
              <a:gd name="connsiteY11" fmla="*/ 166987 h 347620"/>
              <a:gd name="connsiteX12" fmla="*/ 9609373 w 10386312"/>
              <a:gd name="connsiteY12" fmla="*/ 190527 h 347620"/>
              <a:gd name="connsiteX13" fmla="*/ 9586041 w 10386312"/>
              <a:gd name="connsiteY13" fmla="*/ 166987 h 347620"/>
              <a:gd name="connsiteX14" fmla="*/ 0 w 10386312"/>
              <a:gd name="connsiteY14" fmla="*/ 0 h 347620"/>
              <a:gd name="connsiteX15" fmla="*/ 739665 w 10386312"/>
              <a:gd name="connsiteY15" fmla="*/ 0 h 347620"/>
              <a:gd name="connsiteX16" fmla="*/ 9785339 w 10386312"/>
              <a:gd name="connsiteY16" fmla="*/ 3175 h 347620"/>
              <a:gd name="connsiteX17" fmla="*/ 9540864 w 10386312"/>
              <a:gd name="connsiteY17" fmla="*/ 97990 h 347620"/>
              <a:gd name="connsiteX18" fmla="*/ 9568541 w 10386312"/>
              <a:gd name="connsiteY18" fmla="*/ 121320 h 347620"/>
              <a:gd name="connsiteX19" fmla="*/ 9545478 w 10386312"/>
              <a:gd name="connsiteY19" fmla="*/ 149317 h 347620"/>
              <a:gd name="connsiteX20" fmla="*/ 9540864 w 10386312"/>
              <a:gd name="connsiteY20" fmla="*/ 149317 h 347620"/>
              <a:gd name="connsiteX21" fmla="*/ 9522411 w 10386312"/>
              <a:gd name="connsiteY21" fmla="*/ 167982 h 347620"/>
              <a:gd name="connsiteX22" fmla="*/ 9540864 w 10386312"/>
              <a:gd name="connsiteY22" fmla="*/ 191313 h 347620"/>
              <a:gd name="connsiteX23" fmla="*/ 9568541 w 10386312"/>
              <a:gd name="connsiteY23" fmla="*/ 214644 h 347620"/>
              <a:gd name="connsiteX24" fmla="*/ 9540864 w 10386312"/>
              <a:gd name="connsiteY24" fmla="*/ 242641 h 347620"/>
              <a:gd name="connsiteX25" fmla="*/ 9598014 w 10386312"/>
              <a:gd name="connsiteY25" fmla="*/ 339139 h 347620"/>
              <a:gd name="connsiteX26" fmla="*/ 0 w 10386312"/>
              <a:gd name="connsiteY26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56038 w 10386312"/>
              <a:gd name="connsiteY5" fmla="*/ 21290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586041 w 10386312"/>
              <a:gd name="connsiteY9" fmla="*/ 166987 h 347620"/>
              <a:gd name="connsiteX10" fmla="*/ 9632706 w 10386312"/>
              <a:gd name="connsiteY10" fmla="*/ 166987 h 347620"/>
              <a:gd name="connsiteX11" fmla="*/ 9609373 w 10386312"/>
              <a:gd name="connsiteY11" fmla="*/ 190527 h 347620"/>
              <a:gd name="connsiteX12" fmla="*/ 9586041 w 10386312"/>
              <a:gd name="connsiteY12" fmla="*/ 166987 h 347620"/>
              <a:gd name="connsiteX13" fmla="*/ 0 w 10386312"/>
              <a:gd name="connsiteY13" fmla="*/ 0 h 347620"/>
              <a:gd name="connsiteX14" fmla="*/ 739665 w 10386312"/>
              <a:gd name="connsiteY14" fmla="*/ 0 h 347620"/>
              <a:gd name="connsiteX15" fmla="*/ 9785339 w 10386312"/>
              <a:gd name="connsiteY15" fmla="*/ 3175 h 347620"/>
              <a:gd name="connsiteX16" fmla="*/ 9540864 w 10386312"/>
              <a:gd name="connsiteY16" fmla="*/ 97990 h 347620"/>
              <a:gd name="connsiteX17" fmla="*/ 9568541 w 10386312"/>
              <a:gd name="connsiteY17" fmla="*/ 121320 h 347620"/>
              <a:gd name="connsiteX18" fmla="*/ 9545478 w 10386312"/>
              <a:gd name="connsiteY18" fmla="*/ 149317 h 347620"/>
              <a:gd name="connsiteX19" fmla="*/ 9540864 w 10386312"/>
              <a:gd name="connsiteY19" fmla="*/ 149317 h 347620"/>
              <a:gd name="connsiteX20" fmla="*/ 9522411 w 10386312"/>
              <a:gd name="connsiteY20" fmla="*/ 167982 h 347620"/>
              <a:gd name="connsiteX21" fmla="*/ 9540864 w 10386312"/>
              <a:gd name="connsiteY21" fmla="*/ 191313 h 347620"/>
              <a:gd name="connsiteX22" fmla="*/ 9568541 w 10386312"/>
              <a:gd name="connsiteY22" fmla="*/ 214644 h 347620"/>
              <a:gd name="connsiteX23" fmla="*/ 9540864 w 10386312"/>
              <a:gd name="connsiteY23" fmla="*/ 242641 h 347620"/>
              <a:gd name="connsiteX24" fmla="*/ 9598014 w 10386312"/>
              <a:gd name="connsiteY24" fmla="*/ 339139 h 347620"/>
              <a:gd name="connsiteX25" fmla="*/ 0 w 10386312"/>
              <a:gd name="connsiteY25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2574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586041 w 10386312"/>
              <a:gd name="connsiteY8" fmla="*/ 166987 h 347620"/>
              <a:gd name="connsiteX9" fmla="*/ 9632706 w 10386312"/>
              <a:gd name="connsiteY9" fmla="*/ 166987 h 347620"/>
              <a:gd name="connsiteX10" fmla="*/ 9609373 w 10386312"/>
              <a:gd name="connsiteY10" fmla="*/ 190527 h 347620"/>
              <a:gd name="connsiteX11" fmla="*/ 9586041 w 10386312"/>
              <a:gd name="connsiteY11" fmla="*/ 166987 h 347620"/>
              <a:gd name="connsiteX12" fmla="*/ 0 w 10386312"/>
              <a:gd name="connsiteY12" fmla="*/ 0 h 347620"/>
              <a:gd name="connsiteX13" fmla="*/ 739665 w 10386312"/>
              <a:gd name="connsiteY13" fmla="*/ 0 h 347620"/>
              <a:gd name="connsiteX14" fmla="*/ 9785339 w 10386312"/>
              <a:gd name="connsiteY14" fmla="*/ 3175 h 347620"/>
              <a:gd name="connsiteX15" fmla="*/ 9540864 w 10386312"/>
              <a:gd name="connsiteY15" fmla="*/ 97990 h 347620"/>
              <a:gd name="connsiteX16" fmla="*/ 9568541 w 10386312"/>
              <a:gd name="connsiteY16" fmla="*/ 121320 h 347620"/>
              <a:gd name="connsiteX17" fmla="*/ 9545478 w 10386312"/>
              <a:gd name="connsiteY17" fmla="*/ 149317 h 347620"/>
              <a:gd name="connsiteX18" fmla="*/ 9540864 w 10386312"/>
              <a:gd name="connsiteY18" fmla="*/ 149317 h 347620"/>
              <a:gd name="connsiteX19" fmla="*/ 9522411 w 10386312"/>
              <a:gd name="connsiteY19" fmla="*/ 167982 h 347620"/>
              <a:gd name="connsiteX20" fmla="*/ 9540864 w 10386312"/>
              <a:gd name="connsiteY20" fmla="*/ 191313 h 347620"/>
              <a:gd name="connsiteX21" fmla="*/ 9568541 w 10386312"/>
              <a:gd name="connsiteY21" fmla="*/ 214644 h 347620"/>
              <a:gd name="connsiteX22" fmla="*/ 9540864 w 10386312"/>
              <a:gd name="connsiteY22" fmla="*/ 242641 h 347620"/>
              <a:gd name="connsiteX23" fmla="*/ 9598014 w 10386312"/>
              <a:gd name="connsiteY23" fmla="*/ 339139 h 347620"/>
              <a:gd name="connsiteX24" fmla="*/ 0 w 10386312"/>
              <a:gd name="connsiteY24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32706 w 10386312"/>
              <a:gd name="connsiteY6" fmla="*/ 166987 h 347620"/>
              <a:gd name="connsiteX7" fmla="*/ 9609373 w 10386312"/>
              <a:gd name="connsiteY7" fmla="*/ 190527 h 347620"/>
              <a:gd name="connsiteX8" fmla="*/ 9586041 w 10386312"/>
              <a:gd name="connsiteY8" fmla="*/ 166987 h 347620"/>
              <a:gd name="connsiteX9" fmla="*/ 0 w 10386312"/>
              <a:gd name="connsiteY9" fmla="*/ 0 h 347620"/>
              <a:gd name="connsiteX10" fmla="*/ 739665 w 10386312"/>
              <a:gd name="connsiteY10" fmla="*/ 0 h 347620"/>
              <a:gd name="connsiteX11" fmla="*/ 9785339 w 10386312"/>
              <a:gd name="connsiteY11" fmla="*/ 3175 h 347620"/>
              <a:gd name="connsiteX12" fmla="*/ 9540864 w 10386312"/>
              <a:gd name="connsiteY12" fmla="*/ 97990 h 347620"/>
              <a:gd name="connsiteX13" fmla="*/ 9568541 w 10386312"/>
              <a:gd name="connsiteY13" fmla="*/ 121320 h 347620"/>
              <a:gd name="connsiteX14" fmla="*/ 9545478 w 10386312"/>
              <a:gd name="connsiteY14" fmla="*/ 149317 h 347620"/>
              <a:gd name="connsiteX15" fmla="*/ 9540864 w 10386312"/>
              <a:gd name="connsiteY15" fmla="*/ 149317 h 347620"/>
              <a:gd name="connsiteX16" fmla="*/ 9522411 w 10386312"/>
              <a:gd name="connsiteY16" fmla="*/ 167982 h 347620"/>
              <a:gd name="connsiteX17" fmla="*/ 9540864 w 10386312"/>
              <a:gd name="connsiteY17" fmla="*/ 191313 h 347620"/>
              <a:gd name="connsiteX18" fmla="*/ 9568541 w 10386312"/>
              <a:gd name="connsiteY18" fmla="*/ 214644 h 347620"/>
              <a:gd name="connsiteX19" fmla="*/ 9540864 w 10386312"/>
              <a:gd name="connsiteY19" fmla="*/ 242641 h 347620"/>
              <a:gd name="connsiteX20" fmla="*/ 9598014 w 10386312"/>
              <a:gd name="connsiteY20" fmla="*/ 339139 h 347620"/>
              <a:gd name="connsiteX21" fmla="*/ 0 w 10386312"/>
              <a:gd name="connsiteY21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09373 w 10386312"/>
              <a:gd name="connsiteY6" fmla="*/ 190527 h 347620"/>
              <a:gd name="connsiteX7" fmla="*/ 9586041 w 10386312"/>
              <a:gd name="connsiteY7" fmla="*/ 166987 h 347620"/>
              <a:gd name="connsiteX8" fmla="*/ 0 w 10386312"/>
              <a:gd name="connsiteY8" fmla="*/ 0 h 347620"/>
              <a:gd name="connsiteX9" fmla="*/ 739665 w 10386312"/>
              <a:gd name="connsiteY9" fmla="*/ 0 h 347620"/>
              <a:gd name="connsiteX10" fmla="*/ 9785339 w 10386312"/>
              <a:gd name="connsiteY10" fmla="*/ 3175 h 347620"/>
              <a:gd name="connsiteX11" fmla="*/ 9540864 w 10386312"/>
              <a:gd name="connsiteY11" fmla="*/ 97990 h 347620"/>
              <a:gd name="connsiteX12" fmla="*/ 9568541 w 10386312"/>
              <a:gd name="connsiteY12" fmla="*/ 121320 h 347620"/>
              <a:gd name="connsiteX13" fmla="*/ 9545478 w 10386312"/>
              <a:gd name="connsiteY13" fmla="*/ 149317 h 347620"/>
              <a:gd name="connsiteX14" fmla="*/ 9540864 w 10386312"/>
              <a:gd name="connsiteY14" fmla="*/ 149317 h 347620"/>
              <a:gd name="connsiteX15" fmla="*/ 9522411 w 10386312"/>
              <a:gd name="connsiteY15" fmla="*/ 167982 h 347620"/>
              <a:gd name="connsiteX16" fmla="*/ 9540864 w 10386312"/>
              <a:gd name="connsiteY16" fmla="*/ 191313 h 347620"/>
              <a:gd name="connsiteX17" fmla="*/ 9568541 w 10386312"/>
              <a:gd name="connsiteY17" fmla="*/ 214644 h 347620"/>
              <a:gd name="connsiteX18" fmla="*/ 9540864 w 10386312"/>
              <a:gd name="connsiteY18" fmla="*/ 242641 h 347620"/>
              <a:gd name="connsiteX19" fmla="*/ 9598014 w 10386312"/>
              <a:gd name="connsiteY19" fmla="*/ 339139 h 347620"/>
              <a:gd name="connsiteX20" fmla="*/ 0 w 10386312"/>
              <a:gd name="connsiteY2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0 w 10386312"/>
              <a:gd name="connsiteY5" fmla="*/ 0 h 347620"/>
              <a:gd name="connsiteX6" fmla="*/ 739665 w 10386312"/>
              <a:gd name="connsiteY6" fmla="*/ 0 h 347620"/>
              <a:gd name="connsiteX7" fmla="*/ 9785339 w 10386312"/>
              <a:gd name="connsiteY7" fmla="*/ 3175 h 347620"/>
              <a:gd name="connsiteX8" fmla="*/ 9540864 w 10386312"/>
              <a:gd name="connsiteY8" fmla="*/ 97990 h 347620"/>
              <a:gd name="connsiteX9" fmla="*/ 9568541 w 10386312"/>
              <a:gd name="connsiteY9" fmla="*/ 121320 h 347620"/>
              <a:gd name="connsiteX10" fmla="*/ 9545478 w 10386312"/>
              <a:gd name="connsiteY10" fmla="*/ 149317 h 347620"/>
              <a:gd name="connsiteX11" fmla="*/ 9540864 w 10386312"/>
              <a:gd name="connsiteY11" fmla="*/ 149317 h 347620"/>
              <a:gd name="connsiteX12" fmla="*/ 9522411 w 10386312"/>
              <a:gd name="connsiteY12" fmla="*/ 167982 h 347620"/>
              <a:gd name="connsiteX13" fmla="*/ 9540864 w 10386312"/>
              <a:gd name="connsiteY13" fmla="*/ 191313 h 347620"/>
              <a:gd name="connsiteX14" fmla="*/ 9568541 w 10386312"/>
              <a:gd name="connsiteY14" fmla="*/ 214644 h 347620"/>
              <a:gd name="connsiteX15" fmla="*/ 9540864 w 10386312"/>
              <a:gd name="connsiteY15" fmla="*/ 242641 h 347620"/>
              <a:gd name="connsiteX16" fmla="*/ 9598014 w 10386312"/>
              <a:gd name="connsiteY16" fmla="*/ 339139 h 347620"/>
              <a:gd name="connsiteX17" fmla="*/ 0 w 10386312"/>
              <a:gd name="connsiteY17" fmla="*/ 0 h 347620"/>
              <a:gd name="connsiteX0" fmla="*/ 9598014 w 10386312"/>
              <a:gd name="connsiteY0" fmla="*/ 339139 h 347838"/>
              <a:gd name="connsiteX1" fmla="*/ 845227 w 10386312"/>
              <a:gd name="connsiteY1" fmla="*/ 335964 h 347838"/>
              <a:gd name="connsiteX2" fmla="*/ 0 w 10386312"/>
              <a:gd name="connsiteY2" fmla="*/ 335964 h 347838"/>
              <a:gd name="connsiteX3" fmla="*/ 0 w 10386312"/>
              <a:gd name="connsiteY3" fmla="*/ 0 h 347838"/>
              <a:gd name="connsiteX4" fmla="*/ 9598014 w 10386312"/>
              <a:gd name="connsiteY4" fmla="*/ 339139 h 347838"/>
              <a:gd name="connsiteX5" fmla="*/ 0 w 10386312"/>
              <a:gd name="connsiteY5" fmla="*/ 0 h 347838"/>
              <a:gd name="connsiteX6" fmla="*/ 739665 w 10386312"/>
              <a:gd name="connsiteY6" fmla="*/ 0 h 347838"/>
              <a:gd name="connsiteX7" fmla="*/ 9785339 w 10386312"/>
              <a:gd name="connsiteY7" fmla="*/ 3175 h 347838"/>
              <a:gd name="connsiteX8" fmla="*/ 9540864 w 10386312"/>
              <a:gd name="connsiteY8" fmla="*/ 97990 h 347838"/>
              <a:gd name="connsiteX9" fmla="*/ 9568541 w 10386312"/>
              <a:gd name="connsiteY9" fmla="*/ 121320 h 347838"/>
              <a:gd name="connsiteX10" fmla="*/ 9545478 w 10386312"/>
              <a:gd name="connsiteY10" fmla="*/ 149317 h 347838"/>
              <a:gd name="connsiteX11" fmla="*/ 9540864 w 10386312"/>
              <a:gd name="connsiteY11" fmla="*/ 149317 h 347838"/>
              <a:gd name="connsiteX12" fmla="*/ 9522411 w 10386312"/>
              <a:gd name="connsiteY12" fmla="*/ 167982 h 347838"/>
              <a:gd name="connsiteX13" fmla="*/ 9540864 w 10386312"/>
              <a:gd name="connsiteY13" fmla="*/ 191313 h 347838"/>
              <a:gd name="connsiteX14" fmla="*/ 9540864 w 10386312"/>
              <a:gd name="connsiteY14" fmla="*/ 242641 h 347838"/>
              <a:gd name="connsiteX15" fmla="*/ 9598014 w 10386312"/>
              <a:gd name="connsiteY15" fmla="*/ 339139 h 347838"/>
              <a:gd name="connsiteX16" fmla="*/ 0 w 10386312"/>
              <a:gd name="connsiteY16" fmla="*/ 0 h 347838"/>
              <a:gd name="connsiteX0" fmla="*/ 9598014 w 10387052"/>
              <a:gd name="connsiteY0" fmla="*/ 339139 h 347838"/>
              <a:gd name="connsiteX1" fmla="*/ 845227 w 10387052"/>
              <a:gd name="connsiteY1" fmla="*/ 335964 h 347838"/>
              <a:gd name="connsiteX2" fmla="*/ 0 w 10387052"/>
              <a:gd name="connsiteY2" fmla="*/ 335964 h 347838"/>
              <a:gd name="connsiteX3" fmla="*/ 0 w 10387052"/>
              <a:gd name="connsiteY3" fmla="*/ 0 h 347838"/>
              <a:gd name="connsiteX4" fmla="*/ 9598014 w 10387052"/>
              <a:gd name="connsiteY4" fmla="*/ 339139 h 347838"/>
              <a:gd name="connsiteX5" fmla="*/ 0 w 10387052"/>
              <a:gd name="connsiteY5" fmla="*/ 0 h 347838"/>
              <a:gd name="connsiteX6" fmla="*/ 739665 w 10387052"/>
              <a:gd name="connsiteY6" fmla="*/ 0 h 347838"/>
              <a:gd name="connsiteX7" fmla="*/ 9785339 w 10387052"/>
              <a:gd name="connsiteY7" fmla="*/ 3175 h 347838"/>
              <a:gd name="connsiteX8" fmla="*/ 9540864 w 10387052"/>
              <a:gd name="connsiteY8" fmla="*/ 97990 h 347838"/>
              <a:gd name="connsiteX9" fmla="*/ 9545478 w 10387052"/>
              <a:gd name="connsiteY9" fmla="*/ 149317 h 347838"/>
              <a:gd name="connsiteX10" fmla="*/ 9540864 w 10387052"/>
              <a:gd name="connsiteY10" fmla="*/ 149317 h 347838"/>
              <a:gd name="connsiteX11" fmla="*/ 9522411 w 10387052"/>
              <a:gd name="connsiteY11" fmla="*/ 167982 h 347838"/>
              <a:gd name="connsiteX12" fmla="*/ 9540864 w 10387052"/>
              <a:gd name="connsiteY12" fmla="*/ 191313 h 347838"/>
              <a:gd name="connsiteX13" fmla="*/ 9540864 w 10387052"/>
              <a:gd name="connsiteY13" fmla="*/ 242641 h 347838"/>
              <a:gd name="connsiteX14" fmla="*/ 9598014 w 10387052"/>
              <a:gd name="connsiteY14" fmla="*/ 339139 h 347838"/>
              <a:gd name="connsiteX15" fmla="*/ 0 w 10387052"/>
              <a:gd name="connsiteY15" fmla="*/ 0 h 347838"/>
              <a:gd name="connsiteX0" fmla="*/ 9598014 w 10388562"/>
              <a:gd name="connsiteY0" fmla="*/ 339139 h 347838"/>
              <a:gd name="connsiteX1" fmla="*/ 845227 w 10388562"/>
              <a:gd name="connsiteY1" fmla="*/ 335964 h 347838"/>
              <a:gd name="connsiteX2" fmla="*/ 0 w 10388562"/>
              <a:gd name="connsiteY2" fmla="*/ 335964 h 347838"/>
              <a:gd name="connsiteX3" fmla="*/ 0 w 10388562"/>
              <a:gd name="connsiteY3" fmla="*/ 0 h 347838"/>
              <a:gd name="connsiteX4" fmla="*/ 9598014 w 10388562"/>
              <a:gd name="connsiteY4" fmla="*/ 339139 h 347838"/>
              <a:gd name="connsiteX5" fmla="*/ 0 w 10388562"/>
              <a:gd name="connsiteY5" fmla="*/ 0 h 347838"/>
              <a:gd name="connsiteX6" fmla="*/ 739665 w 10388562"/>
              <a:gd name="connsiteY6" fmla="*/ 0 h 347838"/>
              <a:gd name="connsiteX7" fmla="*/ 9785339 w 10388562"/>
              <a:gd name="connsiteY7" fmla="*/ 3175 h 347838"/>
              <a:gd name="connsiteX8" fmla="*/ 9545478 w 10388562"/>
              <a:gd name="connsiteY8" fmla="*/ 149317 h 347838"/>
              <a:gd name="connsiteX9" fmla="*/ 9540864 w 10388562"/>
              <a:gd name="connsiteY9" fmla="*/ 149317 h 347838"/>
              <a:gd name="connsiteX10" fmla="*/ 9522411 w 10388562"/>
              <a:gd name="connsiteY10" fmla="*/ 167982 h 347838"/>
              <a:gd name="connsiteX11" fmla="*/ 9540864 w 10388562"/>
              <a:gd name="connsiteY11" fmla="*/ 191313 h 347838"/>
              <a:gd name="connsiteX12" fmla="*/ 9540864 w 10388562"/>
              <a:gd name="connsiteY12" fmla="*/ 242641 h 347838"/>
              <a:gd name="connsiteX13" fmla="*/ 9598014 w 10388562"/>
              <a:gd name="connsiteY13" fmla="*/ 339139 h 347838"/>
              <a:gd name="connsiteX14" fmla="*/ 0 w 10388562"/>
              <a:gd name="connsiteY14" fmla="*/ 0 h 347838"/>
              <a:gd name="connsiteX0" fmla="*/ 9598014 w 10389157"/>
              <a:gd name="connsiteY0" fmla="*/ 339139 h 347838"/>
              <a:gd name="connsiteX1" fmla="*/ 845227 w 10389157"/>
              <a:gd name="connsiteY1" fmla="*/ 335964 h 347838"/>
              <a:gd name="connsiteX2" fmla="*/ 0 w 10389157"/>
              <a:gd name="connsiteY2" fmla="*/ 335964 h 347838"/>
              <a:gd name="connsiteX3" fmla="*/ 0 w 10389157"/>
              <a:gd name="connsiteY3" fmla="*/ 0 h 347838"/>
              <a:gd name="connsiteX4" fmla="*/ 9598014 w 10389157"/>
              <a:gd name="connsiteY4" fmla="*/ 339139 h 347838"/>
              <a:gd name="connsiteX5" fmla="*/ 0 w 10389157"/>
              <a:gd name="connsiteY5" fmla="*/ 0 h 347838"/>
              <a:gd name="connsiteX6" fmla="*/ 739665 w 10389157"/>
              <a:gd name="connsiteY6" fmla="*/ 0 h 347838"/>
              <a:gd name="connsiteX7" fmla="*/ 9785339 w 10389157"/>
              <a:gd name="connsiteY7" fmla="*/ 3175 h 347838"/>
              <a:gd name="connsiteX8" fmla="*/ 9545478 w 10389157"/>
              <a:gd name="connsiteY8" fmla="*/ 149317 h 347838"/>
              <a:gd name="connsiteX9" fmla="*/ 9522411 w 10389157"/>
              <a:gd name="connsiteY9" fmla="*/ 167982 h 347838"/>
              <a:gd name="connsiteX10" fmla="*/ 9540864 w 10389157"/>
              <a:gd name="connsiteY10" fmla="*/ 191313 h 347838"/>
              <a:gd name="connsiteX11" fmla="*/ 9540864 w 10389157"/>
              <a:gd name="connsiteY11" fmla="*/ 242641 h 347838"/>
              <a:gd name="connsiteX12" fmla="*/ 9598014 w 10389157"/>
              <a:gd name="connsiteY12" fmla="*/ 339139 h 347838"/>
              <a:gd name="connsiteX13" fmla="*/ 0 w 10389157"/>
              <a:gd name="connsiteY13" fmla="*/ 0 h 347838"/>
              <a:gd name="connsiteX0" fmla="*/ 9598014 w 10381792"/>
              <a:gd name="connsiteY0" fmla="*/ 339139 h 347838"/>
              <a:gd name="connsiteX1" fmla="*/ 845227 w 10381792"/>
              <a:gd name="connsiteY1" fmla="*/ 335964 h 347838"/>
              <a:gd name="connsiteX2" fmla="*/ 0 w 10381792"/>
              <a:gd name="connsiteY2" fmla="*/ 335964 h 347838"/>
              <a:gd name="connsiteX3" fmla="*/ 0 w 10381792"/>
              <a:gd name="connsiteY3" fmla="*/ 0 h 347838"/>
              <a:gd name="connsiteX4" fmla="*/ 9598014 w 10381792"/>
              <a:gd name="connsiteY4" fmla="*/ 339139 h 347838"/>
              <a:gd name="connsiteX5" fmla="*/ 0 w 10381792"/>
              <a:gd name="connsiteY5" fmla="*/ 0 h 347838"/>
              <a:gd name="connsiteX6" fmla="*/ 739665 w 10381792"/>
              <a:gd name="connsiteY6" fmla="*/ 0 h 347838"/>
              <a:gd name="connsiteX7" fmla="*/ 9785339 w 10381792"/>
              <a:gd name="connsiteY7" fmla="*/ 3175 h 347838"/>
              <a:gd name="connsiteX8" fmla="*/ 9522411 w 10381792"/>
              <a:gd name="connsiteY8" fmla="*/ 167982 h 347838"/>
              <a:gd name="connsiteX9" fmla="*/ 9540864 w 10381792"/>
              <a:gd name="connsiteY9" fmla="*/ 191313 h 347838"/>
              <a:gd name="connsiteX10" fmla="*/ 9540864 w 10381792"/>
              <a:gd name="connsiteY10" fmla="*/ 242641 h 347838"/>
              <a:gd name="connsiteX11" fmla="*/ 9598014 w 10381792"/>
              <a:gd name="connsiteY11" fmla="*/ 339139 h 347838"/>
              <a:gd name="connsiteX12" fmla="*/ 0 w 10381792"/>
              <a:gd name="connsiteY12" fmla="*/ 0 h 347838"/>
              <a:gd name="connsiteX0" fmla="*/ 9598014 w 10387201"/>
              <a:gd name="connsiteY0" fmla="*/ 339139 h 347838"/>
              <a:gd name="connsiteX1" fmla="*/ 845227 w 10387201"/>
              <a:gd name="connsiteY1" fmla="*/ 335964 h 347838"/>
              <a:gd name="connsiteX2" fmla="*/ 0 w 10387201"/>
              <a:gd name="connsiteY2" fmla="*/ 335964 h 347838"/>
              <a:gd name="connsiteX3" fmla="*/ 0 w 10387201"/>
              <a:gd name="connsiteY3" fmla="*/ 0 h 347838"/>
              <a:gd name="connsiteX4" fmla="*/ 9598014 w 10387201"/>
              <a:gd name="connsiteY4" fmla="*/ 339139 h 347838"/>
              <a:gd name="connsiteX5" fmla="*/ 0 w 10387201"/>
              <a:gd name="connsiteY5" fmla="*/ 0 h 347838"/>
              <a:gd name="connsiteX6" fmla="*/ 739665 w 10387201"/>
              <a:gd name="connsiteY6" fmla="*/ 0 h 347838"/>
              <a:gd name="connsiteX7" fmla="*/ 9785339 w 10387201"/>
              <a:gd name="connsiteY7" fmla="*/ 3175 h 347838"/>
              <a:gd name="connsiteX8" fmla="*/ 9540864 w 10387201"/>
              <a:gd name="connsiteY8" fmla="*/ 191313 h 347838"/>
              <a:gd name="connsiteX9" fmla="*/ 9540864 w 10387201"/>
              <a:gd name="connsiteY9" fmla="*/ 242641 h 347838"/>
              <a:gd name="connsiteX10" fmla="*/ 9598014 w 10387201"/>
              <a:gd name="connsiteY10" fmla="*/ 339139 h 347838"/>
              <a:gd name="connsiteX11" fmla="*/ 0 w 10387201"/>
              <a:gd name="connsiteY11" fmla="*/ 0 h 347838"/>
              <a:gd name="connsiteX0" fmla="*/ 9598014 w 10385367"/>
              <a:gd name="connsiteY0" fmla="*/ 339139 h 350048"/>
              <a:gd name="connsiteX1" fmla="*/ 845227 w 10385367"/>
              <a:gd name="connsiteY1" fmla="*/ 335964 h 350048"/>
              <a:gd name="connsiteX2" fmla="*/ 0 w 10385367"/>
              <a:gd name="connsiteY2" fmla="*/ 335964 h 350048"/>
              <a:gd name="connsiteX3" fmla="*/ 0 w 10385367"/>
              <a:gd name="connsiteY3" fmla="*/ 0 h 350048"/>
              <a:gd name="connsiteX4" fmla="*/ 9598014 w 10385367"/>
              <a:gd name="connsiteY4" fmla="*/ 339139 h 350048"/>
              <a:gd name="connsiteX5" fmla="*/ 0 w 10385367"/>
              <a:gd name="connsiteY5" fmla="*/ 0 h 350048"/>
              <a:gd name="connsiteX6" fmla="*/ 739665 w 10385367"/>
              <a:gd name="connsiteY6" fmla="*/ 0 h 350048"/>
              <a:gd name="connsiteX7" fmla="*/ 9785339 w 10385367"/>
              <a:gd name="connsiteY7" fmla="*/ 3175 h 350048"/>
              <a:gd name="connsiteX8" fmla="*/ 9540864 w 10385367"/>
              <a:gd name="connsiteY8" fmla="*/ 242641 h 350048"/>
              <a:gd name="connsiteX9" fmla="*/ 9598014 w 10385367"/>
              <a:gd name="connsiteY9" fmla="*/ 339139 h 350048"/>
              <a:gd name="connsiteX10" fmla="*/ 0 w 10385367"/>
              <a:gd name="connsiteY10" fmla="*/ 0 h 350048"/>
              <a:gd name="connsiteX0" fmla="*/ 9598014 w 10858369"/>
              <a:gd name="connsiteY0" fmla="*/ 339139 h 339139"/>
              <a:gd name="connsiteX1" fmla="*/ 845227 w 10858369"/>
              <a:gd name="connsiteY1" fmla="*/ 335964 h 339139"/>
              <a:gd name="connsiteX2" fmla="*/ 0 w 10858369"/>
              <a:gd name="connsiteY2" fmla="*/ 335964 h 339139"/>
              <a:gd name="connsiteX3" fmla="*/ 0 w 10858369"/>
              <a:gd name="connsiteY3" fmla="*/ 0 h 339139"/>
              <a:gd name="connsiteX4" fmla="*/ 9598014 w 10858369"/>
              <a:gd name="connsiteY4" fmla="*/ 339139 h 339139"/>
              <a:gd name="connsiteX5" fmla="*/ 0 w 10858369"/>
              <a:gd name="connsiteY5" fmla="*/ 0 h 339139"/>
              <a:gd name="connsiteX6" fmla="*/ 739665 w 10858369"/>
              <a:gd name="connsiteY6" fmla="*/ 0 h 339139"/>
              <a:gd name="connsiteX7" fmla="*/ 9785339 w 10858369"/>
              <a:gd name="connsiteY7" fmla="*/ 3175 h 339139"/>
              <a:gd name="connsiteX8" fmla="*/ 9598014 w 10858369"/>
              <a:gd name="connsiteY8" fmla="*/ 339139 h 339139"/>
              <a:gd name="connsiteX9" fmla="*/ 0 w 10858369"/>
              <a:gd name="connsiteY9" fmla="*/ 0 h 339139"/>
              <a:gd name="connsiteX0" fmla="*/ 9598014 w 10374035"/>
              <a:gd name="connsiteY0" fmla="*/ 339139 h 339139"/>
              <a:gd name="connsiteX1" fmla="*/ 845227 w 10374035"/>
              <a:gd name="connsiteY1" fmla="*/ 335964 h 339139"/>
              <a:gd name="connsiteX2" fmla="*/ 0 w 10374035"/>
              <a:gd name="connsiteY2" fmla="*/ 335964 h 339139"/>
              <a:gd name="connsiteX3" fmla="*/ 0 w 10374035"/>
              <a:gd name="connsiteY3" fmla="*/ 0 h 339139"/>
              <a:gd name="connsiteX4" fmla="*/ 9598014 w 10374035"/>
              <a:gd name="connsiteY4" fmla="*/ 339139 h 339139"/>
              <a:gd name="connsiteX5" fmla="*/ 0 w 10374035"/>
              <a:gd name="connsiteY5" fmla="*/ 0 h 339139"/>
              <a:gd name="connsiteX6" fmla="*/ 739665 w 10374035"/>
              <a:gd name="connsiteY6" fmla="*/ 0 h 339139"/>
              <a:gd name="connsiteX7" fmla="*/ 9785339 w 10374035"/>
              <a:gd name="connsiteY7" fmla="*/ 3175 h 339139"/>
              <a:gd name="connsiteX8" fmla="*/ 9598014 w 10374035"/>
              <a:gd name="connsiteY8" fmla="*/ 339139 h 339139"/>
              <a:gd name="connsiteX9" fmla="*/ 0 w 10374035"/>
              <a:gd name="connsiteY9" fmla="*/ 0 h 339139"/>
              <a:gd name="connsiteX0" fmla="*/ 9598014 w 10398682"/>
              <a:gd name="connsiteY0" fmla="*/ 339139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9598014 w 10398682"/>
              <a:gd name="connsiteY5" fmla="*/ 339139 h 430579"/>
              <a:gd name="connsiteX6" fmla="*/ 0 w 10398682"/>
              <a:gd name="connsiteY6" fmla="*/ 0 h 430579"/>
              <a:gd name="connsiteX7" fmla="*/ 739665 w 10398682"/>
              <a:gd name="connsiteY7" fmla="*/ 0 h 430579"/>
              <a:gd name="connsiteX8" fmla="*/ 9785339 w 10398682"/>
              <a:gd name="connsiteY8" fmla="*/ 3175 h 430579"/>
              <a:gd name="connsiteX9" fmla="*/ 9689454 w 10398682"/>
              <a:gd name="connsiteY9" fmla="*/ 430579 h 430579"/>
              <a:gd name="connsiteX0" fmla="*/ 0 w 10398682"/>
              <a:gd name="connsiteY0" fmla="*/ 0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0 w 10398682"/>
              <a:gd name="connsiteY5" fmla="*/ 0 h 430579"/>
              <a:gd name="connsiteX6" fmla="*/ 739665 w 10398682"/>
              <a:gd name="connsiteY6" fmla="*/ 0 h 430579"/>
              <a:gd name="connsiteX7" fmla="*/ 9785339 w 10398682"/>
              <a:gd name="connsiteY7" fmla="*/ 3175 h 430579"/>
              <a:gd name="connsiteX8" fmla="*/ 9689454 w 10398682"/>
              <a:gd name="connsiteY8" fmla="*/ 430579 h 430579"/>
              <a:gd name="connsiteX0" fmla="*/ 0 w 10867773"/>
              <a:gd name="connsiteY0" fmla="*/ 0 h 336082"/>
              <a:gd name="connsiteX1" fmla="*/ 0 w 10867773"/>
              <a:gd name="connsiteY1" fmla="*/ 0 h 336082"/>
              <a:gd name="connsiteX2" fmla="*/ 845227 w 10867773"/>
              <a:gd name="connsiteY2" fmla="*/ 335964 h 336082"/>
              <a:gd name="connsiteX3" fmla="*/ 0 w 10867773"/>
              <a:gd name="connsiteY3" fmla="*/ 335964 h 336082"/>
              <a:gd name="connsiteX4" fmla="*/ 0 w 10867773"/>
              <a:gd name="connsiteY4" fmla="*/ 0 h 336082"/>
              <a:gd name="connsiteX5" fmla="*/ 0 w 10867773"/>
              <a:gd name="connsiteY5" fmla="*/ 0 h 336082"/>
              <a:gd name="connsiteX6" fmla="*/ 739665 w 10867773"/>
              <a:gd name="connsiteY6" fmla="*/ 0 h 336082"/>
              <a:gd name="connsiteX7" fmla="*/ 9785339 w 10867773"/>
              <a:gd name="connsiteY7" fmla="*/ 3175 h 336082"/>
              <a:gd name="connsiteX8" fmla="*/ 9676754 w 10867773"/>
              <a:gd name="connsiteY8" fmla="*/ 230554 h 336082"/>
              <a:gd name="connsiteX0" fmla="*/ 0 w 10840435"/>
              <a:gd name="connsiteY0" fmla="*/ 0 h 336082"/>
              <a:gd name="connsiteX1" fmla="*/ 0 w 10840435"/>
              <a:gd name="connsiteY1" fmla="*/ 0 h 336082"/>
              <a:gd name="connsiteX2" fmla="*/ 845227 w 10840435"/>
              <a:gd name="connsiteY2" fmla="*/ 335964 h 336082"/>
              <a:gd name="connsiteX3" fmla="*/ 0 w 10840435"/>
              <a:gd name="connsiteY3" fmla="*/ 335964 h 336082"/>
              <a:gd name="connsiteX4" fmla="*/ 0 w 10840435"/>
              <a:gd name="connsiteY4" fmla="*/ 0 h 336082"/>
              <a:gd name="connsiteX5" fmla="*/ 0 w 10840435"/>
              <a:gd name="connsiteY5" fmla="*/ 0 h 336082"/>
              <a:gd name="connsiteX6" fmla="*/ 739665 w 10840435"/>
              <a:gd name="connsiteY6" fmla="*/ 0 h 336082"/>
              <a:gd name="connsiteX7" fmla="*/ 9785339 w 10840435"/>
              <a:gd name="connsiteY7" fmla="*/ 3175 h 336082"/>
              <a:gd name="connsiteX8" fmla="*/ 9625954 w 10840435"/>
              <a:gd name="connsiteY8" fmla="*/ 335329 h 336082"/>
              <a:gd name="connsiteX0" fmla="*/ 0 w 10403938"/>
              <a:gd name="connsiteY0" fmla="*/ 0 h 336082"/>
              <a:gd name="connsiteX1" fmla="*/ 0 w 10403938"/>
              <a:gd name="connsiteY1" fmla="*/ 0 h 336082"/>
              <a:gd name="connsiteX2" fmla="*/ 845227 w 10403938"/>
              <a:gd name="connsiteY2" fmla="*/ 335964 h 336082"/>
              <a:gd name="connsiteX3" fmla="*/ 0 w 10403938"/>
              <a:gd name="connsiteY3" fmla="*/ 335964 h 336082"/>
              <a:gd name="connsiteX4" fmla="*/ 0 w 10403938"/>
              <a:gd name="connsiteY4" fmla="*/ 0 h 336082"/>
              <a:gd name="connsiteX5" fmla="*/ 0 w 10403938"/>
              <a:gd name="connsiteY5" fmla="*/ 0 h 336082"/>
              <a:gd name="connsiteX6" fmla="*/ 739665 w 10403938"/>
              <a:gd name="connsiteY6" fmla="*/ 0 h 336082"/>
              <a:gd name="connsiteX7" fmla="*/ 9785339 w 10403938"/>
              <a:gd name="connsiteY7" fmla="*/ 3175 h 336082"/>
              <a:gd name="connsiteX8" fmla="*/ 9625954 w 10403938"/>
              <a:gd name="connsiteY8" fmla="*/ 335329 h 336082"/>
              <a:gd name="connsiteX0" fmla="*/ 0 w 9785601"/>
              <a:gd name="connsiteY0" fmla="*/ 0 h 336082"/>
              <a:gd name="connsiteX1" fmla="*/ 0 w 9785601"/>
              <a:gd name="connsiteY1" fmla="*/ 0 h 336082"/>
              <a:gd name="connsiteX2" fmla="*/ 845227 w 9785601"/>
              <a:gd name="connsiteY2" fmla="*/ 335964 h 336082"/>
              <a:gd name="connsiteX3" fmla="*/ 0 w 9785601"/>
              <a:gd name="connsiteY3" fmla="*/ 335964 h 336082"/>
              <a:gd name="connsiteX4" fmla="*/ 0 w 9785601"/>
              <a:gd name="connsiteY4" fmla="*/ 0 h 336082"/>
              <a:gd name="connsiteX5" fmla="*/ 0 w 9785601"/>
              <a:gd name="connsiteY5" fmla="*/ 0 h 336082"/>
              <a:gd name="connsiteX6" fmla="*/ 739665 w 9785601"/>
              <a:gd name="connsiteY6" fmla="*/ 0 h 336082"/>
              <a:gd name="connsiteX7" fmla="*/ 9785339 w 9785601"/>
              <a:gd name="connsiteY7" fmla="*/ 3175 h 336082"/>
              <a:gd name="connsiteX8" fmla="*/ 9625954 w 9785601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6350 h 336082"/>
              <a:gd name="connsiteX8" fmla="*/ 9625954 w 9798283"/>
              <a:gd name="connsiteY8" fmla="*/ 335329 h 336082"/>
              <a:gd name="connsiteX0" fmla="*/ 0 w 9941053"/>
              <a:gd name="connsiteY0" fmla="*/ 60328 h 396410"/>
              <a:gd name="connsiteX1" fmla="*/ 0 w 9941053"/>
              <a:gd name="connsiteY1" fmla="*/ 60328 h 396410"/>
              <a:gd name="connsiteX2" fmla="*/ 845227 w 9941053"/>
              <a:gd name="connsiteY2" fmla="*/ 396292 h 396410"/>
              <a:gd name="connsiteX3" fmla="*/ 0 w 9941053"/>
              <a:gd name="connsiteY3" fmla="*/ 396292 h 396410"/>
              <a:gd name="connsiteX4" fmla="*/ 0 w 9941053"/>
              <a:gd name="connsiteY4" fmla="*/ 60328 h 396410"/>
              <a:gd name="connsiteX5" fmla="*/ 0 w 9941053"/>
              <a:gd name="connsiteY5" fmla="*/ 60328 h 396410"/>
              <a:gd name="connsiteX6" fmla="*/ 739665 w 9941053"/>
              <a:gd name="connsiteY6" fmla="*/ 60328 h 396410"/>
              <a:gd name="connsiteX7" fmla="*/ 9940914 w 9941053"/>
              <a:gd name="connsiteY7" fmla="*/ 3 h 396410"/>
              <a:gd name="connsiteX8" fmla="*/ 9625954 w 9941053"/>
              <a:gd name="connsiteY8" fmla="*/ 395657 h 396410"/>
              <a:gd name="connsiteX0" fmla="*/ 0 w 9625954"/>
              <a:gd name="connsiteY0" fmla="*/ 0 h 336082"/>
              <a:gd name="connsiteX1" fmla="*/ 0 w 9625954"/>
              <a:gd name="connsiteY1" fmla="*/ 0 h 336082"/>
              <a:gd name="connsiteX2" fmla="*/ 845227 w 9625954"/>
              <a:gd name="connsiteY2" fmla="*/ 335964 h 336082"/>
              <a:gd name="connsiteX3" fmla="*/ 0 w 9625954"/>
              <a:gd name="connsiteY3" fmla="*/ 335964 h 336082"/>
              <a:gd name="connsiteX4" fmla="*/ 0 w 9625954"/>
              <a:gd name="connsiteY4" fmla="*/ 0 h 336082"/>
              <a:gd name="connsiteX5" fmla="*/ 0 w 9625954"/>
              <a:gd name="connsiteY5" fmla="*/ 0 h 336082"/>
              <a:gd name="connsiteX6" fmla="*/ 739665 w 9625954"/>
              <a:gd name="connsiteY6" fmla="*/ 0 h 336082"/>
              <a:gd name="connsiteX7" fmla="*/ 9229714 w 9625954"/>
              <a:gd name="connsiteY7" fmla="*/ 177800 h 336082"/>
              <a:gd name="connsiteX8" fmla="*/ 9625954 w 9625954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3175 h 336082"/>
              <a:gd name="connsiteX8" fmla="*/ 9625954 w 9798283"/>
              <a:gd name="connsiteY8" fmla="*/ 335329 h 336082"/>
              <a:gd name="connsiteX0" fmla="*/ 0 w 10332581"/>
              <a:gd name="connsiteY0" fmla="*/ 0 h 336082"/>
              <a:gd name="connsiteX1" fmla="*/ 0 w 10332581"/>
              <a:gd name="connsiteY1" fmla="*/ 0 h 336082"/>
              <a:gd name="connsiteX2" fmla="*/ 845227 w 10332581"/>
              <a:gd name="connsiteY2" fmla="*/ 335964 h 336082"/>
              <a:gd name="connsiteX3" fmla="*/ 0 w 10332581"/>
              <a:gd name="connsiteY3" fmla="*/ 335964 h 336082"/>
              <a:gd name="connsiteX4" fmla="*/ 0 w 10332581"/>
              <a:gd name="connsiteY4" fmla="*/ 0 h 336082"/>
              <a:gd name="connsiteX5" fmla="*/ 0 w 10332581"/>
              <a:gd name="connsiteY5" fmla="*/ 0 h 336082"/>
              <a:gd name="connsiteX6" fmla="*/ 739665 w 10332581"/>
              <a:gd name="connsiteY6" fmla="*/ 0 h 336082"/>
              <a:gd name="connsiteX7" fmla="*/ 9798039 w 10332581"/>
              <a:gd name="connsiteY7" fmla="*/ 3175 h 336082"/>
              <a:gd name="connsiteX8" fmla="*/ 9333854 w 10332581"/>
              <a:gd name="connsiteY8" fmla="*/ 243254 h 336082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739665 w 10410875"/>
              <a:gd name="connsiteY6" fmla="*/ 0 h 338504"/>
              <a:gd name="connsiteX7" fmla="*/ 9798039 w 10410875"/>
              <a:gd name="connsiteY7" fmla="*/ 3175 h 338504"/>
              <a:gd name="connsiteX8" fmla="*/ 9616429 w 10410875"/>
              <a:gd name="connsiteY8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9798039"/>
              <a:gd name="connsiteY0" fmla="*/ 0 h 335964"/>
              <a:gd name="connsiteX1" fmla="*/ 0 w 9798039"/>
              <a:gd name="connsiteY1" fmla="*/ 0 h 335964"/>
              <a:gd name="connsiteX2" fmla="*/ 4450166 w 9798039"/>
              <a:gd name="connsiteY2" fmla="*/ 331176 h 335964"/>
              <a:gd name="connsiteX3" fmla="*/ 0 w 9798039"/>
              <a:gd name="connsiteY3" fmla="*/ 335964 h 335964"/>
              <a:gd name="connsiteX4" fmla="*/ 0 w 9798039"/>
              <a:gd name="connsiteY4" fmla="*/ 0 h 335964"/>
              <a:gd name="connsiteX5" fmla="*/ 0 w 9798039"/>
              <a:gd name="connsiteY5" fmla="*/ 0 h 335964"/>
              <a:gd name="connsiteX6" fmla="*/ 9798039 w 9798039"/>
              <a:gd name="connsiteY6" fmla="*/ 3175 h 335964"/>
              <a:gd name="connsiteX0" fmla="*/ 0 w 4808553"/>
              <a:gd name="connsiteY0" fmla="*/ 0 h 335964"/>
              <a:gd name="connsiteX1" fmla="*/ 0 w 4808553"/>
              <a:gd name="connsiteY1" fmla="*/ 0 h 335964"/>
              <a:gd name="connsiteX2" fmla="*/ 4450166 w 4808553"/>
              <a:gd name="connsiteY2" fmla="*/ 331176 h 335964"/>
              <a:gd name="connsiteX3" fmla="*/ 0 w 4808553"/>
              <a:gd name="connsiteY3" fmla="*/ 335964 h 335964"/>
              <a:gd name="connsiteX4" fmla="*/ 0 w 4808553"/>
              <a:gd name="connsiteY4" fmla="*/ 0 h 335964"/>
              <a:gd name="connsiteX0" fmla="*/ 77078 w 4528022"/>
              <a:gd name="connsiteY0" fmla="*/ 10269 h 365804"/>
              <a:gd name="connsiteX1" fmla="*/ 77078 w 4528022"/>
              <a:gd name="connsiteY1" fmla="*/ 10269 h 365804"/>
              <a:gd name="connsiteX2" fmla="*/ 436136 w 4528022"/>
              <a:gd name="connsiteY2" fmla="*/ 29857 h 365804"/>
              <a:gd name="connsiteX3" fmla="*/ 4527244 w 4528022"/>
              <a:gd name="connsiteY3" fmla="*/ 341445 h 365804"/>
              <a:gd name="connsiteX4" fmla="*/ 77078 w 4528022"/>
              <a:gd name="connsiteY4" fmla="*/ 346233 h 365804"/>
              <a:gd name="connsiteX5" fmla="*/ 77078 w 4528022"/>
              <a:gd name="connsiteY5" fmla="*/ 10269 h 365804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973015"/>
              <a:gd name="connsiteY0" fmla="*/ 0 h 356920"/>
              <a:gd name="connsiteX1" fmla="*/ 0 w 4973015"/>
              <a:gd name="connsiteY1" fmla="*/ 0 h 356920"/>
              <a:gd name="connsiteX2" fmla="*/ 4035808 w 4973015"/>
              <a:gd name="connsiteY2" fmla="*/ 48312 h 356920"/>
              <a:gd name="connsiteX3" fmla="*/ 4673465 w 4973015"/>
              <a:gd name="connsiteY3" fmla="*/ 335963 h 356920"/>
              <a:gd name="connsiteX4" fmla="*/ 0 w 4973015"/>
              <a:gd name="connsiteY4" fmla="*/ 335964 h 356920"/>
              <a:gd name="connsiteX5" fmla="*/ 0 w 4973015"/>
              <a:gd name="connsiteY5" fmla="*/ 0 h 356920"/>
              <a:gd name="connsiteX0" fmla="*/ 0 w 4971985"/>
              <a:gd name="connsiteY0" fmla="*/ 0 h 339915"/>
              <a:gd name="connsiteX1" fmla="*/ 0 w 4971985"/>
              <a:gd name="connsiteY1" fmla="*/ 0 h 339915"/>
              <a:gd name="connsiteX2" fmla="*/ 4035808 w 4971985"/>
              <a:gd name="connsiteY2" fmla="*/ 48312 h 339915"/>
              <a:gd name="connsiteX3" fmla="*/ 4673465 w 4971985"/>
              <a:gd name="connsiteY3" fmla="*/ 335963 h 339915"/>
              <a:gd name="connsiteX4" fmla="*/ 0 w 4971985"/>
              <a:gd name="connsiteY4" fmla="*/ 335964 h 339915"/>
              <a:gd name="connsiteX5" fmla="*/ 0 w 4971985"/>
              <a:gd name="connsiteY5" fmla="*/ 0 h 339915"/>
              <a:gd name="connsiteX0" fmla="*/ 0 w 4977139"/>
              <a:gd name="connsiteY0" fmla="*/ 0 h 335964"/>
              <a:gd name="connsiteX1" fmla="*/ 0 w 4977139"/>
              <a:gd name="connsiteY1" fmla="*/ 0 h 335964"/>
              <a:gd name="connsiteX2" fmla="*/ 4035808 w 4977139"/>
              <a:gd name="connsiteY2" fmla="*/ 48312 h 335964"/>
              <a:gd name="connsiteX3" fmla="*/ 4673465 w 4977139"/>
              <a:gd name="connsiteY3" fmla="*/ 335963 h 335964"/>
              <a:gd name="connsiteX4" fmla="*/ 0 w 4977139"/>
              <a:gd name="connsiteY4" fmla="*/ 335964 h 335964"/>
              <a:gd name="connsiteX5" fmla="*/ 0 w 4977139"/>
              <a:gd name="connsiteY5" fmla="*/ 0 h 335964"/>
              <a:gd name="connsiteX0" fmla="*/ 0 w 4680500"/>
              <a:gd name="connsiteY0" fmla="*/ 0 h 335993"/>
              <a:gd name="connsiteX1" fmla="*/ 0 w 4680500"/>
              <a:gd name="connsiteY1" fmla="*/ 0 h 335993"/>
              <a:gd name="connsiteX2" fmla="*/ 4035808 w 4680500"/>
              <a:gd name="connsiteY2" fmla="*/ 48312 h 335993"/>
              <a:gd name="connsiteX3" fmla="*/ 4673465 w 4680500"/>
              <a:gd name="connsiteY3" fmla="*/ 335963 h 335993"/>
              <a:gd name="connsiteX4" fmla="*/ 0 w 4680500"/>
              <a:gd name="connsiteY4" fmla="*/ 335964 h 335993"/>
              <a:gd name="connsiteX5" fmla="*/ 0 w 4680500"/>
              <a:gd name="connsiteY5" fmla="*/ 0 h 335993"/>
              <a:gd name="connsiteX0" fmla="*/ 0 w 4673495"/>
              <a:gd name="connsiteY0" fmla="*/ 0 h 335993"/>
              <a:gd name="connsiteX1" fmla="*/ 0 w 4673495"/>
              <a:gd name="connsiteY1" fmla="*/ 0 h 335993"/>
              <a:gd name="connsiteX2" fmla="*/ 4035808 w 4673495"/>
              <a:gd name="connsiteY2" fmla="*/ 48312 h 335993"/>
              <a:gd name="connsiteX3" fmla="*/ 4673465 w 4673495"/>
              <a:gd name="connsiteY3" fmla="*/ 335963 h 335993"/>
              <a:gd name="connsiteX4" fmla="*/ 0 w 4673495"/>
              <a:gd name="connsiteY4" fmla="*/ 335964 h 335993"/>
              <a:gd name="connsiteX5" fmla="*/ 0 w 4673495"/>
              <a:gd name="connsiteY5" fmla="*/ 0 h 335993"/>
              <a:gd name="connsiteX0" fmla="*/ 0 w 5049349"/>
              <a:gd name="connsiteY0" fmla="*/ 0 h 360817"/>
              <a:gd name="connsiteX1" fmla="*/ 0 w 5049349"/>
              <a:gd name="connsiteY1" fmla="*/ 0 h 360817"/>
              <a:gd name="connsiteX2" fmla="*/ 4752225 w 5049349"/>
              <a:gd name="connsiteY2" fmla="*/ 438 h 360817"/>
              <a:gd name="connsiteX3" fmla="*/ 4673465 w 5049349"/>
              <a:gd name="connsiteY3" fmla="*/ 335963 h 360817"/>
              <a:gd name="connsiteX4" fmla="*/ 0 w 5049349"/>
              <a:gd name="connsiteY4" fmla="*/ 335964 h 360817"/>
              <a:gd name="connsiteX5" fmla="*/ 0 w 5049349"/>
              <a:gd name="connsiteY5" fmla="*/ 0 h 360817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317112"/>
              <a:gd name="connsiteY0" fmla="*/ 0 h 354433"/>
              <a:gd name="connsiteX1" fmla="*/ 0 w 5317112"/>
              <a:gd name="connsiteY1" fmla="*/ 0 h 354433"/>
              <a:gd name="connsiteX2" fmla="*/ 4775485 w 5317112"/>
              <a:gd name="connsiteY2" fmla="*/ 86612 h 354433"/>
              <a:gd name="connsiteX3" fmla="*/ 4673465 w 5317112"/>
              <a:gd name="connsiteY3" fmla="*/ 335963 h 354433"/>
              <a:gd name="connsiteX4" fmla="*/ 0 w 5317112"/>
              <a:gd name="connsiteY4" fmla="*/ 335964 h 354433"/>
              <a:gd name="connsiteX5" fmla="*/ 0 w 5317112"/>
              <a:gd name="connsiteY5" fmla="*/ 0 h 354433"/>
              <a:gd name="connsiteX0" fmla="*/ 0 w 5286704"/>
              <a:gd name="connsiteY0" fmla="*/ 0 h 354433"/>
              <a:gd name="connsiteX1" fmla="*/ 0 w 5286704"/>
              <a:gd name="connsiteY1" fmla="*/ 0 h 354433"/>
              <a:gd name="connsiteX2" fmla="*/ 4775485 w 5286704"/>
              <a:gd name="connsiteY2" fmla="*/ 86612 h 354433"/>
              <a:gd name="connsiteX3" fmla="*/ 4673465 w 5286704"/>
              <a:gd name="connsiteY3" fmla="*/ 335963 h 354433"/>
              <a:gd name="connsiteX4" fmla="*/ 0 w 5286704"/>
              <a:gd name="connsiteY4" fmla="*/ 335964 h 354433"/>
              <a:gd name="connsiteX5" fmla="*/ 0 w 5286704"/>
              <a:gd name="connsiteY5" fmla="*/ 0 h 354433"/>
              <a:gd name="connsiteX0" fmla="*/ 0 w 5097113"/>
              <a:gd name="connsiteY0" fmla="*/ 0 h 354433"/>
              <a:gd name="connsiteX1" fmla="*/ 0 w 5097113"/>
              <a:gd name="connsiteY1" fmla="*/ 0 h 354433"/>
              <a:gd name="connsiteX2" fmla="*/ 4775485 w 5097113"/>
              <a:gd name="connsiteY2" fmla="*/ 86612 h 354433"/>
              <a:gd name="connsiteX3" fmla="*/ 4673465 w 5097113"/>
              <a:gd name="connsiteY3" fmla="*/ 335963 h 354433"/>
              <a:gd name="connsiteX4" fmla="*/ 0 w 5097113"/>
              <a:gd name="connsiteY4" fmla="*/ 335964 h 354433"/>
              <a:gd name="connsiteX5" fmla="*/ 0 w 5097113"/>
              <a:gd name="connsiteY5" fmla="*/ 0 h 354433"/>
              <a:gd name="connsiteX0" fmla="*/ 0 w 5059613"/>
              <a:gd name="connsiteY0" fmla="*/ 269184 h 623617"/>
              <a:gd name="connsiteX1" fmla="*/ 0 w 5059613"/>
              <a:gd name="connsiteY1" fmla="*/ 269184 h 623617"/>
              <a:gd name="connsiteX2" fmla="*/ 4775485 w 5059613"/>
              <a:gd name="connsiteY2" fmla="*/ 355796 h 623617"/>
              <a:gd name="connsiteX3" fmla="*/ 4673465 w 5059613"/>
              <a:gd name="connsiteY3" fmla="*/ 605147 h 623617"/>
              <a:gd name="connsiteX4" fmla="*/ 0 w 5059613"/>
              <a:gd name="connsiteY4" fmla="*/ 605148 h 623617"/>
              <a:gd name="connsiteX5" fmla="*/ 0 w 5059613"/>
              <a:gd name="connsiteY5" fmla="*/ 269184 h 623617"/>
              <a:gd name="connsiteX0" fmla="*/ 0 w 5080032"/>
              <a:gd name="connsiteY0" fmla="*/ 0 h 606920"/>
              <a:gd name="connsiteX1" fmla="*/ 0 w 5080032"/>
              <a:gd name="connsiteY1" fmla="*/ 0 h 606920"/>
              <a:gd name="connsiteX2" fmla="*/ 4775485 w 5080032"/>
              <a:gd name="connsiteY2" fmla="*/ 86612 h 606920"/>
              <a:gd name="connsiteX3" fmla="*/ 4673465 w 5080032"/>
              <a:gd name="connsiteY3" fmla="*/ 335963 h 606920"/>
              <a:gd name="connsiteX4" fmla="*/ 0 w 5080032"/>
              <a:gd name="connsiteY4" fmla="*/ 335964 h 606920"/>
              <a:gd name="connsiteX5" fmla="*/ 0 w 5080032"/>
              <a:gd name="connsiteY5" fmla="*/ 0 h 606920"/>
              <a:gd name="connsiteX0" fmla="*/ 0 w 5042821"/>
              <a:gd name="connsiteY0" fmla="*/ 38486 h 645406"/>
              <a:gd name="connsiteX1" fmla="*/ 0 w 5042821"/>
              <a:gd name="connsiteY1" fmla="*/ 38486 h 645406"/>
              <a:gd name="connsiteX2" fmla="*/ 4775485 w 5042821"/>
              <a:gd name="connsiteY2" fmla="*/ 125098 h 645406"/>
              <a:gd name="connsiteX3" fmla="*/ 4673465 w 5042821"/>
              <a:gd name="connsiteY3" fmla="*/ 374449 h 645406"/>
              <a:gd name="connsiteX4" fmla="*/ 0 w 5042821"/>
              <a:gd name="connsiteY4" fmla="*/ 374450 h 645406"/>
              <a:gd name="connsiteX5" fmla="*/ 0 w 5042821"/>
              <a:gd name="connsiteY5" fmla="*/ 38486 h 645406"/>
              <a:gd name="connsiteX0" fmla="*/ 0 w 5185081"/>
              <a:gd name="connsiteY0" fmla="*/ 0 h 606920"/>
              <a:gd name="connsiteX1" fmla="*/ 0 w 5185081"/>
              <a:gd name="connsiteY1" fmla="*/ 0 h 606920"/>
              <a:gd name="connsiteX2" fmla="*/ 4775485 w 5185081"/>
              <a:gd name="connsiteY2" fmla="*/ 86612 h 606920"/>
              <a:gd name="connsiteX3" fmla="*/ 4673465 w 5185081"/>
              <a:gd name="connsiteY3" fmla="*/ 335963 h 606920"/>
              <a:gd name="connsiteX4" fmla="*/ 0 w 5185081"/>
              <a:gd name="connsiteY4" fmla="*/ 335964 h 606920"/>
              <a:gd name="connsiteX5" fmla="*/ 0 w 5185081"/>
              <a:gd name="connsiteY5" fmla="*/ 0 h 606920"/>
              <a:gd name="connsiteX0" fmla="*/ 0 w 5185081"/>
              <a:gd name="connsiteY0" fmla="*/ 0 h 354433"/>
              <a:gd name="connsiteX1" fmla="*/ 0 w 5185081"/>
              <a:gd name="connsiteY1" fmla="*/ 0 h 354433"/>
              <a:gd name="connsiteX2" fmla="*/ 4775485 w 5185081"/>
              <a:gd name="connsiteY2" fmla="*/ 86612 h 354433"/>
              <a:gd name="connsiteX3" fmla="*/ 4673465 w 5185081"/>
              <a:gd name="connsiteY3" fmla="*/ 335963 h 354433"/>
              <a:gd name="connsiteX4" fmla="*/ 0 w 5185081"/>
              <a:gd name="connsiteY4" fmla="*/ 335964 h 354433"/>
              <a:gd name="connsiteX5" fmla="*/ 0 w 5185081"/>
              <a:gd name="connsiteY5" fmla="*/ 0 h 354433"/>
              <a:gd name="connsiteX0" fmla="*/ 0 w 5056051"/>
              <a:gd name="connsiteY0" fmla="*/ 0 h 354433"/>
              <a:gd name="connsiteX1" fmla="*/ 0 w 5056051"/>
              <a:gd name="connsiteY1" fmla="*/ 0 h 354433"/>
              <a:gd name="connsiteX2" fmla="*/ 4775485 w 5056051"/>
              <a:gd name="connsiteY2" fmla="*/ 86612 h 354433"/>
              <a:gd name="connsiteX3" fmla="*/ 4673465 w 5056051"/>
              <a:gd name="connsiteY3" fmla="*/ 335963 h 354433"/>
              <a:gd name="connsiteX4" fmla="*/ 0 w 5056051"/>
              <a:gd name="connsiteY4" fmla="*/ 335964 h 354433"/>
              <a:gd name="connsiteX5" fmla="*/ 0 w 5056051"/>
              <a:gd name="connsiteY5" fmla="*/ 0 h 354433"/>
              <a:gd name="connsiteX0" fmla="*/ 0 w 4775496"/>
              <a:gd name="connsiteY0" fmla="*/ 0 h 354433"/>
              <a:gd name="connsiteX1" fmla="*/ 0 w 4775496"/>
              <a:gd name="connsiteY1" fmla="*/ 0 h 354433"/>
              <a:gd name="connsiteX2" fmla="*/ 4775485 w 4775496"/>
              <a:gd name="connsiteY2" fmla="*/ 86612 h 354433"/>
              <a:gd name="connsiteX3" fmla="*/ 4673465 w 4775496"/>
              <a:gd name="connsiteY3" fmla="*/ 335963 h 354433"/>
              <a:gd name="connsiteX4" fmla="*/ 0 w 4775496"/>
              <a:gd name="connsiteY4" fmla="*/ 335964 h 354433"/>
              <a:gd name="connsiteX5" fmla="*/ 0 w 4775496"/>
              <a:gd name="connsiteY5" fmla="*/ 0 h 354433"/>
              <a:gd name="connsiteX0" fmla="*/ 0 w 4775496"/>
              <a:gd name="connsiteY0" fmla="*/ 0 h 335964"/>
              <a:gd name="connsiteX1" fmla="*/ 0 w 4775496"/>
              <a:gd name="connsiteY1" fmla="*/ 0 h 335964"/>
              <a:gd name="connsiteX2" fmla="*/ 4775485 w 4775496"/>
              <a:gd name="connsiteY2" fmla="*/ 86612 h 335964"/>
              <a:gd name="connsiteX3" fmla="*/ 4673465 w 4775496"/>
              <a:gd name="connsiteY3" fmla="*/ 335963 h 335964"/>
              <a:gd name="connsiteX4" fmla="*/ 0 w 4775496"/>
              <a:gd name="connsiteY4" fmla="*/ 335964 h 335964"/>
              <a:gd name="connsiteX5" fmla="*/ 0 w 4775496"/>
              <a:gd name="connsiteY5" fmla="*/ 0 h 335964"/>
              <a:gd name="connsiteX0" fmla="*/ 0 w 4759216"/>
              <a:gd name="connsiteY0" fmla="*/ 0 h 335964"/>
              <a:gd name="connsiteX1" fmla="*/ 0 w 4759216"/>
              <a:gd name="connsiteY1" fmla="*/ 0 h 335964"/>
              <a:gd name="connsiteX2" fmla="*/ 4759203 w 4759216"/>
              <a:gd name="connsiteY2" fmla="*/ 5225 h 335964"/>
              <a:gd name="connsiteX3" fmla="*/ 4673465 w 4759216"/>
              <a:gd name="connsiteY3" fmla="*/ 335963 h 335964"/>
              <a:gd name="connsiteX4" fmla="*/ 0 w 4759216"/>
              <a:gd name="connsiteY4" fmla="*/ 335964 h 335964"/>
              <a:gd name="connsiteX5" fmla="*/ 0 w 4759216"/>
              <a:gd name="connsiteY5" fmla="*/ 0 h 335964"/>
              <a:gd name="connsiteX0" fmla="*/ 0 w 4759208"/>
              <a:gd name="connsiteY0" fmla="*/ 0 h 335964"/>
              <a:gd name="connsiteX1" fmla="*/ 0 w 4759208"/>
              <a:gd name="connsiteY1" fmla="*/ 0 h 335964"/>
              <a:gd name="connsiteX2" fmla="*/ 4759203 w 4759208"/>
              <a:gd name="connsiteY2" fmla="*/ 5225 h 335964"/>
              <a:gd name="connsiteX3" fmla="*/ 4559490 w 4759208"/>
              <a:gd name="connsiteY3" fmla="*/ 206702 h 335964"/>
              <a:gd name="connsiteX4" fmla="*/ 0 w 4759208"/>
              <a:gd name="connsiteY4" fmla="*/ 335964 h 335964"/>
              <a:gd name="connsiteX5" fmla="*/ 0 w 4759208"/>
              <a:gd name="connsiteY5" fmla="*/ 0 h 335964"/>
              <a:gd name="connsiteX0" fmla="*/ 0 w 4759215"/>
              <a:gd name="connsiteY0" fmla="*/ 0 h 335964"/>
              <a:gd name="connsiteX1" fmla="*/ 0 w 4759215"/>
              <a:gd name="connsiteY1" fmla="*/ 0 h 335964"/>
              <a:gd name="connsiteX2" fmla="*/ 4759203 w 4759215"/>
              <a:gd name="connsiteY2" fmla="*/ 5225 h 335964"/>
              <a:gd name="connsiteX3" fmla="*/ 4668814 w 4759215"/>
              <a:gd name="connsiteY3" fmla="*/ 335963 h 335964"/>
              <a:gd name="connsiteX4" fmla="*/ 0 w 4759215"/>
              <a:gd name="connsiteY4" fmla="*/ 335964 h 335964"/>
              <a:gd name="connsiteX5" fmla="*/ 0 w 4759215"/>
              <a:gd name="connsiteY5" fmla="*/ 0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9215" h="335964">
                <a:moveTo>
                  <a:pt x="0" y="0"/>
                </a:moveTo>
                <a:lnTo>
                  <a:pt x="0" y="0"/>
                </a:lnTo>
                <a:lnTo>
                  <a:pt x="4759203" y="5225"/>
                </a:lnTo>
                <a:cubicBezTo>
                  <a:pt x="4760433" y="13511"/>
                  <a:pt x="4673878" y="332704"/>
                  <a:pt x="4668814" y="335963"/>
                </a:cubicBezTo>
                <a:cubicBezTo>
                  <a:pt x="4670728" y="334435"/>
                  <a:pt x="1557822" y="335964"/>
                  <a:pt x="0" y="3359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54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407559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7;p18">
            <a:extLst>
              <a:ext uri="{FF2B5EF4-FFF2-40B4-BE49-F238E27FC236}">
                <a16:creationId xmlns:a16="http://schemas.microsoft.com/office/drawing/2014/main" id="{AC926F41-199E-5813-86A7-D60C7A20C1CF}"/>
              </a:ext>
            </a:extLst>
          </p:cNvPr>
          <p:cNvSpPr/>
          <p:nvPr userDrawn="1"/>
        </p:nvSpPr>
        <p:spPr>
          <a:xfrm>
            <a:off x="9138483" y="0"/>
            <a:ext cx="3067543" cy="6869574"/>
          </a:xfrm>
          <a:custGeom>
            <a:avLst/>
            <a:gdLst>
              <a:gd name="connsiteX0" fmla="*/ 0 w 7111431"/>
              <a:gd name="connsiteY0" fmla="*/ 6858000 h 6858000"/>
              <a:gd name="connsiteX1" fmla="*/ 3060040 w 7111431"/>
              <a:gd name="connsiteY1" fmla="*/ 0 h 6858000"/>
              <a:gd name="connsiteX2" fmla="*/ 7111431 w 7111431"/>
              <a:gd name="connsiteY2" fmla="*/ 0 h 6858000"/>
              <a:gd name="connsiteX3" fmla="*/ 4051391 w 7111431"/>
              <a:gd name="connsiteY3" fmla="*/ 6858000 h 6858000"/>
              <a:gd name="connsiteX4" fmla="*/ 0 w 7111431"/>
              <a:gd name="connsiteY4" fmla="*/ 6858000 h 6858000"/>
              <a:gd name="connsiteX0" fmla="*/ 0 w 4051391"/>
              <a:gd name="connsiteY0" fmla="*/ 6858000 h 6858000"/>
              <a:gd name="connsiteX1" fmla="*/ 3060040 w 4051391"/>
              <a:gd name="connsiteY1" fmla="*/ 0 h 6858000"/>
              <a:gd name="connsiteX2" fmla="*/ 4051391 w 4051391"/>
              <a:gd name="connsiteY2" fmla="*/ 6858000 h 6858000"/>
              <a:gd name="connsiteX3" fmla="*/ 0 w 4051391"/>
              <a:gd name="connsiteY3" fmla="*/ 6858000 h 6858000"/>
              <a:gd name="connsiteX0" fmla="*/ 0 w 3067543"/>
              <a:gd name="connsiteY0" fmla="*/ 6858000 h 6869574"/>
              <a:gd name="connsiteX1" fmla="*/ 3060040 w 3067543"/>
              <a:gd name="connsiteY1" fmla="*/ 0 h 6869574"/>
              <a:gd name="connsiteX2" fmla="*/ 3067543 w 3067543"/>
              <a:gd name="connsiteY2" fmla="*/ 6869574 h 6869574"/>
              <a:gd name="connsiteX3" fmla="*/ 0 w 3067543"/>
              <a:gd name="connsiteY3" fmla="*/ 6858000 h 686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7543" h="6869574">
                <a:moveTo>
                  <a:pt x="0" y="6858000"/>
                </a:moveTo>
                <a:lnTo>
                  <a:pt x="3060040" y="0"/>
                </a:lnTo>
                <a:lnTo>
                  <a:pt x="3067543" y="6869574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89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2927612"/>
            <a:ext cx="7206312" cy="3240000"/>
          </a:xfrm>
        </p:spPr>
        <p:txBody>
          <a:bodyPr/>
          <a:lstStyle>
            <a:lvl1pPr>
              <a:defRPr sz="1900"/>
            </a:lvl1pPr>
            <a:lvl2pPr>
              <a:defRPr sz="19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E51F8B3E-14FB-4855-BA2B-DAC0E96F21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400" y="1635098"/>
            <a:ext cx="7206312" cy="122400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8019936" y="1357932"/>
            <a:ext cx="3575434" cy="4809680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923D940D-6189-0632-C553-784DD079DE8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-1" y="449848"/>
            <a:ext cx="9795419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9609373 w 9683261"/>
              <a:gd name="connsiteY23" fmla="*/ 50961 h 335964"/>
              <a:gd name="connsiteX24" fmla="*/ 0 w 9683261"/>
              <a:gd name="connsiteY24" fmla="*/ 0 h 335964"/>
              <a:gd name="connsiteX25" fmla="*/ 739665 w 9683261"/>
              <a:gd name="connsiteY25" fmla="*/ 0 h 335964"/>
              <a:gd name="connsiteX26" fmla="*/ 9540864 w 9683261"/>
              <a:gd name="connsiteY26" fmla="*/ 0 h 335964"/>
              <a:gd name="connsiteX27" fmla="*/ 9568541 w 9683261"/>
              <a:gd name="connsiteY27" fmla="*/ 27997 h 335964"/>
              <a:gd name="connsiteX28" fmla="*/ 9540864 w 9683261"/>
              <a:gd name="connsiteY28" fmla="*/ 55995 h 335964"/>
              <a:gd name="connsiteX29" fmla="*/ 9522411 w 9683261"/>
              <a:gd name="connsiteY29" fmla="*/ 74659 h 335964"/>
              <a:gd name="connsiteX30" fmla="*/ 9540864 w 9683261"/>
              <a:gd name="connsiteY30" fmla="*/ 97990 h 335964"/>
              <a:gd name="connsiteX31" fmla="*/ 9568541 w 9683261"/>
              <a:gd name="connsiteY31" fmla="*/ 121320 h 335964"/>
              <a:gd name="connsiteX32" fmla="*/ 9545478 w 9683261"/>
              <a:gd name="connsiteY32" fmla="*/ 149317 h 335964"/>
              <a:gd name="connsiteX33" fmla="*/ 9540864 w 9683261"/>
              <a:gd name="connsiteY33" fmla="*/ 149317 h 335964"/>
              <a:gd name="connsiteX34" fmla="*/ 9522411 w 9683261"/>
              <a:gd name="connsiteY34" fmla="*/ 167982 h 335964"/>
              <a:gd name="connsiteX35" fmla="*/ 9540864 w 9683261"/>
              <a:gd name="connsiteY35" fmla="*/ 191313 h 335964"/>
              <a:gd name="connsiteX36" fmla="*/ 9568541 w 9683261"/>
              <a:gd name="connsiteY36" fmla="*/ 214644 h 335964"/>
              <a:gd name="connsiteX37" fmla="*/ 9540864 w 9683261"/>
              <a:gd name="connsiteY37" fmla="*/ 242641 h 335964"/>
              <a:gd name="connsiteX38" fmla="*/ 9522411 w 9683261"/>
              <a:gd name="connsiteY38" fmla="*/ 265971 h 335964"/>
              <a:gd name="connsiteX39" fmla="*/ 9540864 w 9683261"/>
              <a:gd name="connsiteY39" fmla="*/ 284636 h 335964"/>
              <a:gd name="connsiteX40" fmla="*/ 9568541 w 9683261"/>
              <a:gd name="connsiteY40" fmla="*/ 312633 h 335964"/>
              <a:gd name="connsiteX41" fmla="*/ 9540864 w 9683261"/>
              <a:gd name="connsiteY41" fmla="*/ 335964 h 335964"/>
              <a:gd name="connsiteX42" fmla="*/ 845227 w 9683261"/>
              <a:gd name="connsiteY42" fmla="*/ 335964 h 335964"/>
              <a:gd name="connsiteX43" fmla="*/ 0 w 9683261"/>
              <a:gd name="connsiteY43" fmla="*/ 335964 h 335964"/>
              <a:gd name="connsiteX44" fmla="*/ 0 w 9683261"/>
              <a:gd name="connsiteY44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586041 w 9683261"/>
              <a:gd name="connsiteY20" fmla="*/ 7450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0 w 9683261"/>
              <a:gd name="connsiteY23" fmla="*/ 0 h 335964"/>
              <a:gd name="connsiteX24" fmla="*/ 739665 w 9683261"/>
              <a:gd name="connsiteY24" fmla="*/ 0 h 335964"/>
              <a:gd name="connsiteX25" fmla="*/ 9540864 w 9683261"/>
              <a:gd name="connsiteY25" fmla="*/ 0 h 335964"/>
              <a:gd name="connsiteX26" fmla="*/ 9568541 w 9683261"/>
              <a:gd name="connsiteY26" fmla="*/ 27997 h 335964"/>
              <a:gd name="connsiteX27" fmla="*/ 9540864 w 9683261"/>
              <a:gd name="connsiteY27" fmla="*/ 55995 h 335964"/>
              <a:gd name="connsiteX28" fmla="*/ 9522411 w 9683261"/>
              <a:gd name="connsiteY28" fmla="*/ 74659 h 335964"/>
              <a:gd name="connsiteX29" fmla="*/ 9540864 w 9683261"/>
              <a:gd name="connsiteY29" fmla="*/ 97990 h 335964"/>
              <a:gd name="connsiteX30" fmla="*/ 9568541 w 9683261"/>
              <a:gd name="connsiteY30" fmla="*/ 121320 h 335964"/>
              <a:gd name="connsiteX31" fmla="*/ 9545478 w 9683261"/>
              <a:gd name="connsiteY31" fmla="*/ 149317 h 335964"/>
              <a:gd name="connsiteX32" fmla="*/ 9540864 w 9683261"/>
              <a:gd name="connsiteY32" fmla="*/ 149317 h 335964"/>
              <a:gd name="connsiteX33" fmla="*/ 9522411 w 9683261"/>
              <a:gd name="connsiteY33" fmla="*/ 167982 h 335964"/>
              <a:gd name="connsiteX34" fmla="*/ 9540864 w 9683261"/>
              <a:gd name="connsiteY34" fmla="*/ 191313 h 335964"/>
              <a:gd name="connsiteX35" fmla="*/ 9568541 w 9683261"/>
              <a:gd name="connsiteY35" fmla="*/ 214644 h 335964"/>
              <a:gd name="connsiteX36" fmla="*/ 9540864 w 9683261"/>
              <a:gd name="connsiteY36" fmla="*/ 242641 h 335964"/>
              <a:gd name="connsiteX37" fmla="*/ 9522411 w 9683261"/>
              <a:gd name="connsiteY37" fmla="*/ 265971 h 335964"/>
              <a:gd name="connsiteX38" fmla="*/ 9540864 w 9683261"/>
              <a:gd name="connsiteY38" fmla="*/ 284636 h 335964"/>
              <a:gd name="connsiteX39" fmla="*/ 9568541 w 9683261"/>
              <a:gd name="connsiteY39" fmla="*/ 312633 h 335964"/>
              <a:gd name="connsiteX40" fmla="*/ 9540864 w 9683261"/>
              <a:gd name="connsiteY40" fmla="*/ 335964 h 335964"/>
              <a:gd name="connsiteX41" fmla="*/ 845227 w 9683261"/>
              <a:gd name="connsiteY41" fmla="*/ 335964 h 335964"/>
              <a:gd name="connsiteX42" fmla="*/ 0 w 9683261"/>
              <a:gd name="connsiteY42" fmla="*/ 335964 h 335964"/>
              <a:gd name="connsiteX43" fmla="*/ 0 w 9683261"/>
              <a:gd name="connsiteY43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0 w 9683261"/>
              <a:gd name="connsiteY20" fmla="*/ 0 h 335964"/>
              <a:gd name="connsiteX21" fmla="*/ 739665 w 9683261"/>
              <a:gd name="connsiteY21" fmla="*/ 0 h 335964"/>
              <a:gd name="connsiteX22" fmla="*/ 9540864 w 9683261"/>
              <a:gd name="connsiteY22" fmla="*/ 0 h 335964"/>
              <a:gd name="connsiteX23" fmla="*/ 9568541 w 9683261"/>
              <a:gd name="connsiteY23" fmla="*/ 27997 h 335964"/>
              <a:gd name="connsiteX24" fmla="*/ 9540864 w 9683261"/>
              <a:gd name="connsiteY24" fmla="*/ 55995 h 335964"/>
              <a:gd name="connsiteX25" fmla="*/ 9522411 w 9683261"/>
              <a:gd name="connsiteY25" fmla="*/ 74659 h 335964"/>
              <a:gd name="connsiteX26" fmla="*/ 9540864 w 9683261"/>
              <a:gd name="connsiteY26" fmla="*/ 97990 h 335964"/>
              <a:gd name="connsiteX27" fmla="*/ 9568541 w 9683261"/>
              <a:gd name="connsiteY27" fmla="*/ 121320 h 335964"/>
              <a:gd name="connsiteX28" fmla="*/ 9545478 w 9683261"/>
              <a:gd name="connsiteY28" fmla="*/ 149317 h 335964"/>
              <a:gd name="connsiteX29" fmla="*/ 9540864 w 9683261"/>
              <a:gd name="connsiteY29" fmla="*/ 149317 h 335964"/>
              <a:gd name="connsiteX30" fmla="*/ 9522411 w 9683261"/>
              <a:gd name="connsiteY30" fmla="*/ 167982 h 335964"/>
              <a:gd name="connsiteX31" fmla="*/ 9540864 w 9683261"/>
              <a:gd name="connsiteY31" fmla="*/ 191313 h 335964"/>
              <a:gd name="connsiteX32" fmla="*/ 9568541 w 9683261"/>
              <a:gd name="connsiteY32" fmla="*/ 214644 h 335964"/>
              <a:gd name="connsiteX33" fmla="*/ 9540864 w 9683261"/>
              <a:gd name="connsiteY33" fmla="*/ 242641 h 335964"/>
              <a:gd name="connsiteX34" fmla="*/ 9522411 w 9683261"/>
              <a:gd name="connsiteY34" fmla="*/ 265971 h 335964"/>
              <a:gd name="connsiteX35" fmla="*/ 9540864 w 9683261"/>
              <a:gd name="connsiteY35" fmla="*/ 284636 h 335964"/>
              <a:gd name="connsiteX36" fmla="*/ 9568541 w 9683261"/>
              <a:gd name="connsiteY36" fmla="*/ 312633 h 335964"/>
              <a:gd name="connsiteX37" fmla="*/ 9540864 w 9683261"/>
              <a:gd name="connsiteY37" fmla="*/ 335964 h 335964"/>
              <a:gd name="connsiteX38" fmla="*/ 845227 w 9683261"/>
              <a:gd name="connsiteY38" fmla="*/ 335964 h 335964"/>
              <a:gd name="connsiteX39" fmla="*/ 0 w 9683261"/>
              <a:gd name="connsiteY39" fmla="*/ 335964 h 335964"/>
              <a:gd name="connsiteX40" fmla="*/ 0 w 9683261"/>
              <a:gd name="connsiteY40" fmla="*/ 0 h 335964"/>
              <a:gd name="connsiteX0" fmla="*/ 9609373 w 9683639"/>
              <a:gd name="connsiteY0" fmla="*/ 237817 h 335964"/>
              <a:gd name="connsiteX1" fmla="*/ 9632706 w 9683639"/>
              <a:gd name="connsiteY1" fmla="*/ 261358 h 335964"/>
              <a:gd name="connsiteX2" fmla="*/ 9609373 w 9683639"/>
              <a:gd name="connsiteY2" fmla="*/ 284899 h 335964"/>
              <a:gd name="connsiteX3" fmla="*/ 9586041 w 9683639"/>
              <a:gd name="connsiteY3" fmla="*/ 261358 h 335964"/>
              <a:gd name="connsiteX4" fmla="*/ 9609373 w 9683639"/>
              <a:gd name="connsiteY4" fmla="*/ 237817 h 335964"/>
              <a:gd name="connsiteX5" fmla="*/ 9669650 w 9683639"/>
              <a:gd name="connsiteY5" fmla="*/ 200069 h 335964"/>
              <a:gd name="connsiteX6" fmla="*/ 9683261 w 9683639"/>
              <a:gd name="connsiteY6" fmla="*/ 212909 h 335964"/>
              <a:gd name="connsiteX7" fmla="*/ 9669650 w 9683639"/>
              <a:gd name="connsiteY7" fmla="*/ 225749 h 335964"/>
              <a:gd name="connsiteX8" fmla="*/ 9656038 w 9683639"/>
              <a:gd name="connsiteY8" fmla="*/ 212909 h 335964"/>
              <a:gd name="connsiteX9" fmla="*/ 9669650 w 9683639"/>
              <a:gd name="connsiteY9" fmla="*/ 200069 h 335964"/>
              <a:gd name="connsiteX10" fmla="*/ 9609373 w 9683639"/>
              <a:gd name="connsiteY10" fmla="*/ 143445 h 335964"/>
              <a:gd name="connsiteX11" fmla="*/ 9632706 w 9683639"/>
              <a:gd name="connsiteY11" fmla="*/ 166987 h 335964"/>
              <a:gd name="connsiteX12" fmla="*/ 9609373 w 9683639"/>
              <a:gd name="connsiteY12" fmla="*/ 190527 h 335964"/>
              <a:gd name="connsiteX13" fmla="*/ 9586041 w 9683639"/>
              <a:gd name="connsiteY13" fmla="*/ 166987 h 335964"/>
              <a:gd name="connsiteX14" fmla="*/ 9609373 w 9683639"/>
              <a:gd name="connsiteY14" fmla="*/ 143445 h 335964"/>
              <a:gd name="connsiteX15" fmla="*/ 9656038 w 9683639"/>
              <a:gd name="connsiteY15" fmla="*/ 114762 h 335964"/>
              <a:gd name="connsiteX16" fmla="*/ 9683261 w 9683639"/>
              <a:gd name="connsiteY16" fmla="*/ 114762 h 335964"/>
              <a:gd name="connsiteX17" fmla="*/ 9669650 w 9683639"/>
              <a:gd name="connsiteY17" fmla="*/ 127602 h 335964"/>
              <a:gd name="connsiteX18" fmla="*/ 9656038 w 9683639"/>
              <a:gd name="connsiteY18" fmla="*/ 114762 h 335964"/>
              <a:gd name="connsiteX19" fmla="*/ 0 w 9683639"/>
              <a:gd name="connsiteY19" fmla="*/ 0 h 335964"/>
              <a:gd name="connsiteX20" fmla="*/ 739665 w 9683639"/>
              <a:gd name="connsiteY20" fmla="*/ 0 h 335964"/>
              <a:gd name="connsiteX21" fmla="*/ 9540864 w 9683639"/>
              <a:gd name="connsiteY21" fmla="*/ 0 h 335964"/>
              <a:gd name="connsiteX22" fmla="*/ 9568541 w 9683639"/>
              <a:gd name="connsiteY22" fmla="*/ 27997 h 335964"/>
              <a:gd name="connsiteX23" fmla="*/ 9540864 w 9683639"/>
              <a:gd name="connsiteY23" fmla="*/ 55995 h 335964"/>
              <a:gd name="connsiteX24" fmla="*/ 9522411 w 9683639"/>
              <a:gd name="connsiteY24" fmla="*/ 74659 h 335964"/>
              <a:gd name="connsiteX25" fmla="*/ 9540864 w 9683639"/>
              <a:gd name="connsiteY25" fmla="*/ 97990 h 335964"/>
              <a:gd name="connsiteX26" fmla="*/ 9568541 w 9683639"/>
              <a:gd name="connsiteY26" fmla="*/ 121320 h 335964"/>
              <a:gd name="connsiteX27" fmla="*/ 9545478 w 9683639"/>
              <a:gd name="connsiteY27" fmla="*/ 149317 h 335964"/>
              <a:gd name="connsiteX28" fmla="*/ 9540864 w 9683639"/>
              <a:gd name="connsiteY28" fmla="*/ 149317 h 335964"/>
              <a:gd name="connsiteX29" fmla="*/ 9522411 w 9683639"/>
              <a:gd name="connsiteY29" fmla="*/ 167982 h 335964"/>
              <a:gd name="connsiteX30" fmla="*/ 9540864 w 9683639"/>
              <a:gd name="connsiteY30" fmla="*/ 191313 h 335964"/>
              <a:gd name="connsiteX31" fmla="*/ 9568541 w 9683639"/>
              <a:gd name="connsiteY31" fmla="*/ 214644 h 335964"/>
              <a:gd name="connsiteX32" fmla="*/ 9540864 w 9683639"/>
              <a:gd name="connsiteY32" fmla="*/ 242641 h 335964"/>
              <a:gd name="connsiteX33" fmla="*/ 9522411 w 9683639"/>
              <a:gd name="connsiteY33" fmla="*/ 265971 h 335964"/>
              <a:gd name="connsiteX34" fmla="*/ 9540864 w 9683639"/>
              <a:gd name="connsiteY34" fmla="*/ 284636 h 335964"/>
              <a:gd name="connsiteX35" fmla="*/ 9568541 w 9683639"/>
              <a:gd name="connsiteY35" fmla="*/ 312633 h 335964"/>
              <a:gd name="connsiteX36" fmla="*/ 9540864 w 9683639"/>
              <a:gd name="connsiteY36" fmla="*/ 335964 h 335964"/>
              <a:gd name="connsiteX37" fmla="*/ 845227 w 9683639"/>
              <a:gd name="connsiteY37" fmla="*/ 335964 h 335964"/>
              <a:gd name="connsiteX38" fmla="*/ 0 w 9683639"/>
              <a:gd name="connsiteY38" fmla="*/ 335964 h 335964"/>
              <a:gd name="connsiteX39" fmla="*/ 0 w 9683639"/>
              <a:gd name="connsiteY39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56038 w 9683261"/>
              <a:gd name="connsiteY15" fmla="*/ 114762 h 335964"/>
              <a:gd name="connsiteX16" fmla="*/ 9669650 w 9683261"/>
              <a:gd name="connsiteY16" fmla="*/ 127602 h 335964"/>
              <a:gd name="connsiteX17" fmla="*/ 9656038 w 9683261"/>
              <a:gd name="connsiteY17" fmla="*/ 114762 h 335964"/>
              <a:gd name="connsiteX18" fmla="*/ 0 w 9683261"/>
              <a:gd name="connsiteY18" fmla="*/ 0 h 335964"/>
              <a:gd name="connsiteX19" fmla="*/ 739665 w 9683261"/>
              <a:gd name="connsiteY19" fmla="*/ 0 h 335964"/>
              <a:gd name="connsiteX20" fmla="*/ 9540864 w 9683261"/>
              <a:gd name="connsiteY20" fmla="*/ 0 h 335964"/>
              <a:gd name="connsiteX21" fmla="*/ 9568541 w 9683261"/>
              <a:gd name="connsiteY21" fmla="*/ 27997 h 335964"/>
              <a:gd name="connsiteX22" fmla="*/ 9540864 w 9683261"/>
              <a:gd name="connsiteY22" fmla="*/ 55995 h 335964"/>
              <a:gd name="connsiteX23" fmla="*/ 9522411 w 9683261"/>
              <a:gd name="connsiteY23" fmla="*/ 74659 h 335964"/>
              <a:gd name="connsiteX24" fmla="*/ 9540864 w 9683261"/>
              <a:gd name="connsiteY24" fmla="*/ 97990 h 335964"/>
              <a:gd name="connsiteX25" fmla="*/ 9568541 w 9683261"/>
              <a:gd name="connsiteY25" fmla="*/ 121320 h 335964"/>
              <a:gd name="connsiteX26" fmla="*/ 9545478 w 9683261"/>
              <a:gd name="connsiteY26" fmla="*/ 149317 h 335964"/>
              <a:gd name="connsiteX27" fmla="*/ 9540864 w 9683261"/>
              <a:gd name="connsiteY27" fmla="*/ 149317 h 335964"/>
              <a:gd name="connsiteX28" fmla="*/ 9522411 w 9683261"/>
              <a:gd name="connsiteY28" fmla="*/ 167982 h 335964"/>
              <a:gd name="connsiteX29" fmla="*/ 9540864 w 9683261"/>
              <a:gd name="connsiteY29" fmla="*/ 191313 h 335964"/>
              <a:gd name="connsiteX30" fmla="*/ 9568541 w 9683261"/>
              <a:gd name="connsiteY30" fmla="*/ 214644 h 335964"/>
              <a:gd name="connsiteX31" fmla="*/ 9540864 w 9683261"/>
              <a:gd name="connsiteY31" fmla="*/ 242641 h 335964"/>
              <a:gd name="connsiteX32" fmla="*/ 9522411 w 9683261"/>
              <a:gd name="connsiteY32" fmla="*/ 265971 h 335964"/>
              <a:gd name="connsiteX33" fmla="*/ 9540864 w 9683261"/>
              <a:gd name="connsiteY33" fmla="*/ 284636 h 335964"/>
              <a:gd name="connsiteX34" fmla="*/ 9568541 w 9683261"/>
              <a:gd name="connsiteY34" fmla="*/ 312633 h 335964"/>
              <a:gd name="connsiteX35" fmla="*/ 9540864 w 9683261"/>
              <a:gd name="connsiteY35" fmla="*/ 335964 h 335964"/>
              <a:gd name="connsiteX36" fmla="*/ 845227 w 9683261"/>
              <a:gd name="connsiteY36" fmla="*/ 335964 h 335964"/>
              <a:gd name="connsiteX37" fmla="*/ 0 w 9683261"/>
              <a:gd name="connsiteY37" fmla="*/ 335964 h 335964"/>
              <a:gd name="connsiteX38" fmla="*/ 0 w 9683261"/>
              <a:gd name="connsiteY38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0 w 9683261"/>
              <a:gd name="connsiteY15" fmla="*/ 0 h 335964"/>
              <a:gd name="connsiteX16" fmla="*/ 739665 w 9683261"/>
              <a:gd name="connsiteY16" fmla="*/ 0 h 335964"/>
              <a:gd name="connsiteX17" fmla="*/ 9540864 w 9683261"/>
              <a:gd name="connsiteY17" fmla="*/ 0 h 335964"/>
              <a:gd name="connsiteX18" fmla="*/ 9568541 w 9683261"/>
              <a:gd name="connsiteY18" fmla="*/ 27997 h 335964"/>
              <a:gd name="connsiteX19" fmla="*/ 9540864 w 9683261"/>
              <a:gd name="connsiteY19" fmla="*/ 55995 h 335964"/>
              <a:gd name="connsiteX20" fmla="*/ 9522411 w 9683261"/>
              <a:gd name="connsiteY20" fmla="*/ 74659 h 335964"/>
              <a:gd name="connsiteX21" fmla="*/ 9540864 w 9683261"/>
              <a:gd name="connsiteY21" fmla="*/ 97990 h 335964"/>
              <a:gd name="connsiteX22" fmla="*/ 9568541 w 9683261"/>
              <a:gd name="connsiteY22" fmla="*/ 121320 h 335964"/>
              <a:gd name="connsiteX23" fmla="*/ 9545478 w 9683261"/>
              <a:gd name="connsiteY23" fmla="*/ 149317 h 335964"/>
              <a:gd name="connsiteX24" fmla="*/ 9540864 w 9683261"/>
              <a:gd name="connsiteY24" fmla="*/ 149317 h 335964"/>
              <a:gd name="connsiteX25" fmla="*/ 9522411 w 9683261"/>
              <a:gd name="connsiteY25" fmla="*/ 167982 h 335964"/>
              <a:gd name="connsiteX26" fmla="*/ 9540864 w 9683261"/>
              <a:gd name="connsiteY26" fmla="*/ 191313 h 335964"/>
              <a:gd name="connsiteX27" fmla="*/ 9568541 w 9683261"/>
              <a:gd name="connsiteY27" fmla="*/ 214644 h 335964"/>
              <a:gd name="connsiteX28" fmla="*/ 9540864 w 9683261"/>
              <a:gd name="connsiteY28" fmla="*/ 242641 h 335964"/>
              <a:gd name="connsiteX29" fmla="*/ 9522411 w 9683261"/>
              <a:gd name="connsiteY29" fmla="*/ 265971 h 335964"/>
              <a:gd name="connsiteX30" fmla="*/ 9540864 w 9683261"/>
              <a:gd name="connsiteY30" fmla="*/ 284636 h 335964"/>
              <a:gd name="connsiteX31" fmla="*/ 9568541 w 9683261"/>
              <a:gd name="connsiteY31" fmla="*/ 312633 h 335964"/>
              <a:gd name="connsiteX32" fmla="*/ 9540864 w 9683261"/>
              <a:gd name="connsiteY32" fmla="*/ 335964 h 335964"/>
              <a:gd name="connsiteX33" fmla="*/ 845227 w 9683261"/>
              <a:gd name="connsiteY33" fmla="*/ 335964 h 335964"/>
              <a:gd name="connsiteX34" fmla="*/ 0 w 9683261"/>
              <a:gd name="connsiteY34" fmla="*/ 335964 h 335964"/>
              <a:gd name="connsiteX35" fmla="*/ 0 w 9683261"/>
              <a:gd name="connsiteY35" fmla="*/ 0 h 335964"/>
              <a:gd name="connsiteX0" fmla="*/ 9609373 w 9786569"/>
              <a:gd name="connsiteY0" fmla="*/ 237817 h 335964"/>
              <a:gd name="connsiteX1" fmla="*/ 9632706 w 9786569"/>
              <a:gd name="connsiteY1" fmla="*/ 261358 h 335964"/>
              <a:gd name="connsiteX2" fmla="*/ 9609373 w 9786569"/>
              <a:gd name="connsiteY2" fmla="*/ 284899 h 335964"/>
              <a:gd name="connsiteX3" fmla="*/ 9586041 w 9786569"/>
              <a:gd name="connsiteY3" fmla="*/ 261358 h 335964"/>
              <a:gd name="connsiteX4" fmla="*/ 9609373 w 9786569"/>
              <a:gd name="connsiteY4" fmla="*/ 237817 h 335964"/>
              <a:gd name="connsiteX5" fmla="*/ 9669650 w 9786569"/>
              <a:gd name="connsiteY5" fmla="*/ 200069 h 335964"/>
              <a:gd name="connsiteX6" fmla="*/ 9683261 w 9786569"/>
              <a:gd name="connsiteY6" fmla="*/ 212909 h 335964"/>
              <a:gd name="connsiteX7" fmla="*/ 9669650 w 9786569"/>
              <a:gd name="connsiteY7" fmla="*/ 225749 h 335964"/>
              <a:gd name="connsiteX8" fmla="*/ 9656038 w 9786569"/>
              <a:gd name="connsiteY8" fmla="*/ 212909 h 335964"/>
              <a:gd name="connsiteX9" fmla="*/ 9669650 w 9786569"/>
              <a:gd name="connsiteY9" fmla="*/ 200069 h 335964"/>
              <a:gd name="connsiteX10" fmla="*/ 9609373 w 9786569"/>
              <a:gd name="connsiteY10" fmla="*/ 143445 h 335964"/>
              <a:gd name="connsiteX11" fmla="*/ 9632706 w 9786569"/>
              <a:gd name="connsiteY11" fmla="*/ 166987 h 335964"/>
              <a:gd name="connsiteX12" fmla="*/ 9609373 w 9786569"/>
              <a:gd name="connsiteY12" fmla="*/ 190527 h 335964"/>
              <a:gd name="connsiteX13" fmla="*/ 9586041 w 9786569"/>
              <a:gd name="connsiteY13" fmla="*/ 166987 h 335964"/>
              <a:gd name="connsiteX14" fmla="*/ 9609373 w 9786569"/>
              <a:gd name="connsiteY14" fmla="*/ 143445 h 335964"/>
              <a:gd name="connsiteX15" fmla="*/ 0 w 9786569"/>
              <a:gd name="connsiteY15" fmla="*/ 0 h 335964"/>
              <a:gd name="connsiteX16" fmla="*/ 739665 w 9786569"/>
              <a:gd name="connsiteY16" fmla="*/ 0 h 335964"/>
              <a:gd name="connsiteX17" fmla="*/ 9785339 w 9786569"/>
              <a:gd name="connsiteY17" fmla="*/ 3175 h 335964"/>
              <a:gd name="connsiteX18" fmla="*/ 9568541 w 9786569"/>
              <a:gd name="connsiteY18" fmla="*/ 27997 h 335964"/>
              <a:gd name="connsiteX19" fmla="*/ 9540864 w 9786569"/>
              <a:gd name="connsiteY19" fmla="*/ 55995 h 335964"/>
              <a:gd name="connsiteX20" fmla="*/ 9522411 w 9786569"/>
              <a:gd name="connsiteY20" fmla="*/ 74659 h 335964"/>
              <a:gd name="connsiteX21" fmla="*/ 9540864 w 9786569"/>
              <a:gd name="connsiteY21" fmla="*/ 97990 h 335964"/>
              <a:gd name="connsiteX22" fmla="*/ 9568541 w 9786569"/>
              <a:gd name="connsiteY22" fmla="*/ 121320 h 335964"/>
              <a:gd name="connsiteX23" fmla="*/ 9545478 w 9786569"/>
              <a:gd name="connsiteY23" fmla="*/ 149317 h 335964"/>
              <a:gd name="connsiteX24" fmla="*/ 9540864 w 9786569"/>
              <a:gd name="connsiteY24" fmla="*/ 149317 h 335964"/>
              <a:gd name="connsiteX25" fmla="*/ 9522411 w 9786569"/>
              <a:gd name="connsiteY25" fmla="*/ 167982 h 335964"/>
              <a:gd name="connsiteX26" fmla="*/ 9540864 w 9786569"/>
              <a:gd name="connsiteY26" fmla="*/ 191313 h 335964"/>
              <a:gd name="connsiteX27" fmla="*/ 9568541 w 9786569"/>
              <a:gd name="connsiteY27" fmla="*/ 214644 h 335964"/>
              <a:gd name="connsiteX28" fmla="*/ 9540864 w 9786569"/>
              <a:gd name="connsiteY28" fmla="*/ 242641 h 335964"/>
              <a:gd name="connsiteX29" fmla="*/ 9522411 w 9786569"/>
              <a:gd name="connsiteY29" fmla="*/ 265971 h 335964"/>
              <a:gd name="connsiteX30" fmla="*/ 9540864 w 9786569"/>
              <a:gd name="connsiteY30" fmla="*/ 284636 h 335964"/>
              <a:gd name="connsiteX31" fmla="*/ 9568541 w 9786569"/>
              <a:gd name="connsiteY31" fmla="*/ 312633 h 335964"/>
              <a:gd name="connsiteX32" fmla="*/ 9540864 w 9786569"/>
              <a:gd name="connsiteY32" fmla="*/ 335964 h 335964"/>
              <a:gd name="connsiteX33" fmla="*/ 845227 w 9786569"/>
              <a:gd name="connsiteY33" fmla="*/ 335964 h 335964"/>
              <a:gd name="connsiteX34" fmla="*/ 0 w 9786569"/>
              <a:gd name="connsiteY34" fmla="*/ 335964 h 335964"/>
              <a:gd name="connsiteX35" fmla="*/ 0 w 9786569"/>
              <a:gd name="connsiteY35" fmla="*/ 0 h 335964"/>
              <a:gd name="connsiteX0" fmla="*/ 9609373 w 9786569"/>
              <a:gd name="connsiteY0" fmla="*/ 237817 h 339139"/>
              <a:gd name="connsiteX1" fmla="*/ 9632706 w 9786569"/>
              <a:gd name="connsiteY1" fmla="*/ 261358 h 339139"/>
              <a:gd name="connsiteX2" fmla="*/ 9609373 w 9786569"/>
              <a:gd name="connsiteY2" fmla="*/ 284899 h 339139"/>
              <a:gd name="connsiteX3" fmla="*/ 9586041 w 9786569"/>
              <a:gd name="connsiteY3" fmla="*/ 261358 h 339139"/>
              <a:gd name="connsiteX4" fmla="*/ 9609373 w 9786569"/>
              <a:gd name="connsiteY4" fmla="*/ 237817 h 339139"/>
              <a:gd name="connsiteX5" fmla="*/ 9669650 w 9786569"/>
              <a:gd name="connsiteY5" fmla="*/ 200069 h 339139"/>
              <a:gd name="connsiteX6" fmla="*/ 9683261 w 9786569"/>
              <a:gd name="connsiteY6" fmla="*/ 212909 h 339139"/>
              <a:gd name="connsiteX7" fmla="*/ 9669650 w 9786569"/>
              <a:gd name="connsiteY7" fmla="*/ 225749 h 339139"/>
              <a:gd name="connsiteX8" fmla="*/ 9656038 w 9786569"/>
              <a:gd name="connsiteY8" fmla="*/ 212909 h 339139"/>
              <a:gd name="connsiteX9" fmla="*/ 9669650 w 9786569"/>
              <a:gd name="connsiteY9" fmla="*/ 200069 h 339139"/>
              <a:gd name="connsiteX10" fmla="*/ 9609373 w 9786569"/>
              <a:gd name="connsiteY10" fmla="*/ 143445 h 339139"/>
              <a:gd name="connsiteX11" fmla="*/ 9632706 w 9786569"/>
              <a:gd name="connsiteY11" fmla="*/ 166987 h 339139"/>
              <a:gd name="connsiteX12" fmla="*/ 9609373 w 9786569"/>
              <a:gd name="connsiteY12" fmla="*/ 190527 h 339139"/>
              <a:gd name="connsiteX13" fmla="*/ 9586041 w 9786569"/>
              <a:gd name="connsiteY13" fmla="*/ 166987 h 339139"/>
              <a:gd name="connsiteX14" fmla="*/ 9609373 w 9786569"/>
              <a:gd name="connsiteY14" fmla="*/ 143445 h 339139"/>
              <a:gd name="connsiteX15" fmla="*/ 0 w 9786569"/>
              <a:gd name="connsiteY15" fmla="*/ 0 h 339139"/>
              <a:gd name="connsiteX16" fmla="*/ 739665 w 9786569"/>
              <a:gd name="connsiteY16" fmla="*/ 0 h 339139"/>
              <a:gd name="connsiteX17" fmla="*/ 9785339 w 9786569"/>
              <a:gd name="connsiteY17" fmla="*/ 3175 h 339139"/>
              <a:gd name="connsiteX18" fmla="*/ 9568541 w 9786569"/>
              <a:gd name="connsiteY18" fmla="*/ 27997 h 339139"/>
              <a:gd name="connsiteX19" fmla="*/ 9540864 w 9786569"/>
              <a:gd name="connsiteY19" fmla="*/ 55995 h 339139"/>
              <a:gd name="connsiteX20" fmla="*/ 9522411 w 9786569"/>
              <a:gd name="connsiteY20" fmla="*/ 74659 h 339139"/>
              <a:gd name="connsiteX21" fmla="*/ 9540864 w 9786569"/>
              <a:gd name="connsiteY21" fmla="*/ 97990 h 339139"/>
              <a:gd name="connsiteX22" fmla="*/ 9568541 w 9786569"/>
              <a:gd name="connsiteY22" fmla="*/ 121320 h 339139"/>
              <a:gd name="connsiteX23" fmla="*/ 9545478 w 9786569"/>
              <a:gd name="connsiteY23" fmla="*/ 149317 h 339139"/>
              <a:gd name="connsiteX24" fmla="*/ 9540864 w 9786569"/>
              <a:gd name="connsiteY24" fmla="*/ 149317 h 339139"/>
              <a:gd name="connsiteX25" fmla="*/ 9522411 w 9786569"/>
              <a:gd name="connsiteY25" fmla="*/ 167982 h 339139"/>
              <a:gd name="connsiteX26" fmla="*/ 9540864 w 9786569"/>
              <a:gd name="connsiteY26" fmla="*/ 191313 h 339139"/>
              <a:gd name="connsiteX27" fmla="*/ 9568541 w 9786569"/>
              <a:gd name="connsiteY27" fmla="*/ 214644 h 339139"/>
              <a:gd name="connsiteX28" fmla="*/ 9540864 w 9786569"/>
              <a:gd name="connsiteY28" fmla="*/ 242641 h 339139"/>
              <a:gd name="connsiteX29" fmla="*/ 9522411 w 9786569"/>
              <a:gd name="connsiteY29" fmla="*/ 265971 h 339139"/>
              <a:gd name="connsiteX30" fmla="*/ 9540864 w 9786569"/>
              <a:gd name="connsiteY30" fmla="*/ 284636 h 339139"/>
              <a:gd name="connsiteX31" fmla="*/ 9568541 w 9786569"/>
              <a:gd name="connsiteY31" fmla="*/ 312633 h 339139"/>
              <a:gd name="connsiteX32" fmla="*/ 9598014 w 9786569"/>
              <a:gd name="connsiteY32" fmla="*/ 339139 h 339139"/>
              <a:gd name="connsiteX33" fmla="*/ 845227 w 9786569"/>
              <a:gd name="connsiteY33" fmla="*/ 335964 h 339139"/>
              <a:gd name="connsiteX34" fmla="*/ 0 w 9786569"/>
              <a:gd name="connsiteY34" fmla="*/ 335964 h 339139"/>
              <a:gd name="connsiteX35" fmla="*/ 0 w 9786569"/>
              <a:gd name="connsiteY35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882821"/>
              <a:gd name="connsiteY0" fmla="*/ 237817 h 339158"/>
              <a:gd name="connsiteX1" fmla="*/ 9632706 w 10882821"/>
              <a:gd name="connsiteY1" fmla="*/ 261358 h 339158"/>
              <a:gd name="connsiteX2" fmla="*/ 9609373 w 10882821"/>
              <a:gd name="connsiteY2" fmla="*/ 284899 h 339158"/>
              <a:gd name="connsiteX3" fmla="*/ 9586041 w 10882821"/>
              <a:gd name="connsiteY3" fmla="*/ 261358 h 339158"/>
              <a:gd name="connsiteX4" fmla="*/ 9609373 w 10882821"/>
              <a:gd name="connsiteY4" fmla="*/ 237817 h 339158"/>
              <a:gd name="connsiteX5" fmla="*/ 9669650 w 10882821"/>
              <a:gd name="connsiteY5" fmla="*/ 200069 h 339158"/>
              <a:gd name="connsiteX6" fmla="*/ 9683261 w 10882821"/>
              <a:gd name="connsiteY6" fmla="*/ 212909 h 339158"/>
              <a:gd name="connsiteX7" fmla="*/ 9669650 w 10882821"/>
              <a:gd name="connsiteY7" fmla="*/ 225749 h 339158"/>
              <a:gd name="connsiteX8" fmla="*/ 9656038 w 10882821"/>
              <a:gd name="connsiteY8" fmla="*/ 212909 h 339158"/>
              <a:gd name="connsiteX9" fmla="*/ 9669650 w 10882821"/>
              <a:gd name="connsiteY9" fmla="*/ 200069 h 339158"/>
              <a:gd name="connsiteX10" fmla="*/ 9609373 w 10882821"/>
              <a:gd name="connsiteY10" fmla="*/ 143445 h 339158"/>
              <a:gd name="connsiteX11" fmla="*/ 9632706 w 10882821"/>
              <a:gd name="connsiteY11" fmla="*/ 166987 h 339158"/>
              <a:gd name="connsiteX12" fmla="*/ 9609373 w 10882821"/>
              <a:gd name="connsiteY12" fmla="*/ 190527 h 339158"/>
              <a:gd name="connsiteX13" fmla="*/ 9586041 w 10882821"/>
              <a:gd name="connsiteY13" fmla="*/ 166987 h 339158"/>
              <a:gd name="connsiteX14" fmla="*/ 9609373 w 10882821"/>
              <a:gd name="connsiteY14" fmla="*/ 143445 h 339158"/>
              <a:gd name="connsiteX15" fmla="*/ 0 w 10882821"/>
              <a:gd name="connsiteY15" fmla="*/ 0 h 339158"/>
              <a:gd name="connsiteX16" fmla="*/ 739665 w 10882821"/>
              <a:gd name="connsiteY16" fmla="*/ 0 h 339158"/>
              <a:gd name="connsiteX17" fmla="*/ 9785339 w 10882821"/>
              <a:gd name="connsiteY17" fmla="*/ 3175 h 339158"/>
              <a:gd name="connsiteX18" fmla="*/ 9568541 w 10882821"/>
              <a:gd name="connsiteY18" fmla="*/ 27997 h 339158"/>
              <a:gd name="connsiteX19" fmla="*/ 9540864 w 10882821"/>
              <a:gd name="connsiteY19" fmla="*/ 55995 h 339158"/>
              <a:gd name="connsiteX20" fmla="*/ 9522411 w 10882821"/>
              <a:gd name="connsiteY20" fmla="*/ 74659 h 339158"/>
              <a:gd name="connsiteX21" fmla="*/ 9540864 w 10882821"/>
              <a:gd name="connsiteY21" fmla="*/ 97990 h 339158"/>
              <a:gd name="connsiteX22" fmla="*/ 9568541 w 10882821"/>
              <a:gd name="connsiteY22" fmla="*/ 121320 h 339158"/>
              <a:gd name="connsiteX23" fmla="*/ 9545478 w 10882821"/>
              <a:gd name="connsiteY23" fmla="*/ 149317 h 339158"/>
              <a:gd name="connsiteX24" fmla="*/ 9540864 w 10882821"/>
              <a:gd name="connsiteY24" fmla="*/ 149317 h 339158"/>
              <a:gd name="connsiteX25" fmla="*/ 9522411 w 10882821"/>
              <a:gd name="connsiteY25" fmla="*/ 167982 h 339158"/>
              <a:gd name="connsiteX26" fmla="*/ 9540864 w 10882821"/>
              <a:gd name="connsiteY26" fmla="*/ 191313 h 339158"/>
              <a:gd name="connsiteX27" fmla="*/ 9568541 w 10882821"/>
              <a:gd name="connsiteY27" fmla="*/ 214644 h 339158"/>
              <a:gd name="connsiteX28" fmla="*/ 9540864 w 10882821"/>
              <a:gd name="connsiteY28" fmla="*/ 242641 h 339158"/>
              <a:gd name="connsiteX29" fmla="*/ 9522411 w 10882821"/>
              <a:gd name="connsiteY29" fmla="*/ 265971 h 339158"/>
              <a:gd name="connsiteX30" fmla="*/ 9540864 w 10882821"/>
              <a:gd name="connsiteY30" fmla="*/ 284636 h 339158"/>
              <a:gd name="connsiteX31" fmla="*/ 9598014 w 10882821"/>
              <a:gd name="connsiteY31" fmla="*/ 339139 h 339158"/>
              <a:gd name="connsiteX32" fmla="*/ 845227 w 10882821"/>
              <a:gd name="connsiteY32" fmla="*/ 335964 h 339158"/>
              <a:gd name="connsiteX33" fmla="*/ 0 w 10882821"/>
              <a:gd name="connsiteY33" fmla="*/ 335964 h 339158"/>
              <a:gd name="connsiteX34" fmla="*/ 0 w 10882821"/>
              <a:gd name="connsiteY34" fmla="*/ 0 h 339158"/>
              <a:gd name="connsiteX0" fmla="*/ 9598014 w 10910786"/>
              <a:gd name="connsiteY0" fmla="*/ 339139 h 430579"/>
              <a:gd name="connsiteX1" fmla="*/ 845227 w 10910786"/>
              <a:gd name="connsiteY1" fmla="*/ 335964 h 430579"/>
              <a:gd name="connsiteX2" fmla="*/ 0 w 10910786"/>
              <a:gd name="connsiteY2" fmla="*/ 335964 h 430579"/>
              <a:gd name="connsiteX3" fmla="*/ 0 w 10910786"/>
              <a:gd name="connsiteY3" fmla="*/ 0 h 430579"/>
              <a:gd name="connsiteX4" fmla="*/ 9632706 w 10910786"/>
              <a:gd name="connsiteY4" fmla="*/ 261358 h 430579"/>
              <a:gd name="connsiteX5" fmla="*/ 9609373 w 10910786"/>
              <a:gd name="connsiteY5" fmla="*/ 284899 h 430579"/>
              <a:gd name="connsiteX6" fmla="*/ 9586041 w 10910786"/>
              <a:gd name="connsiteY6" fmla="*/ 261358 h 430579"/>
              <a:gd name="connsiteX7" fmla="*/ 9609373 w 10910786"/>
              <a:gd name="connsiteY7" fmla="*/ 237817 h 430579"/>
              <a:gd name="connsiteX8" fmla="*/ 9669650 w 10910786"/>
              <a:gd name="connsiteY8" fmla="*/ 200069 h 430579"/>
              <a:gd name="connsiteX9" fmla="*/ 9683261 w 10910786"/>
              <a:gd name="connsiteY9" fmla="*/ 212909 h 430579"/>
              <a:gd name="connsiteX10" fmla="*/ 9669650 w 10910786"/>
              <a:gd name="connsiteY10" fmla="*/ 225749 h 430579"/>
              <a:gd name="connsiteX11" fmla="*/ 9656038 w 10910786"/>
              <a:gd name="connsiteY11" fmla="*/ 212909 h 430579"/>
              <a:gd name="connsiteX12" fmla="*/ 9669650 w 10910786"/>
              <a:gd name="connsiteY12" fmla="*/ 200069 h 430579"/>
              <a:gd name="connsiteX13" fmla="*/ 9609373 w 10910786"/>
              <a:gd name="connsiteY13" fmla="*/ 143445 h 430579"/>
              <a:gd name="connsiteX14" fmla="*/ 9632706 w 10910786"/>
              <a:gd name="connsiteY14" fmla="*/ 166987 h 430579"/>
              <a:gd name="connsiteX15" fmla="*/ 9609373 w 10910786"/>
              <a:gd name="connsiteY15" fmla="*/ 190527 h 430579"/>
              <a:gd name="connsiteX16" fmla="*/ 9586041 w 10910786"/>
              <a:gd name="connsiteY16" fmla="*/ 166987 h 430579"/>
              <a:gd name="connsiteX17" fmla="*/ 9609373 w 10910786"/>
              <a:gd name="connsiteY17" fmla="*/ 143445 h 430579"/>
              <a:gd name="connsiteX18" fmla="*/ 0 w 10910786"/>
              <a:gd name="connsiteY18" fmla="*/ 0 h 430579"/>
              <a:gd name="connsiteX19" fmla="*/ 739665 w 10910786"/>
              <a:gd name="connsiteY19" fmla="*/ 0 h 430579"/>
              <a:gd name="connsiteX20" fmla="*/ 9785339 w 10910786"/>
              <a:gd name="connsiteY20" fmla="*/ 3175 h 430579"/>
              <a:gd name="connsiteX21" fmla="*/ 9568541 w 10910786"/>
              <a:gd name="connsiteY21" fmla="*/ 27997 h 430579"/>
              <a:gd name="connsiteX22" fmla="*/ 9540864 w 10910786"/>
              <a:gd name="connsiteY22" fmla="*/ 55995 h 430579"/>
              <a:gd name="connsiteX23" fmla="*/ 9522411 w 10910786"/>
              <a:gd name="connsiteY23" fmla="*/ 74659 h 430579"/>
              <a:gd name="connsiteX24" fmla="*/ 9540864 w 10910786"/>
              <a:gd name="connsiteY24" fmla="*/ 97990 h 430579"/>
              <a:gd name="connsiteX25" fmla="*/ 9568541 w 10910786"/>
              <a:gd name="connsiteY25" fmla="*/ 121320 h 430579"/>
              <a:gd name="connsiteX26" fmla="*/ 9545478 w 10910786"/>
              <a:gd name="connsiteY26" fmla="*/ 149317 h 430579"/>
              <a:gd name="connsiteX27" fmla="*/ 9540864 w 10910786"/>
              <a:gd name="connsiteY27" fmla="*/ 149317 h 430579"/>
              <a:gd name="connsiteX28" fmla="*/ 9522411 w 10910786"/>
              <a:gd name="connsiteY28" fmla="*/ 167982 h 430579"/>
              <a:gd name="connsiteX29" fmla="*/ 9540864 w 10910786"/>
              <a:gd name="connsiteY29" fmla="*/ 191313 h 430579"/>
              <a:gd name="connsiteX30" fmla="*/ 9568541 w 10910786"/>
              <a:gd name="connsiteY30" fmla="*/ 214644 h 430579"/>
              <a:gd name="connsiteX31" fmla="*/ 9540864 w 10910786"/>
              <a:gd name="connsiteY31" fmla="*/ 242641 h 430579"/>
              <a:gd name="connsiteX32" fmla="*/ 9522411 w 10910786"/>
              <a:gd name="connsiteY32" fmla="*/ 265971 h 430579"/>
              <a:gd name="connsiteX33" fmla="*/ 9540864 w 10910786"/>
              <a:gd name="connsiteY33" fmla="*/ 284636 h 430579"/>
              <a:gd name="connsiteX34" fmla="*/ 9689454 w 10910786"/>
              <a:gd name="connsiteY34" fmla="*/ 430579 h 43057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34" fmla="*/ 9540864 w 9786569"/>
              <a:gd name="connsiteY34" fmla="*/ 284636 h 33913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73768"/>
              <a:gd name="connsiteY0" fmla="*/ 418315 h 418315"/>
              <a:gd name="connsiteX1" fmla="*/ 845227 w 10373768"/>
              <a:gd name="connsiteY1" fmla="*/ 415140 h 418315"/>
              <a:gd name="connsiteX2" fmla="*/ 0 w 10373768"/>
              <a:gd name="connsiteY2" fmla="*/ 415140 h 418315"/>
              <a:gd name="connsiteX3" fmla="*/ 0 w 10373768"/>
              <a:gd name="connsiteY3" fmla="*/ 79176 h 418315"/>
              <a:gd name="connsiteX4" fmla="*/ 9632706 w 10373768"/>
              <a:gd name="connsiteY4" fmla="*/ 340534 h 418315"/>
              <a:gd name="connsiteX5" fmla="*/ 9609373 w 10373768"/>
              <a:gd name="connsiteY5" fmla="*/ 364075 h 418315"/>
              <a:gd name="connsiteX6" fmla="*/ 9586041 w 10373768"/>
              <a:gd name="connsiteY6" fmla="*/ 340534 h 418315"/>
              <a:gd name="connsiteX7" fmla="*/ 9609373 w 10373768"/>
              <a:gd name="connsiteY7" fmla="*/ 316993 h 418315"/>
              <a:gd name="connsiteX8" fmla="*/ 9598014 w 10373768"/>
              <a:gd name="connsiteY8" fmla="*/ 418315 h 418315"/>
              <a:gd name="connsiteX9" fmla="*/ 9669650 w 10373768"/>
              <a:gd name="connsiteY9" fmla="*/ 279245 h 418315"/>
              <a:gd name="connsiteX10" fmla="*/ 9683261 w 10373768"/>
              <a:gd name="connsiteY10" fmla="*/ 292085 h 418315"/>
              <a:gd name="connsiteX11" fmla="*/ 9669650 w 10373768"/>
              <a:gd name="connsiteY11" fmla="*/ 304925 h 418315"/>
              <a:gd name="connsiteX12" fmla="*/ 9656038 w 10373768"/>
              <a:gd name="connsiteY12" fmla="*/ 292085 h 418315"/>
              <a:gd name="connsiteX13" fmla="*/ 9669650 w 10373768"/>
              <a:gd name="connsiteY13" fmla="*/ 279245 h 418315"/>
              <a:gd name="connsiteX14" fmla="*/ 9609373 w 10373768"/>
              <a:gd name="connsiteY14" fmla="*/ 222621 h 418315"/>
              <a:gd name="connsiteX15" fmla="*/ 9632706 w 10373768"/>
              <a:gd name="connsiteY15" fmla="*/ 246163 h 418315"/>
              <a:gd name="connsiteX16" fmla="*/ 9609373 w 10373768"/>
              <a:gd name="connsiteY16" fmla="*/ 269703 h 418315"/>
              <a:gd name="connsiteX17" fmla="*/ 9586041 w 10373768"/>
              <a:gd name="connsiteY17" fmla="*/ 246163 h 418315"/>
              <a:gd name="connsiteX18" fmla="*/ 9609373 w 10373768"/>
              <a:gd name="connsiteY18" fmla="*/ 222621 h 418315"/>
              <a:gd name="connsiteX19" fmla="*/ 0 w 10373768"/>
              <a:gd name="connsiteY19" fmla="*/ 79176 h 418315"/>
              <a:gd name="connsiteX20" fmla="*/ 739665 w 10373768"/>
              <a:gd name="connsiteY20" fmla="*/ 79176 h 418315"/>
              <a:gd name="connsiteX21" fmla="*/ 9785339 w 10373768"/>
              <a:gd name="connsiteY21" fmla="*/ 82351 h 418315"/>
              <a:gd name="connsiteX22" fmla="*/ 9540864 w 10373768"/>
              <a:gd name="connsiteY22" fmla="*/ 135171 h 418315"/>
              <a:gd name="connsiteX23" fmla="*/ 9522411 w 10373768"/>
              <a:gd name="connsiteY23" fmla="*/ 153835 h 418315"/>
              <a:gd name="connsiteX24" fmla="*/ 9540864 w 10373768"/>
              <a:gd name="connsiteY24" fmla="*/ 177166 h 418315"/>
              <a:gd name="connsiteX25" fmla="*/ 9568541 w 10373768"/>
              <a:gd name="connsiteY25" fmla="*/ 200496 h 418315"/>
              <a:gd name="connsiteX26" fmla="*/ 9545478 w 10373768"/>
              <a:gd name="connsiteY26" fmla="*/ 228493 h 418315"/>
              <a:gd name="connsiteX27" fmla="*/ 9540864 w 10373768"/>
              <a:gd name="connsiteY27" fmla="*/ 228493 h 418315"/>
              <a:gd name="connsiteX28" fmla="*/ 9522411 w 10373768"/>
              <a:gd name="connsiteY28" fmla="*/ 247158 h 418315"/>
              <a:gd name="connsiteX29" fmla="*/ 9540864 w 10373768"/>
              <a:gd name="connsiteY29" fmla="*/ 270489 h 418315"/>
              <a:gd name="connsiteX30" fmla="*/ 9568541 w 10373768"/>
              <a:gd name="connsiteY30" fmla="*/ 293820 h 418315"/>
              <a:gd name="connsiteX31" fmla="*/ 9540864 w 10373768"/>
              <a:gd name="connsiteY31" fmla="*/ 321817 h 418315"/>
              <a:gd name="connsiteX32" fmla="*/ 9522411 w 10373768"/>
              <a:gd name="connsiteY32" fmla="*/ 345147 h 418315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40864 w 9785339"/>
              <a:gd name="connsiteY22" fmla="*/ 55995 h 339139"/>
              <a:gd name="connsiteX23" fmla="*/ 9522411 w 9785339"/>
              <a:gd name="connsiteY23" fmla="*/ 74659 h 339139"/>
              <a:gd name="connsiteX24" fmla="*/ 9540864 w 9785339"/>
              <a:gd name="connsiteY24" fmla="*/ 97990 h 339139"/>
              <a:gd name="connsiteX25" fmla="*/ 9568541 w 9785339"/>
              <a:gd name="connsiteY25" fmla="*/ 121320 h 339139"/>
              <a:gd name="connsiteX26" fmla="*/ 9545478 w 9785339"/>
              <a:gd name="connsiteY26" fmla="*/ 149317 h 339139"/>
              <a:gd name="connsiteX27" fmla="*/ 9540864 w 9785339"/>
              <a:gd name="connsiteY27" fmla="*/ 149317 h 339139"/>
              <a:gd name="connsiteX28" fmla="*/ 9522411 w 9785339"/>
              <a:gd name="connsiteY28" fmla="*/ 167982 h 339139"/>
              <a:gd name="connsiteX29" fmla="*/ 9540864 w 9785339"/>
              <a:gd name="connsiteY29" fmla="*/ 191313 h 339139"/>
              <a:gd name="connsiteX30" fmla="*/ 9568541 w 9785339"/>
              <a:gd name="connsiteY30" fmla="*/ 214644 h 339139"/>
              <a:gd name="connsiteX31" fmla="*/ 9540864 w 9785339"/>
              <a:gd name="connsiteY31" fmla="*/ 242641 h 339139"/>
              <a:gd name="connsiteX32" fmla="*/ 9522411 w 9785339"/>
              <a:gd name="connsiteY32" fmla="*/ 265971 h 339139"/>
              <a:gd name="connsiteX0" fmla="*/ 9598014 w 10504275"/>
              <a:gd name="connsiteY0" fmla="*/ 339139 h 339139"/>
              <a:gd name="connsiteX1" fmla="*/ 845227 w 10504275"/>
              <a:gd name="connsiteY1" fmla="*/ 335964 h 339139"/>
              <a:gd name="connsiteX2" fmla="*/ 0 w 10504275"/>
              <a:gd name="connsiteY2" fmla="*/ 335964 h 339139"/>
              <a:gd name="connsiteX3" fmla="*/ 0 w 10504275"/>
              <a:gd name="connsiteY3" fmla="*/ 0 h 339139"/>
              <a:gd name="connsiteX4" fmla="*/ 9632706 w 10504275"/>
              <a:gd name="connsiteY4" fmla="*/ 261358 h 339139"/>
              <a:gd name="connsiteX5" fmla="*/ 9609373 w 10504275"/>
              <a:gd name="connsiteY5" fmla="*/ 284899 h 339139"/>
              <a:gd name="connsiteX6" fmla="*/ 9586041 w 10504275"/>
              <a:gd name="connsiteY6" fmla="*/ 261358 h 339139"/>
              <a:gd name="connsiteX7" fmla="*/ 9609373 w 10504275"/>
              <a:gd name="connsiteY7" fmla="*/ 237817 h 339139"/>
              <a:gd name="connsiteX8" fmla="*/ 9598014 w 10504275"/>
              <a:gd name="connsiteY8" fmla="*/ 339139 h 339139"/>
              <a:gd name="connsiteX9" fmla="*/ 9669650 w 10504275"/>
              <a:gd name="connsiteY9" fmla="*/ 200069 h 339139"/>
              <a:gd name="connsiteX10" fmla="*/ 9683261 w 10504275"/>
              <a:gd name="connsiteY10" fmla="*/ 212909 h 339139"/>
              <a:gd name="connsiteX11" fmla="*/ 9669650 w 10504275"/>
              <a:gd name="connsiteY11" fmla="*/ 225749 h 339139"/>
              <a:gd name="connsiteX12" fmla="*/ 9656038 w 10504275"/>
              <a:gd name="connsiteY12" fmla="*/ 212909 h 339139"/>
              <a:gd name="connsiteX13" fmla="*/ 9669650 w 10504275"/>
              <a:gd name="connsiteY13" fmla="*/ 200069 h 339139"/>
              <a:gd name="connsiteX14" fmla="*/ 9609373 w 10504275"/>
              <a:gd name="connsiteY14" fmla="*/ 143445 h 339139"/>
              <a:gd name="connsiteX15" fmla="*/ 9632706 w 10504275"/>
              <a:gd name="connsiteY15" fmla="*/ 166987 h 339139"/>
              <a:gd name="connsiteX16" fmla="*/ 9609373 w 10504275"/>
              <a:gd name="connsiteY16" fmla="*/ 190527 h 339139"/>
              <a:gd name="connsiteX17" fmla="*/ 9586041 w 10504275"/>
              <a:gd name="connsiteY17" fmla="*/ 166987 h 339139"/>
              <a:gd name="connsiteX18" fmla="*/ 9609373 w 10504275"/>
              <a:gd name="connsiteY18" fmla="*/ 143445 h 339139"/>
              <a:gd name="connsiteX19" fmla="*/ 0 w 10504275"/>
              <a:gd name="connsiteY19" fmla="*/ 0 h 339139"/>
              <a:gd name="connsiteX20" fmla="*/ 739665 w 10504275"/>
              <a:gd name="connsiteY20" fmla="*/ 0 h 339139"/>
              <a:gd name="connsiteX21" fmla="*/ 9785339 w 10504275"/>
              <a:gd name="connsiteY21" fmla="*/ 3175 h 339139"/>
              <a:gd name="connsiteX22" fmla="*/ 9896464 w 10504275"/>
              <a:gd name="connsiteY22" fmla="*/ 294120 h 339139"/>
              <a:gd name="connsiteX23" fmla="*/ 9522411 w 10504275"/>
              <a:gd name="connsiteY23" fmla="*/ 74659 h 339139"/>
              <a:gd name="connsiteX24" fmla="*/ 9540864 w 10504275"/>
              <a:gd name="connsiteY24" fmla="*/ 97990 h 339139"/>
              <a:gd name="connsiteX25" fmla="*/ 9568541 w 10504275"/>
              <a:gd name="connsiteY25" fmla="*/ 121320 h 339139"/>
              <a:gd name="connsiteX26" fmla="*/ 9545478 w 10504275"/>
              <a:gd name="connsiteY26" fmla="*/ 149317 h 339139"/>
              <a:gd name="connsiteX27" fmla="*/ 9540864 w 10504275"/>
              <a:gd name="connsiteY27" fmla="*/ 149317 h 339139"/>
              <a:gd name="connsiteX28" fmla="*/ 9522411 w 10504275"/>
              <a:gd name="connsiteY28" fmla="*/ 167982 h 339139"/>
              <a:gd name="connsiteX29" fmla="*/ 9540864 w 10504275"/>
              <a:gd name="connsiteY29" fmla="*/ 191313 h 339139"/>
              <a:gd name="connsiteX30" fmla="*/ 9568541 w 10504275"/>
              <a:gd name="connsiteY30" fmla="*/ 214644 h 339139"/>
              <a:gd name="connsiteX31" fmla="*/ 9540864 w 10504275"/>
              <a:gd name="connsiteY31" fmla="*/ 242641 h 339139"/>
              <a:gd name="connsiteX32" fmla="*/ 9522411 w 10504275"/>
              <a:gd name="connsiteY32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32" fmla="*/ 9598014 w 10381792"/>
              <a:gd name="connsiteY32" fmla="*/ 339139 h 339139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22411 w 9785339"/>
              <a:gd name="connsiteY22" fmla="*/ 74659 h 339139"/>
              <a:gd name="connsiteX23" fmla="*/ 9540864 w 9785339"/>
              <a:gd name="connsiteY23" fmla="*/ 97990 h 339139"/>
              <a:gd name="connsiteX24" fmla="*/ 9568541 w 9785339"/>
              <a:gd name="connsiteY24" fmla="*/ 121320 h 339139"/>
              <a:gd name="connsiteX25" fmla="*/ 9545478 w 9785339"/>
              <a:gd name="connsiteY25" fmla="*/ 149317 h 339139"/>
              <a:gd name="connsiteX26" fmla="*/ 9540864 w 9785339"/>
              <a:gd name="connsiteY26" fmla="*/ 149317 h 339139"/>
              <a:gd name="connsiteX27" fmla="*/ 9522411 w 9785339"/>
              <a:gd name="connsiteY27" fmla="*/ 167982 h 339139"/>
              <a:gd name="connsiteX28" fmla="*/ 9540864 w 9785339"/>
              <a:gd name="connsiteY28" fmla="*/ 191313 h 339139"/>
              <a:gd name="connsiteX29" fmla="*/ 9568541 w 9785339"/>
              <a:gd name="connsiteY29" fmla="*/ 214644 h 339139"/>
              <a:gd name="connsiteX30" fmla="*/ 9540864 w 9785339"/>
              <a:gd name="connsiteY30" fmla="*/ 242641 h 339139"/>
              <a:gd name="connsiteX31" fmla="*/ 9522411 w 9785339"/>
              <a:gd name="connsiteY31" fmla="*/ 265971 h 339139"/>
              <a:gd name="connsiteX32" fmla="*/ 9598014 w 9785339"/>
              <a:gd name="connsiteY32" fmla="*/ 339139 h 339139"/>
              <a:gd name="connsiteX33" fmla="*/ 0 w 9785339"/>
              <a:gd name="connsiteY33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609373 w 10386312"/>
              <a:gd name="connsiteY14" fmla="*/ 143445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9609373 w 10386312"/>
              <a:gd name="connsiteY18" fmla="*/ 143445 h 339139"/>
              <a:gd name="connsiteX19" fmla="*/ 0 w 10386312"/>
              <a:gd name="connsiteY19" fmla="*/ 0 h 339139"/>
              <a:gd name="connsiteX20" fmla="*/ 739665 w 10386312"/>
              <a:gd name="connsiteY20" fmla="*/ 0 h 339139"/>
              <a:gd name="connsiteX21" fmla="*/ 9785339 w 10386312"/>
              <a:gd name="connsiteY21" fmla="*/ 3175 h 339139"/>
              <a:gd name="connsiteX22" fmla="*/ 9540864 w 10386312"/>
              <a:gd name="connsiteY22" fmla="*/ 97990 h 339139"/>
              <a:gd name="connsiteX23" fmla="*/ 9568541 w 10386312"/>
              <a:gd name="connsiteY23" fmla="*/ 121320 h 339139"/>
              <a:gd name="connsiteX24" fmla="*/ 9545478 w 10386312"/>
              <a:gd name="connsiteY24" fmla="*/ 149317 h 339139"/>
              <a:gd name="connsiteX25" fmla="*/ 9540864 w 10386312"/>
              <a:gd name="connsiteY25" fmla="*/ 149317 h 339139"/>
              <a:gd name="connsiteX26" fmla="*/ 9522411 w 10386312"/>
              <a:gd name="connsiteY26" fmla="*/ 167982 h 339139"/>
              <a:gd name="connsiteX27" fmla="*/ 9540864 w 10386312"/>
              <a:gd name="connsiteY27" fmla="*/ 191313 h 339139"/>
              <a:gd name="connsiteX28" fmla="*/ 9568541 w 10386312"/>
              <a:gd name="connsiteY28" fmla="*/ 214644 h 339139"/>
              <a:gd name="connsiteX29" fmla="*/ 9540864 w 10386312"/>
              <a:gd name="connsiteY29" fmla="*/ 242641 h 339139"/>
              <a:gd name="connsiteX30" fmla="*/ 9522411 w 10386312"/>
              <a:gd name="connsiteY30" fmla="*/ 265971 h 339139"/>
              <a:gd name="connsiteX31" fmla="*/ 9598014 w 10386312"/>
              <a:gd name="connsiteY31" fmla="*/ 339139 h 339139"/>
              <a:gd name="connsiteX32" fmla="*/ 0 w 10386312"/>
              <a:gd name="connsiteY32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586041 w 10386312"/>
              <a:gd name="connsiteY14" fmla="*/ 166987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0 w 10386312"/>
              <a:gd name="connsiteY18" fmla="*/ 0 h 339139"/>
              <a:gd name="connsiteX19" fmla="*/ 739665 w 10386312"/>
              <a:gd name="connsiteY19" fmla="*/ 0 h 339139"/>
              <a:gd name="connsiteX20" fmla="*/ 9785339 w 10386312"/>
              <a:gd name="connsiteY20" fmla="*/ 3175 h 339139"/>
              <a:gd name="connsiteX21" fmla="*/ 9540864 w 10386312"/>
              <a:gd name="connsiteY21" fmla="*/ 97990 h 339139"/>
              <a:gd name="connsiteX22" fmla="*/ 9568541 w 10386312"/>
              <a:gd name="connsiteY22" fmla="*/ 121320 h 339139"/>
              <a:gd name="connsiteX23" fmla="*/ 9545478 w 10386312"/>
              <a:gd name="connsiteY23" fmla="*/ 149317 h 339139"/>
              <a:gd name="connsiteX24" fmla="*/ 9540864 w 10386312"/>
              <a:gd name="connsiteY24" fmla="*/ 149317 h 339139"/>
              <a:gd name="connsiteX25" fmla="*/ 9522411 w 10386312"/>
              <a:gd name="connsiteY25" fmla="*/ 167982 h 339139"/>
              <a:gd name="connsiteX26" fmla="*/ 9540864 w 10386312"/>
              <a:gd name="connsiteY26" fmla="*/ 191313 h 339139"/>
              <a:gd name="connsiteX27" fmla="*/ 9568541 w 10386312"/>
              <a:gd name="connsiteY27" fmla="*/ 214644 h 339139"/>
              <a:gd name="connsiteX28" fmla="*/ 9540864 w 10386312"/>
              <a:gd name="connsiteY28" fmla="*/ 242641 h 339139"/>
              <a:gd name="connsiteX29" fmla="*/ 9522411 w 10386312"/>
              <a:gd name="connsiteY29" fmla="*/ 265971 h 339139"/>
              <a:gd name="connsiteX30" fmla="*/ 9598014 w 10386312"/>
              <a:gd name="connsiteY30" fmla="*/ 339139 h 339139"/>
              <a:gd name="connsiteX31" fmla="*/ 0 w 10386312"/>
              <a:gd name="connsiteY31" fmla="*/ 0 h 339139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609373 w 10386312"/>
              <a:gd name="connsiteY5" fmla="*/ 284899 h 347620"/>
              <a:gd name="connsiteX6" fmla="*/ 9586041 w 10386312"/>
              <a:gd name="connsiteY6" fmla="*/ 261358 h 347620"/>
              <a:gd name="connsiteX7" fmla="*/ 9609373 w 10386312"/>
              <a:gd name="connsiteY7" fmla="*/ 237817 h 347620"/>
              <a:gd name="connsiteX8" fmla="*/ 9598014 w 10386312"/>
              <a:gd name="connsiteY8" fmla="*/ 339139 h 347620"/>
              <a:gd name="connsiteX9" fmla="*/ 9669650 w 10386312"/>
              <a:gd name="connsiteY9" fmla="*/ 200069 h 347620"/>
              <a:gd name="connsiteX10" fmla="*/ 9683261 w 10386312"/>
              <a:gd name="connsiteY10" fmla="*/ 212909 h 347620"/>
              <a:gd name="connsiteX11" fmla="*/ 9669650 w 10386312"/>
              <a:gd name="connsiteY11" fmla="*/ 225749 h 347620"/>
              <a:gd name="connsiteX12" fmla="*/ 9656038 w 10386312"/>
              <a:gd name="connsiteY12" fmla="*/ 212909 h 347620"/>
              <a:gd name="connsiteX13" fmla="*/ 9669650 w 10386312"/>
              <a:gd name="connsiteY13" fmla="*/ 200069 h 347620"/>
              <a:gd name="connsiteX14" fmla="*/ 9586041 w 10386312"/>
              <a:gd name="connsiteY14" fmla="*/ 166987 h 347620"/>
              <a:gd name="connsiteX15" fmla="*/ 9632706 w 10386312"/>
              <a:gd name="connsiteY15" fmla="*/ 166987 h 347620"/>
              <a:gd name="connsiteX16" fmla="*/ 9609373 w 10386312"/>
              <a:gd name="connsiteY16" fmla="*/ 190527 h 347620"/>
              <a:gd name="connsiteX17" fmla="*/ 9586041 w 10386312"/>
              <a:gd name="connsiteY17" fmla="*/ 166987 h 347620"/>
              <a:gd name="connsiteX18" fmla="*/ 0 w 10386312"/>
              <a:gd name="connsiteY18" fmla="*/ 0 h 347620"/>
              <a:gd name="connsiteX19" fmla="*/ 739665 w 10386312"/>
              <a:gd name="connsiteY19" fmla="*/ 0 h 347620"/>
              <a:gd name="connsiteX20" fmla="*/ 9785339 w 10386312"/>
              <a:gd name="connsiteY20" fmla="*/ 3175 h 347620"/>
              <a:gd name="connsiteX21" fmla="*/ 9540864 w 10386312"/>
              <a:gd name="connsiteY21" fmla="*/ 97990 h 347620"/>
              <a:gd name="connsiteX22" fmla="*/ 9568541 w 10386312"/>
              <a:gd name="connsiteY22" fmla="*/ 121320 h 347620"/>
              <a:gd name="connsiteX23" fmla="*/ 9545478 w 10386312"/>
              <a:gd name="connsiteY23" fmla="*/ 149317 h 347620"/>
              <a:gd name="connsiteX24" fmla="*/ 9540864 w 10386312"/>
              <a:gd name="connsiteY24" fmla="*/ 149317 h 347620"/>
              <a:gd name="connsiteX25" fmla="*/ 9522411 w 10386312"/>
              <a:gd name="connsiteY25" fmla="*/ 167982 h 347620"/>
              <a:gd name="connsiteX26" fmla="*/ 9540864 w 10386312"/>
              <a:gd name="connsiteY26" fmla="*/ 191313 h 347620"/>
              <a:gd name="connsiteX27" fmla="*/ 9568541 w 10386312"/>
              <a:gd name="connsiteY27" fmla="*/ 214644 h 347620"/>
              <a:gd name="connsiteX28" fmla="*/ 9540864 w 10386312"/>
              <a:gd name="connsiteY28" fmla="*/ 242641 h 347620"/>
              <a:gd name="connsiteX29" fmla="*/ 9598014 w 10386312"/>
              <a:gd name="connsiteY29" fmla="*/ 339139 h 347620"/>
              <a:gd name="connsiteX30" fmla="*/ 0 w 10386312"/>
              <a:gd name="connsiteY3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609373 w 10386312"/>
              <a:gd name="connsiteY6" fmla="*/ 237817 h 347620"/>
              <a:gd name="connsiteX7" fmla="*/ 9598014 w 10386312"/>
              <a:gd name="connsiteY7" fmla="*/ 339139 h 347620"/>
              <a:gd name="connsiteX8" fmla="*/ 9669650 w 10386312"/>
              <a:gd name="connsiteY8" fmla="*/ 200069 h 347620"/>
              <a:gd name="connsiteX9" fmla="*/ 9683261 w 10386312"/>
              <a:gd name="connsiteY9" fmla="*/ 212909 h 347620"/>
              <a:gd name="connsiteX10" fmla="*/ 9669650 w 10386312"/>
              <a:gd name="connsiteY10" fmla="*/ 225749 h 347620"/>
              <a:gd name="connsiteX11" fmla="*/ 9656038 w 10386312"/>
              <a:gd name="connsiteY11" fmla="*/ 212909 h 347620"/>
              <a:gd name="connsiteX12" fmla="*/ 9669650 w 10386312"/>
              <a:gd name="connsiteY12" fmla="*/ 200069 h 347620"/>
              <a:gd name="connsiteX13" fmla="*/ 9586041 w 10386312"/>
              <a:gd name="connsiteY13" fmla="*/ 166987 h 347620"/>
              <a:gd name="connsiteX14" fmla="*/ 9632706 w 10386312"/>
              <a:gd name="connsiteY14" fmla="*/ 166987 h 347620"/>
              <a:gd name="connsiteX15" fmla="*/ 9609373 w 10386312"/>
              <a:gd name="connsiteY15" fmla="*/ 190527 h 347620"/>
              <a:gd name="connsiteX16" fmla="*/ 9586041 w 10386312"/>
              <a:gd name="connsiteY16" fmla="*/ 166987 h 347620"/>
              <a:gd name="connsiteX17" fmla="*/ 0 w 10386312"/>
              <a:gd name="connsiteY17" fmla="*/ 0 h 347620"/>
              <a:gd name="connsiteX18" fmla="*/ 739665 w 10386312"/>
              <a:gd name="connsiteY18" fmla="*/ 0 h 347620"/>
              <a:gd name="connsiteX19" fmla="*/ 9785339 w 10386312"/>
              <a:gd name="connsiteY19" fmla="*/ 3175 h 347620"/>
              <a:gd name="connsiteX20" fmla="*/ 9540864 w 10386312"/>
              <a:gd name="connsiteY20" fmla="*/ 97990 h 347620"/>
              <a:gd name="connsiteX21" fmla="*/ 9568541 w 10386312"/>
              <a:gd name="connsiteY21" fmla="*/ 121320 h 347620"/>
              <a:gd name="connsiteX22" fmla="*/ 9545478 w 10386312"/>
              <a:gd name="connsiteY22" fmla="*/ 149317 h 347620"/>
              <a:gd name="connsiteX23" fmla="*/ 9540864 w 10386312"/>
              <a:gd name="connsiteY23" fmla="*/ 149317 h 347620"/>
              <a:gd name="connsiteX24" fmla="*/ 9522411 w 10386312"/>
              <a:gd name="connsiteY24" fmla="*/ 167982 h 347620"/>
              <a:gd name="connsiteX25" fmla="*/ 9540864 w 10386312"/>
              <a:gd name="connsiteY25" fmla="*/ 191313 h 347620"/>
              <a:gd name="connsiteX26" fmla="*/ 9568541 w 10386312"/>
              <a:gd name="connsiteY26" fmla="*/ 214644 h 347620"/>
              <a:gd name="connsiteX27" fmla="*/ 9540864 w 10386312"/>
              <a:gd name="connsiteY27" fmla="*/ 242641 h 347620"/>
              <a:gd name="connsiteX28" fmla="*/ 9598014 w 10386312"/>
              <a:gd name="connsiteY28" fmla="*/ 339139 h 347620"/>
              <a:gd name="connsiteX29" fmla="*/ 0 w 10386312"/>
              <a:gd name="connsiteY29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598014 w 10386312"/>
              <a:gd name="connsiteY6" fmla="*/ 339139 h 347620"/>
              <a:gd name="connsiteX7" fmla="*/ 9669650 w 10386312"/>
              <a:gd name="connsiteY7" fmla="*/ 200069 h 347620"/>
              <a:gd name="connsiteX8" fmla="*/ 9683261 w 10386312"/>
              <a:gd name="connsiteY8" fmla="*/ 212909 h 347620"/>
              <a:gd name="connsiteX9" fmla="*/ 9669650 w 10386312"/>
              <a:gd name="connsiteY9" fmla="*/ 225749 h 347620"/>
              <a:gd name="connsiteX10" fmla="*/ 9656038 w 10386312"/>
              <a:gd name="connsiteY10" fmla="*/ 212909 h 347620"/>
              <a:gd name="connsiteX11" fmla="*/ 9669650 w 10386312"/>
              <a:gd name="connsiteY11" fmla="*/ 200069 h 347620"/>
              <a:gd name="connsiteX12" fmla="*/ 9586041 w 10386312"/>
              <a:gd name="connsiteY12" fmla="*/ 166987 h 347620"/>
              <a:gd name="connsiteX13" fmla="*/ 9632706 w 10386312"/>
              <a:gd name="connsiteY13" fmla="*/ 166987 h 347620"/>
              <a:gd name="connsiteX14" fmla="*/ 9609373 w 10386312"/>
              <a:gd name="connsiteY14" fmla="*/ 190527 h 347620"/>
              <a:gd name="connsiteX15" fmla="*/ 9586041 w 10386312"/>
              <a:gd name="connsiteY15" fmla="*/ 166987 h 347620"/>
              <a:gd name="connsiteX16" fmla="*/ 0 w 10386312"/>
              <a:gd name="connsiteY16" fmla="*/ 0 h 347620"/>
              <a:gd name="connsiteX17" fmla="*/ 739665 w 10386312"/>
              <a:gd name="connsiteY17" fmla="*/ 0 h 347620"/>
              <a:gd name="connsiteX18" fmla="*/ 9785339 w 10386312"/>
              <a:gd name="connsiteY18" fmla="*/ 3175 h 347620"/>
              <a:gd name="connsiteX19" fmla="*/ 9540864 w 10386312"/>
              <a:gd name="connsiteY19" fmla="*/ 97990 h 347620"/>
              <a:gd name="connsiteX20" fmla="*/ 9568541 w 10386312"/>
              <a:gd name="connsiteY20" fmla="*/ 121320 h 347620"/>
              <a:gd name="connsiteX21" fmla="*/ 9545478 w 10386312"/>
              <a:gd name="connsiteY21" fmla="*/ 149317 h 347620"/>
              <a:gd name="connsiteX22" fmla="*/ 9540864 w 10386312"/>
              <a:gd name="connsiteY22" fmla="*/ 149317 h 347620"/>
              <a:gd name="connsiteX23" fmla="*/ 9522411 w 10386312"/>
              <a:gd name="connsiteY23" fmla="*/ 167982 h 347620"/>
              <a:gd name="connsiteX24" fmla="*/ 9540864 w 10386312"/>
              <a:gd name="connsiteY24" fmla="*/ 191313 h 347620"/>
              <a:gd name="connsiteX25" fmla="*/ 9568541 w 10386312"/>
              <a:gd name="connsiteY25" fmla="*/ 214644 h 347620"/>
              <a:gd name="connsiteX26" fmla="*/ 9540864 w 10386312"/>
              <a:gd name="connsiteY26" fmla="*/ 242641 h 347620"/>
              <a:gd name="connsiteX27" fmla="*/ 9598014 w 10386312"/>
              <a:gd name="connsiteY27" fmla="*/ 339139 h 347620"/>
              <a:gd name="connsiteX28" fmla="*/ 0 w 10386312"/>
              <a:gd name="connsiteY28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86041 w 10386312"/>
              <a:gd name="connsiteY4" fmla="*/ 261358 h 347620"/>
              <a:gd name="connsiteX5" fmla="*/ 9598014 w 10386312"/>
              <a:gd name="connsiteY5" fmla="*/ 339139 h 347620"/>
              <a:gd name="connsiteX6" fmla="*/ 9669650 w 10386312"/>
              <a:gd name="connsiteY6" fmla="*/ 200069 h 347620"/>
              <a:gd name="connsiteX7" fmla="*/ 9683261 w 10386312"/>
              <a:gd name="connsiteY7" fmla="*/ 212909 h 347620"/>
              <a:gd name="connsiteX8" fmla="*/ 9669650 w 10386312"/>
              <a:gd name="connsiteY8" fmla="*/ 225749 h 347620"/>
              <a:gd name="connsiteX9" fmla="*/ 9656038 w 10386312"/>
              <a:gd name="connsiteY9" fmla="*/ 212909 h 347620"/>
              <a:gd name="connsiteX10" fmla="*/ 9669650 w 10386312"/>
              <a:gd name="connsiteY10" fmla="*/ 200069 h 347620"/>
              <a:gd name="connsiteX11" fmla="*/ 9586041 w 10386312"/>
              <a:gd name="connsiteY11" fmla="*/ 166987 h 347620"/>
              <a:gd name="connsiteX12" fmla="*/ 9632706 w 10386312"/>
              <a:gd name="connsiteY12" fmla="*/ 166987 h 347620"/>
              <a:gd name="connsiteX13" fmla="*/ 9609373 w 10386312"/>
              <a:gd name="connsiteY13" fmla="*/ 190527 h 347620"/>
              <a:gd name="connsiteX14" fmla="*/ 9586041 w 10386312"/>
              <a:gd name="connsiteY14" fmla="*/ 166987 h 347620"/>
              <a:gd name="connsiteX15" fmla="*/ 0 w 10386312"/>
              <a:gd name="connsiteY15" fmla="*/ 0 h 347620"/>
              <a:gd name="connsiteX16" fmla="*/ 739665 w 10386312"/>
              <a:gd name="connsiteY16" fmla="*/ 0 h 347620"/>
              <a:gd name="connsiteX17" fmla="*/ 9785339 w 10386312"/>
              <a:gd name="connsiteY17" fmla="*/ 3175 h 347620"/>
              <a:gd name="connsiteX18" fmla="*/ 9540864 w 10386312"/>
              <a:gd name="connsiteY18" fmla="*/ 97990 h 347620"/>
              <a:gd name="connsiteX19" fmla="*/ 9568541 w 10386312"/>
              <a:gd name="connsiteY19" fmla="*/ 121320 h 347620"/>
              <a:gd name="connsiteX20" fmla="*/ 9545478 w 10386312"/>
              <a:gd name="connsiteY20" fmla="*/ 149317 h 347620"/>
              <a:gd name="connsiteX21" fmla="*/ 9540864 w 10386312"/>
              <a:gd name="connsiteY21" fmla="*/ 149317 h 347620"/>
              <a:gd name="connsiteX22" fmla="*/ 9522411 w 10386312"/>
              <a:gd name="connsiteY22" fmla="*/ 167982 h 347620"/>
              <a:gd name="connsiteX23" fmla="*/ 9540864 w 10386312"/>
              <a:gd name="connsiteY23" fmla="*/ 191313 h 347620"/>
              <a:gd name="connsiteX24" fmla="*/ 9568541 w 10386312"/>
              <a:gd name="connsiteY24" fmla="*/ 214644 h 347620"/>
              <a:gd name="connsiteX25" fmla="*/ 9540864 w 10386312"/>
              <a:gd name="connsiteY25" fmla="*/ 242641 h 347620"/>
              <a:gd name="connsiteX26" fmla="*/ 9598014 w 10386312"/>
              <a:gd name="connsiteY26" fmla="*/ 339139 h 347620"/>
              <a:gd name="connsiteX27" fmla="*/ 0 w 10386312"/>
              <a:gd name="connsiteY27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0006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669650 w 10386312"/>
              <a:gd name="connsiteY9" fmla="*/ 200069 h 347620"/>
              <a:gd name="connsiteX10" fmla="*/ 9586041 w 10386312"/>
              <a:gd name="connsiteY10" fmla="*/ 166987 h 347620"/>
              <a:gd name="connsiteX11" fmla="*/ 9632706 w 10386312"/>
              <a:gd name="connsiteY11" fmla="*/ 166987 h 347620"/>
              <a:gd name="connsiteX12" fmla="*/ 9609373 w 10386312"/>
              <a:gd name="connsiteY12" fmla="*/ 190527 h 347620"/>
              <a:gd name="connsiteX13" fmla="*/ 9586041 w 10386312"/>
              <a:gd name="connsiteY13" fmla="*/ 166987 h 347620"/>
              <a:gd name="connsiteX14" fmla="*/ 0 w 10386312"/>
              <a:gd name="connsiteY14" fmla="*/ 0 h 347620"/>
              <a:gd name="connsiteX15" fmla="*/ 739665 w 10386312"/>
              <a:gd name="connsiteY15" fmla="*/ 0 h 347620"/>
              <a:gd name="connsiteX16" fmla="*/ 9785339 w 10386312"/>
              <a:gd name="connsiteY16" fmla="*/ 3175 h 347620"/>
              <a:gd name="connsiteX17" fmla="*/ 9540864 w 10386312"/>
              <a:gd name="connsiteY17" fmla="*/ 97990 h 347620"/>
              <a:gd name="connsiteX18" fmla="*/ 9568541 w 10386312"/>
              <a:gd name="connsiteY18" fmla="*/ 121320 h 347620"/>
              <a:gd name="connsiteX19" fmla="*/ 9545478 w 10386312"/>
              <a:gd name="connsiteY19" fmla="*/ 149317 h 347620"/>
              <a:gd name="connsiteX20" fmla="*/ 9540864 w 10386312"/>
              <a:gd name="connsiteY20" fmla="*/ 149317 h 347620"/>
              <a:gd name="connsiteX21" fmla="*/ 9522411 w 10386312"/>
              <a:gd name="connsiteY21" fmla="*/ 167982 h 347620"/>
              <a:gd name="connsiteX22" fmla="*/ 9540864 w 10386312"/>
              <a:gd name="connsiteY22" fmla="*/ 191313 h 347620"/>
              <a:gd name="connsiteX23" fmla="*/ 9568541 w 10386312"/>
              <a:gd name="connsiteY23" fmla="*/ 214644 h 347620"/>
              <a:gd name="connsiteX24" fmla="*/ 9540864 w 10386312"/>
              <a:gd name="connsiteY24" fmla="*/ 242641 h 347620"/>
              <a:gd name="connsiteX25" fmla="*/ 9598014 w 10386312"/>
              <a:gd name="connsiteY25" fmla="*/ 339139 h 347620"/>
              <a:gd name="connsiteX26" fmla="*/ 0 w 10386312"/>
              <a:gd name="connsiteY26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56038 w 10386312"/>
              <a:gd name="connsiteY5" fmla="*/ 21290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586041 w 10386312"/>
              <a:gd name="connsiteY9" fmla="*/ 166987 h 347620"/>
              <a:gd name="connsiteX10" fmla="*/ 9632706 w 10386312"/>
              <a:gd name="connsiteY10" fmla="*/ 166987 h 347620"/>
              <a:gd name="connsiteX11" fmla="*/ 9609373 w 10386312"/>
              <a:gd name="connsiteY11" fmla="*/ 190527 h 347620"/>
              <a:gd name="connsiteX12" fmla="*/ 9586041 w 10386312"/>
              <a:gd name="connsiteY12" fmla="*/ 166987 h 347620"/>
              <a:gd name="connsiteX13" fmla="*/ 0 w 10386312"/>
              <a:gd name="connsiteY13" fmla="*/ 0 h 347620"/>
              <a:gd name="connsiteX14" fmla="*/ 739665 w 10386312"/>
              <a:gd name="connsiteY14" fmla="*/ 0 h 347620"/>
              <a:gd name="connsiteX15" fmla="*/ 9785339 w 10386312"/>
              <a:gd name="connsiteY15" fmla="*/ 3175 h 347620"/>
              <a:gd name="connsiteX16" fmla="*/ 9540864 w 10386312"/>
              <a:gd name="connsiteY16" fmla="*/ 97990 h 347620"/>
              <a:gd name="connsiteX17" fmla="*/ 9568541 w 10386312"/>
              <a:gd name="connsiteY17" fmla="*/ 121320 h 347620"/>
              <a:gd name="connsiteX18" fmla="*/ 9545478 w 10386312"/>
              <a:gd name="connsiteY18" fmla="*/ 149317 h 347620"/>
              <a:gd name="connsiteX19" fmla="*/ 9540864 w 10386312"/>
              <a:gd name="connsiteY19" fmla="*/ 149317 h 347620"/>
              <a:gd name="connsiteX20" fmla="*/ 9522411 w 10386312"/>
              <a:gd name="connsiteY20" fmla="*/ 167982 h 347620"/>
              <a:gd name="connsiteX21" fmla="*/ 9540864 w 10386312"/>
              <a:gd name="connsiteY21" fmla="*/ 191313 h 347620"/>
              <a:gd name="connsiteX22" fmla="*/ 9568541 w 10386312"/>
              <a:gd name="connsiteY22" fmla="*/ 214644 h 347620"/>
              <a:gd name="connsiteX23" fmla="*/ 9540864 w 10386312"/>
              <a:gd name="connsiteY23" fmla="*/ 242641 h 347620"/>
              <a:gd name="connsiteX24" fmla="*/ 9598014 w 10386312"/>
              <a:gd name="connsiteY24" fmla="*/ 339139 h 347620"/>
              <a:gd name="connsiteX25" fmla="*/ 0 w 10386312"/>
              <a:gd name="connsiteY25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2574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586041 w 10386312"/>
              <a:gd name="connsiteY8" fmla="*/ 166987 h 347620"/>
              <a:gd name="connsiteX9" fmla="*/ 9632706 w 10386312"/>
              <a:gd name="connsiteY9" fmla="*/ 166987 h 347620"/>
              <a:gd name="connsiteX10" fmla="*/ 9609373 w 10386312"/>
              <a:gd name="connsiteY10" fmla="*/ 190527 h 347620"/>
              <a:gd name="connsiteX11" fmla="*/ 9586041 w 10386312"/>
              <a:gd name="connsiteY11" fmla="*/ 166987 h 347620"/>
              <a:gd name="connsiteX12" fmla="*/ 0 w 10386312"/>
              <a:gd name="connsiteY12" fmla="*/ 0 h 347620"/>
              <a:gd name="connsiteX13" fmla="*/ 739665 w 10386312"/>
              <a:gd name="connsiteY13" fmla="*/ 0 h 347620"/>
              <a:gd name="connsiteX14" fmla="*/ 9785339 w 10386312"/>
              <a:gd name="connsiteY14" fmla="*/ 3175 h 347620"/>
              <a:gd name="connsiteX15" fmla="*/ 9540864 w 10386312"/>
              <a:gd name="connsiteY15" fmla="*/ 97990 h 347620"/>
              <a:gd name="connsiteX16" fmla="*/ 9568541 w 10386312"/>
              <a:gd name="connsiteY16" fmla="*/ 121320 h 347620"/>
              <a:gd name="connsiteX17" fmla="*/ 9545478 w 10386312"/>
              <a:gd name="connsiteY17" fmla="*/ 149317 h 347620"/>
              <a:gd name="connsiteX18" fmla="*/ 9540864 w 10386312"/>
              <a:gd name="connsiteY18" fmla="*/ 149317 h 347620"/>
              <a:gd name="connsiteX19" fmla="*/ 9522411 w 10386312"/>
              <a:gd name="connsiteY19" fmla="*/ 167982 h 347620"/>
              <a:gd name="connsiteX20" fmla="*/ 9540864 w 10386312"/>
              <a:gd name="connsiteY20" fmla="*/ 191313 h 347620"/>
              <a:gd name="connsiteX21" fmla="*/ 9568541 w 10386312"/>
              <a:gd name="connsiteY21" fmla="*/ 214644 h 347620"/>
              <a:gd name="connsiteX22" fmla="*/ 9540864 w 10386312"/>
              <a:gd name="connsiteY22" fmla="*/ 242641 h 347620"/>
              <a:gd name="connsiteX23" fmla="*/ 9598014 w 10386312"/>
              <a:gd name="connsiteY23" fmla="*/ 339139 h 347620"/>
              <a:gd name="connsiteX24" fmla="*/ 0 w 10386312"/>
              <a:gd name="connsiteY24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32706 w 10386312"/>
              <a:gd name="connsiteY6" fmla="*/ 166987 h 347620"/>
              <a:gd name="connsiteX7" fmla="*/ 9609373 w 10386312"/>
              <a:gd name="connsiteY7" fmla="*/ 190527 h 347620"/>
              <a:gd name="connsiteX8" fmla="*/ 9586041 w 10386312"/>
              <a:gd name="connsiteY8" fmla="*/ 166987 h 347620"/>
              <a:gd name="connsiteX9" fmla="*/ 0 w 10386312"/>
              <a:gd name="connsiteY9" fmla="*/ 0 h 347620"/>
              <a:gd name="connsiteX10" fmla="*/ 739665 w 10386312"/>
              <a:gd name="connsiteY10" fmla="*/ 0 h 347620"/>
              <a:gd name="connsiteX11" fmla="*/ 9785339 w 10386312"/>
              <a:gd name="connsiteY11" fmla="*/ 3175 h 347620"/>
              <a:gd name="connsiteX12" fmla="*/ 9540864 w 10386312"/>
              <a:gd name="connsiteY12" fmla="*/ 97990 h 347620"/>
              <a:gd name="connsiteX13" fmla="*/ 9568541 w 10386312"/>
              <a:gd name="connsiteY13" fmla="*/ 121320 h 347620"/>
              <a:gd name="connsiteX14" fmla="*/ 9545478 w 10386312"/>
              <a:gd name="connsiteY14" fmla="*/ 149317 h 347620"/>
              <a:gd name="connsiteX15" fmla="*/ 9540864 w 10386312"/>
              <a:gd name="connsiteY15" fmla="*/ 149317 h 347620"/>
              <a:gd name="connsiteX16" fmla="*/ 9522411 w 10386312"/>
              <a:gd name="connsiteY16" fmla="*/ 167982 h 347620"/>
              <a:gd name="connsiteX17" fmla="*/ 9540864 w 10386312"/>
              <a:gd name="connsiteY17" fmla="*/ 191313 h 347620"/>
              <a:gd name="connsiteX18" fmla="*/ 9568541 w 10386312"/>
              <a:gd name="connsiteY18" fmla="*/ 214644 h 347620"/>
              <a:gd name="connsiteX19" fmla="*/ 9540864 w 10386312"/>
              <a:gd name="connsiteY19" fmla="*/ 242641 h 347620"/>
              <a:gd name="connsiteX20" fmla="*/ 9598014 w 10386312"/>
              <a:gd name="connsiteY20" fmla="*/ 339139 h 347620"/>
              <a:gd name="connsiteX21" fmla="*/ 0 w 10386312"/>
              <a:gd name="connsiteY21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09373 w 10386312"/>
              <a:gd name="connsiteY6" fmla="*/ 190527 h 347620"/>
              <a:gd name="connsiteX7" fmla="*/ 9586041 w 10386312"/>
              <a:gd name="connsiteY7" fmla="*/ 166987 h 347620"/>
              <a:gd name="connsiteX8" fmla="*/ 0 w 10386312"/>
              <a:gd name="connsiteY8" fmla="*/ 0 h 347620"/>
              <a:gd name="connsiteX9" fmla="*/ 739665 w 10386312"/>
              <a:gd name="connsiteY9" fmla="*/ 0 h 347620"/>
              <a:gd name="connsiteX10" fmla="*/ 9785339 w 10386312"/>
              <a:gd name="connsiteY10" fmla="*/ 3175 h 347620"/>
              <a:gd name="connsiteX11" fmla="*/ 9540864 w 10386312"/>
              <a:gd name="connsiteY11" fmla="*/ 97990 h 347620"/>
              <a:gd name="connsiteX12" fmla="*/ 9568541 w 10386312"/>
              <a:gd name="connsiteY12" fmla="*/ 121320 h 347620"/>
              <a:gd name="connsiteX13" fmla="*/ 9545478 w 10386312"/>
              <a:gd name="connsiteY13" fmla="*/ 149317 h 347620"/>
              <a:gd name="connsiteX14" fmla="*/ 9540864 w 10386312"/>
              <a:gd name="connsiteY14" fmla="*/ 149317 h 347620"/>
              <a:gd name="connsiteX15" fmla="*/ 9522411 w 10386312"/>
              <a:gd name="connsiteY15" fmla="*/ 167982 h 347620"/>
              <a:gd name="connsiteX16" fmla="*/ 9540864 w 10386312"/>
              <a:gd name="connsiteY16" fmla="*/ 191313 h 347620"/>
              <a:gd name="connsiteX17" fmla="*/ 9568541 w 10386312"/>
              <a:gd name="connsiteY17" fmla="*/ 214644 h 347620"/>
              <a:gd name="connsiteX18" fmla="*/ 9540864 w 10386312"/>
              <a:gd name="connsiteY18" fmla="*/ 242641 h 347620"/>
              <a:gd name="connsiteX19" fmla="*/ 9598014 w 10386312"/>
              <a:gd name="connsiteY19" fmla="*/ 339139 h 347620"/>
              <a:gd name="connsiteX20" fmla="*/ 0 w 10386312"/>
              <a:gd name="connsiteY2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0 w 10386312"/>
              <a:gd name="connsiteY5" fmla="*/ 0 h 347620"/>
              <a:gd name="connsiteX6" fmla="*/ 739665 w 10386312"/>
              <a:gd name="connsiteY6" fmla="*/ 0 h 347620"/>
              <a:gd name="connsiteX7" fmla="*/ 9785339 w 10386312"/>
              <a:gd name="connsiteY7" fmla="*/ 3175 h 347620"/>
              <a:gd name="connsiteX8" fmla="*/ 9540864 w 10386312"/>
              <a:gd name="connsiteY8" fmla="*/ 97990 h 347620"/>
              <a:gd name="connsiteX9" fmla="*/ 9568541 w 10386312"/>
              <a:gd name="connsiteY9" fmla="*/ 121320 h 347620"/>
              <a:gd name="connsiteX10" fmla="*/ 9545478 w 10386312"/>
              <a:gd name="connsiteY10" fmla="*/ 149317 h 347620"/>
              <a:gd name="connsiteX11" fmla="*/ 9540864 w 10386312"/>
              <a:gd name="connsiteY11" fmla="*/ 149317 h 347620"/>
              <a:gd name="connsiteX12" fmla="*/ 9522411 w 10386312"/>
              <a:gd name="connsiteY12" fmla="*/ 167982 h 347620"/>
              <a:gd name="connsiteX13" fmla="*/ 9540864 w 10386312"/>
              <a:gd name="connsiteY13" fmla="*/ 191313 h 347620"/>
              <a:gd name="connsiteX14" fmla="*/ 9568541 w 10386312"/>
              <a:gd name="connsiteY14" fmla="*/ 214644 h 347620"/>
              <a:gd name="connsiteX15" fmla="*/ 9540864 w 10386312"/>
              <a:gd name="connsiteY15" fmla="*/ 242641 h 347620"/>
              <a:gd name="connsiteX16" fmla="*/ 9598014 w 10386312"/>
              <a:gd name="connsiteY16" fmla="*/ 339139 h 347620"/>
              <a:gd name="connsiteX17" fmla="*/ 0 w 10386312"/>
              <a:gd name="connsiteY17" fmla="*/ 0 h 347620"/>
              <a:gd name="connsiteX0" fmla="*/ 9598014 w 10386312"/>
              <a:gd name="connsiteY0" fmla="*/ 339139 h 347838"/>
              <a:gd name="connsiteX1" fmla="*/ 845227 w 10386312"/>
              <a:gd name="connsiteY1" fmla="*/ 335964 h 347838"/>
              <a:gd name="connsiteX2" fmla="*/ 0 w 10386312"/>
              <a:gd name="connsiteY2" fmla="*/ 335964 h 347838"/>
              <a:gd name="connsiteX3" fmla="*/ 0 w 10386312"/>
              <a:gd name="connsiteY3" fmla="*/ 0 h 347838"/>
              <a:gd name="connsiteX4" fmla="*/ 9598014 w 10386312"/>
              <a:gd name="connsiteY4" fmla="*/ 339139 h 347838"/>
              <a:gd name="connsiteX5" fmla="*/ 0 w 10386312"/>
              <a:gd name="connsiteY5" fmla="*/ 0 h 347838"/>
              <a:gd name="connsiteX6" fmla="*/ 739665 w 10386312"/>
              <a:gd name="connsiteY6" fmla="*/ 0 h 347838"/>
              <a:gd name="connsiteX7" fmla="*/ 9785339 w 10386312"/>
              <a:gd name="connsiteY7" fmla="*/ 3175 h 347838"/>
              <a:gd name="connsiteX8" fmla="*/ 9540864 w 10386312"/>
              <a:gd name="connsiteY8" fmla="*/ 97990 h 347838"/>
              <a:gd name="connsiteX9" fmla="*/ 9568541 w 10386312"/>
              <a:gd name="connsiteY9" fmla="*/ 121320 h 347838"/>
              <a:gd name="connsiteX10" fmla="*/ 9545478 w 10386312"/>
              <a:gd name="connsiteY10" fmla="*/ 149317 h 347838"/>
              <a:gd name="connsiteX11" fmla="*/ 9540864 w 10386312"/>
              <a:gd name="connsiteY11" fmla="*/ 149317 h 347838"/>
              <a:gd name="connsiteX12" fmla="*/ 9522411 w 10386312"/>
              <a:gd name="connsiteY12" fmla="*/ 167982 h 347838"/>
              <a:gd name="connsiteX13" fmla="*/ 9540864 w 10386312"/>
              <a:gd name="connsiteY13" fmla="*/ 191313 h 347838"/>
              <a:gd name="connsiteX14" fmla="*/ 9540864 w 10386312"/>
              <a:gd name="connsiteY14" fmla="*/ 242641 h 347838"/>
              <a:gd name="connsiteX15" fmla="*/ 9598014 w 10386312"/>
              <a:gd name="connsiteY15" fmla="*/ 339139 h 347838"/>
              <a:gd name="connsiteX16" fmla="*/ 0 w 10386312"/>
              <a:gd name="connsiteY16" fmla="*/ 0 h 347838"/>
              <a:gd name="connsiteX0" fmla="*/ 9598014 w 10387052"/>
              <a:gd name="connsiteY0" fmla="*/ 339139 h 347838"/>
              <a:gd name="connsiteX1" fmla="*/ 845227 w 10387052"/>
              <a:gd name="connsiteY1" fmla="*/ 335964 h 347838"/>
              <a:gd name="connsiteX2" fmla="*/ 0 w 10387052"/>
              <a:gd name="connsiteY2" fmla="*/ 335964 h 347838"/>
              <a:gd name="connsiteX3" fmla="*/ 0 w 10387052"/>
              <a:gd name="connsiteY3" fmla="*/ 0 h 347838"/>
              <a:gd name="connsiteX4" fmla="*/ 9598014 w 10387052"/>
              <a:gd name="connsiteY4" fmla="*/ 339139 h 347838"/>
              <a:gd name="connsiteX5" fmla="*/ 0 w 10387052"/>
              <a:gd name="connsiteY5" fmla="*/ 0 h 347838"/>
              <a:gd name="connsiteX6" fmla="*/ 739665 w 10387052"/>
              <a:gd name="connsiteY6" fmla="*/ 0 h 347838"/>
              <a:gd name="connsiteX7" fmla="*/ 9785339 w 10387052"/>
              <a:gd name="connsiteY7" fmla="*/ 3175 h 347838"/>
              <a:gd name="connsiteX8" fmla="*/ 9540864 w 10387052"/>
              <a:gd name="connsiteY8" fmla="*/ 97990 h 347838"/>
              <a:gd name="connsiteX9" fmla="*/ 9545478 w 10387052"/>
              <a:gd name="connsiteY9" fmla="*/ 149317 h 347838"/>
              <a:gd name="connsiteX10" fmla="*/ 9540864 w 10387052"/>
              <a:gd name="connsiteY10" fmla="*/ 149317 h 347838"/>
              <a:gd name="connsiteX11" fmla="*/ 9522411 w 10387052"/>
              <a:gd name="connsiteY11" fmla="*/ 167982 h 347838"/>
              <a:gd name="connsiteX12" fmla="*/ 9540864 w 10387052"/>
              <a:gd name="connsiteY12" fmla="*/ 191313 h 347838"/>
              <a:gd name="connsiteX13" fmla="*/ 9540864 w 10387052"/>
              <a:gd name="connsiteY13" fmla="*/ 242641 h 347838"/>
              <a:gd name="connsiteX14" fmla="*/ 9598014 w 10387052"/>
              <a:gd name="connsiteY14" fmla="*/ 339139 h 347838"/>
              <a:gd name="connsiteX15" fmla="*/ 0 w 10387052"/>
              <a:gd name="connsiteY15" fmla="*/ 0 h 347838"/>
              <a:gd name="connsiteX0" fmla="*/ 9598014 w 10388562"/>
              <a:gd name="connsiteY0" fmla="*/ 339139 h 347838"/>
              <a:gd name="connsiteX1" fmla="*/ 845227 w 10388562"/>
              <a:gd name="connsiteY1" fmla="*/ 335964 h 347838"/>
              <a:gd name="connsiteX2" fmla="*/ 0 w 10388562"/>
              <a:gd name="connsiteY2" fmla="*/ 335964 h 347838"/>
              <a:gd name="connsiteX3" fmla="*/ 0 w 10388562"/>
              <a:gd name="connsiteY3" fmla="*/ 0 h 347838"/>
              <a:gd name="connsiteX4" fmla="*/ 9598014 w 10388562"/>
              <a:gd name="connsiteY4" fmla="*/ 339139 h 347838"/>
              <a:gd name="connsiteX5" fmla="*/ 0 w 10388562"/>
              <a:gd name="connsiteY5" fmla="*/ 0 h 347838"/>
              <a:gd name="connsiteX6" fmla="*/ 739665 w 10388562"/>
              <a:gd name="connsiteY6" fmla="*/ 0 h 347838"/>
              <a:gd name="connsiteX7" fmla="*/ 9785339 w 10388562"/>
              <a:gd name="connsiteY7" fmla="*/ 3175 h 347838"/>
              <a:gd name="connsiteX8" fmla="*/ 9545478 w 10388562"/>
              <a:gd name="connsiteY8" fmla="*/ 149317 h 347838"/>
              <a:gd name="connsiteX9" fmla="*/ 9540864 w 10388562"/>
              <a:gd name="connsiteY9" fmla="*/ 149317 h 347838"/>
              <a:gd name="connsiteX10" fmla="*/ 9522411 w 10388562"/>
              <a:gd name="connsiteY10" fmla="*/ 167982 h 347838"/>
              <a:gd name="connsiteX11" fmla="*/ 9540864 w 10388562"/>
              <a:gd name="connsiteY11" fmla="*/ 191313 h 347838"/>
              <a:gd name="connsiteX12" fmla="*/ 9540864 w 10388562"/>
              <a:gd name="connsiteY12" fmla="*/ 242641 h 347838"/>
              <a:gd name="connsiteX13" fmla="*/ 9598014 w 10388562"/>
              <a:gd name="connsiteY13" fmla="*/ 339139 h 347838"/>
              <a:gd name="connsiteX14" fmla="*/ 0 w 10388562"/>
              <a:gd name="connsiteY14" fmla="*/ 0 h 347838"/>
              <a:gd name="connsiteX0" fmla="*/ 9598014 w 10389157"/>
              <a:gd name="connsiteY0" fmla="*/ 339139 h 347838"/>
              <a:gd name="connsiteX1" fmla="*/ 845227 w 10389157"/>
              <a:gd name="connsiteY1" fmla="*/ 335964 h 347838"/>
              <a:gd name="connsiteX2" fmla="*/ 0 w 10389157"/>
              <a:gd name="connsiteY2" fmla="*/ 335964 h 347838"/>
              <a:gd name="connsiteX3" fmla="*/ 0 w 10389157"/>
              <a:gd name="connsiteY3" fmla="*/ 0 h 347838"/>
              <a:gd name="connsiteX4" fmla="*/ 9598014 w 10389157"/>
              <a:gd name="connsiteY4" fmla="*/ 339139 h 347838"/>
              <a:gd name="connsiteX5" fmla="*/ 0 w 10389157"/>
              <a:gd name="connsiteY5" fmla="*/ 0 h 347838"/>
              <a:gd name="connsiteX6" fmla="*/ 739665 w 10389157"/>
              <a:gd name="connsiteY6" fmla="*/ 0 h 347838"/>
              <a:gd name="connsiteX7" fmla="*/ 9785339 w 10389157"/>
              <a:gd name="connsiteY7" fmla="*/ 3175 h 347838"/>
              <a:gd name="connsiteX8" fmla="*/ 9545478 w 10389157"/>
              <a:gd name="connsiteY8" fmla="*/ 149317 h 347838"/>
              <a:gd name="connsiteX9" fmla="*/ 9522411 w 10389157"/>
              <a:gd name="connsiteY9" fmla="*/ 167982 h 347838"/>
              <a:gd name="connsiteX10" fmla="*/ 9540864 w 10389157"/>
              <a:gd name="connsiteY10" fmla="*/ 191313 h 347838"/>
              <a:gd name="connsiteX11" fmla="*/ 9540864 w 10389157"/>
              <a:gd name="connsiteY11" fmla="*/ 242641 h 347838"/>
              <a:gd name="connsiteX12" fmla="*/ 9598014 w 10389157"/>
              <a:gd name="connsiteY12" fmla="*/ 339139 h 347838"/>
              <a:gd name="connsiteX13" fmla="*/ 0 w 10389157"/>
              <a:gd name="connsiteY13" fmla="*/ 0 h 347838"/>
              <a:gd name="connsiteX0" fmla="*/ 9598014 w 10381792"/>
              <a:gd name="connsiteY0" fmla="*/ 339139 h 347838"/>
              <a:gd name="connsiteX1" fmla="*/ 845227 w 10381792"/>
              <a:gd name="connsiteY1" fmla="*/ 335964 h 347838"/>
              <a:gd name="connsiteX2" fmla="*/ 0 w 10381792"/>
              <a:gd name="connsiteY2" fmla="*/ 335964 h 347838"/>
              <a:gd name="connsiteX3" fmla="*/ 0 w 10381792"/>
              <a:gd name="connsiteY3" fmla="*/ 0 h 347838"/>
              <a:gd name="connsiteX4" fmla="*/ 9598014 w 10381792"/>
              <a:gd name="connsiteY4" fmla="*/ 339139 h 347838"/>
              <a:gd name="connsiteX5" fmla="*/ 0 w 10381792"/>
              <a:gd name="connsiteY5" fmla="*/ 0 h 347838"/>
              <a:gd name="connsiteX6" fmla="*/ 739665 w 10381792"/>
              <a:gd name="connsiteY6" fmla="*/ 0 h 347838"/>
              <a:gd name="connsiteX7" fmla="*/ 9785339 w 10381792"/>
              <a:gd name="connsiteY7" fmla="*/ 3175 h 347838"/>
              <a:gd name="connsiteX8" fmla="*/ 9522411 w 10381792"/>
              <a:gd name="connsiteY8" fmla="*/ 167982 h 347838"/>
              <a:gd name="connsiteX9" fmla="*/ 9540864 w 10381792"/>
              <a:gd name="connsiteY9" fmla="*/ 191313 h 347838"/>
              <a:gd name="connsiteX10" fmla="*/ 9540864 w 10381792"/>
              <a:gd name="connsiteY10" fmla="*/ 242641 h 347838"/>
              <a:gd name="connsiteX11" fmla="*/ 9598014 w 10381792"/>
              <a:gd name="connsiteY11" fmla="*/ 339139 h 347838"/>
              <a:gd name="connsiteX12" fmla="*/ 0 w 10381792"/>
              <a:gd name="connsiteY12" fmla="*/ 0 h 347838"/>
              <a:gd name="connsiteX0" fmla="*/ 9598014 w 10387201"/>
              <a:gd name="connsiteY0" fmla="*/ 339139 h 347838"/>
              <a:gd name="connsiteX1" fmla="*/ 845227 w 10387201"/>
              <a:gd name="connsiteY1" fmla="*/ 335964 h 347838"/>
              <a:gd name="connsiteX2" fmla="*/ 0 w 10387201"/>
              <a:gd name="connsiteY2" fmla="*/ 335964 h 347838"/>
              <a:gd name="connsiteX3" fmla="*/ 0 w 10387201"/>
              <a:gd name="connsiteY3" fmla="*/ 0 h 347838"/>
              <a:gd name="connsiteX4" fmla="*/ 9598014 w 10387201"/>
              <a:gd name="connsiteY4" fmla="*/ 339139 h 347838"/>
              <a:gd name="connsiteX5" fmla="*/ 0 w 10387201"/>
              <a:gd name="connsiteY5" fmla="*/ 0 h 347838"/>
              <a:gd name="connsiteX6" fmla="*/ 739665 w 10387201"/>
              <a:gd name="connsiteY6" fmla="*/ 0 h 347838"/>
              <a:gd name="connsiteX7" fmla="*/ 9785339 w 10387201"/>
              <a:gd name="connsiteY7" fmla="*/ 3175 h 347838"/>
              <a:gd name="connsiteX8" fmla="*/ 9540864 w 10387201"/>
              <a:gd name="connsiteY8" fmla="*/ 191313 h 347838"/>
              <a:gd name="connsiteX9" fmla="*/ 9540864 w 10387201"/>
              <a:gd name="connsiteY9" fmla="*/ 242641 h 347838"/>
              <a:gd name="connsiteX10" fmla="*/ 9598014 w 10387201"/>
              <a:gd name="connsiteY10" fmla="*/ 339139 h 347838"/>
              <a:gd name="connsiteX11" fmla="*/ 0 w 10387201"/>
              <a:gd name="connsiteY11" fmla="*/ 0 h 347838"/>
              <a:gd name="connsiteX0" fmla="*/ 9598014 w 10385367"/>
              <a:gd name="connsiteY0" fmla="*/ 339139 h 350048"/>
              <a:gd name="connsiteX1" fmla="*/ 845227 w 10385367"/>
              <a:gd name="connsiteY1" fmla="*/ 335964 h 350048"/>
              <a:gd name="connsiteX2" fmla="*/ 0 w 10385367"/>
              <a:gd name="connsiteY2" fmla="*/ 335964 h 350048"/>
              <a:gd name="connsiteX3" fmla="*/ 0 w 10385367"/>
              <a:gd name="connsiteY3" fmla="*/ 0 h 350048"/>
              <a:gd name="connsiteX4" fmla="*/ 9598014 w 10385367"/>
              <a:gd name="connsiteY4" fmla="*/ 339139 h 350048"/>
              <a:gd name="connsiteX5" fmla="*/ 0 w 10385367"/>
              <a:gd name="connsiteY5" fmla="*/ 0 h 350048"/>
              <a:gd name="connsiteX6" fmla="*/ 739665 w 10385367"/>
              <a:gd name="connsiteY6" fmla="*/ 0 h 350048"/>
              <a:gd name="connsiteX7" fmla="*/ 9785339 w 10385367"/>
              <a:gd name="connsiteY7" fmla="*/ 3175 h 350048"/>
              <a:gd name="connsiteX8" fmla="*/ 9540864 w 10385367"/>
              <a:gd name="connsiteY8" fmla="*/ 242641 h 350048"/>
              <a:gd name="connsiteX9" fmla="*/ 9598014 w 10385367"/>
              <a:gd name="connsiteY9" fmla="*/ 339139 h 350048"/>
              <a:gd name="connsiteX10" fmla="*/ 0 w 10385367"/>
              <a:gd name="connsiteY10" fmla="*/ 0 h 350048"/>
              <a:gd name="connsiteX0" fmla="*/ 9598014 w 10858369"/>
              <a:gd name="connsiteY0" fmla="*/ 339139 h 339139"/>
              <a:gd name="connsiteX1" fmla="*/ 845227 w 10858369"/>
              <a:gd name="connsiteY1" fmla="*/ 335964 h 339139"/>
              <a:gd name="connsiteX2" fmla="*/ 0 w 10858369"/>
              <a:gd name="connsiteY2" fmla="*/ 335964 h 339139"/>
              <a:gd name="connsiteX3" fmla="*/ 0 w 10858369"/>
              <a:gd name="connsiteY3" fmla="*/ 0 h 339139"/>
              <a:gd name="connsiteX4" fmla="*/ 9598014 w 10858369"/>
              <a:gd name="connsiteY4" fmla="*/ 339139 h 339139"/>
              <a:gd name="connsiteX5" fmla="*/ 0 w 10858369"/>
              <a:gd name="connsiteY5" fmla="*/ 0 h 339139"/>
              <a:gd name="connsiteX6" fmla="*/ 739665 w 10858369"/>
              <a:gd name="connsiteY6" fmla="*/ 0 h 339139"/>
              <a:gd name="connsiteX7" fmla="*/ 9785339 w 10858369"/>
              <a:gd name="connsiteY7" fmla="*/ 3175 h 339139"/>
              <a:gd name="connsiteX8" fmla="*/ 9598014 w 10858369"/>
              <a:gd name="connsiteY8" fmla="*/ 339139 h 339139"/>
              <a:gd name="connsiteX9" fmla="*/ 0 w 10858369"/>
              <a:gd name="connsiteY9" fmla="*/ 0 h 339139"/>
              <a:gd name="connsiteX0" fmla="*/ 9598014 w 10374035"/>
              <a:gd name="connsiteY0" fmla="*/ 339139 h 339139"/>
              <a:gd name="connsiteX1" fmla="*/ 845227 w 10374035"/>
              <a:gd name="connsiteY1" fmla="*/ 335964 h 339139"/>
              <a:gd name="connsiteX2" fmla="*/ 0 w 10374035"/>
              <a:gd name="connsiteY2" fmla="*/ 335964 h 339139"/>
              <a:gd name="connsiteX3" fmla="*/ 0 w 10374035"/>
              <a:gd name="connsiteY3" fmla="*/ 0 h 339139"/>
              <a:gd name="connsiteX4" fmla="*/ 9598014 w 10374035"/>
              <a:gd name="connsiteY4" fmla="*/ 339139 h 339139"/>
              <a:gd name="connsiteX5" fmla="*/ 0 w 10374035"/>
              <a:gd name="connsiteY5" fmla="*/ 0 h 339139"/>
              <a:gd name="connsiteX6" fmla="*/ 739665 w 10374035"/>
              <a:gd name="connsiteY6" fmla="*/ 0 h 339139"/>
              <a:gd name="connsiteX7" fmla="*/ 9785339 w 10374035"/>
              <a:gd name="connsiteY7" fmla="*/ 3175 h 339139"/>
              <a:gd name="connsiteX8" fmla="*/ 9598014 w 10374035"/>
              <a:gd name="connsiteY8" fmla="*/ 339139 h 339139"/>
              <a:gd name="connsiteX9" fmla="*/ 0 w 10374035"/>
              <a:gd name="connsiteY9" fmla="*/ 0 h 339139"/>
              <a:gd name="connsiteX0" fmla="*/ 9598014 w 10398682"/>
              <a:gd name="connsiteY0" fmla="*/ 339139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9598014 w 10398682"/>
              <a:gd name="connsiteY5" fmla="*/ 339139 h 430579"/>
              <a:gd name="connsiteX6" fmla="*/ 0 w 10398682"/>
              <a:gd name="connsiteY6" fmla="*/ 0 h 430579"/>
              <a:gd name="connsiteX7" fmla="*/ 739665 w 10398682"/>
              <a:gd name="connsiteY7" fmla="*/ 0 h 430579"/>
              <a:gd name="connsiteX8" fmla="*/ 9785339 w 10398682"/>
              <a:gd name="connsiteY8" fmla="*/ 3175 h 430579"/>
              <a:gd name="connsiteX9" fmla="*/ 9689454 w 10398682"/>
              <a:gd name="connsiteY9" fmla="*/ 430579 h 430579"/>
              <a:gd name="connsiteX0" fmla="*/ 0 w 10398682"/>
              <a:gd name="connsiteY0" fmla="*/ 0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0 w 10398682"/>
              <a:gd name="connsiteY5" fmla="*/ 0 h 430579"/>
              <a:gd name="connsiteX6" fmla="*/ 739665 w 10398682"/>
              <a:gd name="connsiteY6" fmla="*/ 0 h 430579"/>
              <a:gd name="connsiteX7" fmla="*/ 9785339 w 10398682"/>
              <a:gd name="connsiteY7" fmla="*/ 3175 h 430579"/>
              <a:gd name="connsiteX8" fmla="*/ 9689454 w 10398682"/>
              <a:gd name="connsiteY8" fmla="*/ 430579 h 430579"/>
              <a:gd name="connsiteX0" fmla="*/ 0 w 10867773"/>
              <a:gd name="connsiteY0" fmla="*/ 0 h 336082"/>
              <a:gd name="connsiteX1" fmla="*/ 0 w 10867773"/>
              <a:gd name="connsiteY1" fmla="*/ 0 h 336082"/>
              <a:gd name="connsiteX2" fmla="*/ 845227 w 10867773"/>
              <a:gd name="connsiteY2" fmla="*/ 335964 h 336082"/>
              <a:gd name="connsiteX3" fmla="*/ 0 w 10867773"/>
              <a:gd name="connsiteY3" fmla="*/ 335964 h 336082"/>
              <a:gd name="connsiteX4" fmla="*/ 0 w 10867773"/>
              <a:gd name="connsiteY4" fmla="*/ 0 h 336082"/>
              <a:gd name="connsiteX5" fmla="*/ 0 w 10867773"/>
              <a:gd name="connsiteY5" fmla="*/ 0 h 336082"/>
              <a:gd name="connsiteX6" fmla="*/ 739665 w 10867773"/>
              <a:gd name="connsiteY6" fmla="*/ 0 h 336082"/>
              <a:gd name="connsiteX7" fmla="*/ 9785339 w 10867773"/>
              <a:gd name="connsiteY7" fmla="*/ 3175 h 336082"/>
              <a:gd name="connsiteX8" fmla="*/ 9676754 w 10867773"/>
              <a:gd name="connsiteY8" fmla="*/ 230554 h 336082"/>
              <a:gd name="connsiteX0" fmla="*/ 0 w 10840435"/>
              <a:gd name="connsiteY0" fmla="*/ 0 h 336082"/>
              <a:gd name="connsiteX1" fmla="*/ 0 w 10840435"/>
              <a:gd name="connsiteY1" fmla="*/ 0 h 336082"/>
              <a:gd name="connsiteX2" fmla="*/ 845227 w 10840435"/>
              <a:gd name="connsiteY2" fmla="*/ 335964 h 336082"/>
              <a:gd name="connsiteX3" fmla="*/ 0 w 10840435"/>
              <a:gd name="connsiteY3" fmla="*/ 335964 h 336082"/>
              <a:gd name="connsiteX4" fmla="*/ 0 w 10840435"/>
              <a:gd name="connsiteY4" fmla="*/ 0 h 336082"/>
              <a:gd name="connsiteX5" fmla="*/ 0 w 10840435"/>
              <a:gd name="connsiteY5" fmla="*/ 0 h 336082"/>
              <a:gd name="connsiteX6" fmla="*/ 739665 w 10840435"/>
              <a:gd name="connsiteY6" fmla="*/ 0 h 336082"/>
              <a:gd name="connsiteX7" fmla="*/ 9785339 w 10840435"/>
              <a:gd name="connsiteY7" fmla="*/ 3175 h 336082"/>
              <a:gd name="connsiteX8" fmla="*/ 9625954 w 10840435"/>
              <a:gd name="connsiteY8" fmla="*/ 335329 h 336082"/>
              <a:gd name="connsiteX0" fmla="*/ 0 w 10403938"/>
              <a:gd name="connsiteY0" fmla="*/ 0 h 336082"/>
              <a:gd name="connsiteX1" fmla="*/ 0 w 10403938"/>
              <a:gd name="connsiteY1" fmla="*/ 0 h 336082"/>
              <a:gd name="connsiteX2" fmla="*/ 845227 w 10403938"/>
              <a:gd name="connsiteY2" fmla="*/ 335964 h 336082"/>
              <a:gd name="connsiteX3" fmla="*/ 0 w 10403938"/>
              <a:gd name="connsiteY3" fmla="*/ 335964 h 336082"/>
              <a:gd name="connsiteX4" fmla="*/ 0 w 10403938"/>
              <a:gd name="connsiteY4" fmla="*/ 0 h 336082"/>
              <a:gd name="connsiteX5" fmla="*/ 0 w 10403938"/>
              <a:gd name="connsiteY5" fmla="*/ 0 h 336082"/>
              <a:gd name="connsiteX6" fmla="*/ 739665 w 10403938"/>
              <a:gd name="connsiteY6" fmla="*/ 0 h 336082"/>
              <a:gd name="connsiteX7" fmla="*/ 9785339 w 10403938"/>
              <a:gd name="connsiteY7" fmla="*/ 3175 h 336082"/>
              <a:gd name="connsiteX8" fmla="*/ 9625954 w 10403938"/>
              <a:gd name="connsiteY8" fmla="*/ 335329 h 336082"/>
              <a:gd name="connsiteX0" fmla="*/ 0 w 9785601"/>
              <a:gd name="connsiteY0" fmla="*/ 0 h 336082"/>
              <a:gd name="connsiteX1" fmla="*/ 0 w 9785601"/>
              <a:gd name="connsiteY1" fmla="*/ 0 h 336082"/>
              <a:gd name="connsiteX2" fmla="*/ 845227 w 9785601"/>
              <a:gd name="connsiteY2" fmla="*/ 335964 h 336082"/>
              <a:gd name="connsiteX3" fmla="*/ 0 w 9785601"/>
              <a:gd name="connsiteY3" fmla="*/ 335964 h 336082"/>
              <a:gd name="connsiteX4" fmla="*/ 0 w 9785601"/>
              <a:gd name="connsiteY4" fmla="*/ 0 h 336082"/>
              <a:gd name="connsiteX5" fmla="*/ 0 w 9785601"/>
              <a:gd name="connsiteY5" fmla="*/ 0 h 336082"/>
              <a:gd name="connsiteX6" fmla="*/ 739665 w 9785601"/>
              <a:gd name="connsiteY6" fmla="*/ 0 h 336082"/>
              <a:gd name="connsiteX7" fmla="*/ 9785339 w 9785601"/>
              <a:gd name="connsiteY7" fmla="*/ 3175 h 336082"/>
              <a:gd name="connsiteX8" fmla="*/ 9625954 w 9785601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6350 h 336082"/>
              <a:gd name="connsiteX8" fmla="*/ 9625954 w 9798283"/>
              <a:gd name="connsiteY8" fmla="*/ 335329 h 336082"/>
              <a:gd name="connsiteX0" fmla="*/ 0 w 9941053"/>
              <a:gd name="connsiteY0" fmla="*/ 60328 h 396410"/>
              <a:gd name="connsiteX1" fmla="*/ 0 w 9941053"/>
              <a:gd name="connsiteY1" fmla="*/ 60328 h 396410"/>
              <a:gd name="connsiteX2" fmla="*/ 845227 w 9941053"/>
              <a:gd name="connsiteY2" fmla="*/ 396292 h 396410"/>
              <a:gd name="connsiteX3" fmla="*/ 0 w 9941053"/>
              <a:gd name="connsiteY3" fmla="*/ 396292 h 396410"/>
              <a:gd name="connsiteX4" fmla="*/ 0 w 9941053"/>
              <a:gd name="connsiteY4" fmla="*/ 60328 h 396410"/>
              <a:gd name="connsiteX5" fmla="*/ 0 w 9941053"/>
              <a:gd name="connsiteY5" fmla="*/ 60328 h 396410"/>
              <a:gd name="connsiteX6" fmla="*/ 739665 w 9941053"/>
              <a:gd name="connsiteY6" fmla="*/ 60328 h 396410"/>
              <a:gd name="connsiteX7" fmla="*/ 9940914 w 9941053"/>
              <a:gd name="connsiteY7" fmla="*/ 3 h 396410"/>
              <a:gd name="connsiteX8" fmla="*/ 9625954 w 9941053"/>
              <a:gd name="connsiteY8" fmla="*/ 395657 h 396410"/>
              <a:gd name="connsiteX0" fmla="*/ 0 w 9625954"/>
              <a:gd name="connsiteY0" fmla="*/ 0 h 336082"/>
              <a:gd name="connsiteX1" fmla="*/ 0 w 9625954"/>
              <a:gd name="connsiteY1" fmla="*/ 0 h 336082"/>
              <a:gd name="connsiteX2" fmla="*/ 845227 w 9625954"/>
              <a:gd name="connsiteY2" fmla="*/ 335964 h 336082"/>
              <a:gd name="connsiteX3" fmla="*/ 0 w 9625954"/>
              <a:gd name="connsiteY3" fmla="*/ 335964 h 336082"/>
              <a:gd name="connsiteX4" fmla="*/ 0 w 9625954"/>
              <a:gd name="connsiteY4" fmla="*/ 0 h 336082"/>
              <a:gd name="connsiteX5" fmla="*/ 0 w 9625954"/>
              <a:gd name="connsiteY5" fmla="*/ 0 h 336082"/>
              <a:gd name="connsiteX6" fmla="*/ 739665 w 9625954"/>
              <a:gd name="connsiteY6" fmla="*/ 0 h 336082"/>
              <a:gd name="connsiteX7" fmla="*/ 9229714 w 9625954"/>
              <a:gd name="connsiteY7" fmla="*/ 177800 h 336082"/>
              <a:gd name="connsiteX8" fmla="*/ 9625954 w 9625954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3175 h 336082"/>
              <a:gd name="connsiteX8" fmla="*/ 9625954 w 9798283"/>
              <a:gd name="connsiteY8" fmla="*/ 335329 h 336082"/>
              <a:gd name="connsiteX0" fmla="*/ 0 w 10332581"/>
              <a:gd name="connsiteY0" fmla="*/ 0 h 336082"/>
              <a:gd name="connsiteX1" fmla="*/ 0 w 10332581"/>
              <a:gd name="connsiteY1" fmla="*/ 0 h 336082"/>
              <a:gd name="connsiteX2" fmla="*/ 845227 w 10332581"/>
              <a:gd name="connsiteY2" fmla="*/ 335964 h 336082"/>
              <a:gd name="connsiteX3" fmla="*/ 0 w 10332581"/>
              <a:gd name="connsiteY3" fmla="*/ 335964 h 336082"/>
              <a:gd name="connsiteX4" fmla="*/ 0 w 10332581"/>
              <a:gd name="connsiteY4" fmla="*/ 0 h 336082"/>
              <a:gd name="connsiteX5" fmla="*/ 0 w 10332581"/>
              <a:gd name="connsiteY5" fmla="*/ 0 h 336082"/>
              <a:gd name="connsiteX6" fmla="*/ 739665 w 10332581"/>
              <a:gd name="connsiteY6" fmla="*/ 0 h 336082"/>
              <a:gd name="connsiteX7" fmla="*/ 9798039 w 10332581"/>
              <a:gd name="connsiteY7" fmla="*/ 3175 h 336082"/>
              <a:gd name="connsiteX8" fmla="*/ 9333854 w 10332581"/>
              <a:gd name="connsiteY8" fmla="*/ 243254 h 336082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739665 w 10410875"/>
              <a:gd name="connsiteY6" fmla="*/ 0 h 338504"/>
              <a:gd name="connsiteX7" fmla="*/ 9798039 w 10410875"/>
              <a:gd name="connsiteY7" fmla="*/ 3175 h 338504"/>
              <a:gd name="connsiteX8" fmla="*/ 9616429 w 10410875"/>
              <a:gd name="connsiteY8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9798039"/>
              <a:gd name="connsiteY0" fmla="*/ 0 h 335964"/>
              <a:gd name="connsiteX1" fmla="*/ 0 w 9798039"/>
              <a:gd name="connsiteY1" fmla="*/ 0 h 335964"/>
              <a:gd name="connsiteX2" fmla="*/ 4450166 w 9798039"/>
              <a:gd name="connsiteY2" fmla="*/ 331176 h 335964"/>
              <a:gd name="connsiteX3" fmla="*/ 0 w 9798039"/>
              <a:gd name="connsiteY3" fmla="*/ 335964 h 335964"/>
              <a:gd name="connsiteX4" fmla="*/ 0 w 9798039"/>
              <a:gd name="connsiteY4" fmla="*/ 0 h 335964"/>
              <a:gd name="connsiteX5" fmla="*/ 0 w 9798039"/>
              <a:gd name="connsiteY5" fmla="*/ 0 h 335964"/>
              <a:gd name="connsiteX6" fmla="*/ 9798039 w 9798039"/>
              <a:gd name="connsiteY6" fmla="*/ 3175 h 335964"/>
              <a:gd name="connsiteX0" fmla="*/ 0 w 4808553"/>
              <a:gd name="connsiteY0" fmla="*/ 0 h 335964"/>
              <a:gd name="connsiteX1" fmla="*/ 0 w 4808553"/>
              <a:gd name="connsiteY1" fmla="*/ 0 h 335964"/>
              <a:gd name="connsiteX2" fmla="*/ 4450166 w 4808553"/>
              <a:gd name="connsiteY2" fmla="*/ 331176 h 335964"/>
              <a:gd name="connsiteX3" fmla="*/ 0 w 4808553"/>
              <a:gd name="connsiteY3" fmla="*/ 335964 h 335964"/>
              <a:gd name="connsiteX4" fmla="*/ 0 w 4808553"/>
              <a:gd name="connsiteY4" fmla="*/ 0 h 335964"/>
              <a:gd name="connsiteX0" fmla="*/ 77078 w 4528022"/>
              <a:gd name="connsiteY0" fmla="*/ 10269 h 365804"/>
              <a:gd name="connsiteX1" fmla="*/ 77078 w 4528022"/>
              <a:gd name="connsiteY1" fmla="*/ 10269 h 365804"/>
              <a:gd name="connsiteX2" fmla="*/ 436136 w 4528022"/>
              <a:gd name="connsiteY2" fmla="*/ 29857 h 365804"/>
              <a:gd name="connsiteX3" fmla="*/ 4527244 w 4528022"/>
              <a:gd name="connsiteY3" fmla="*/ 341445 h 365804"/>
              <a:gd name="connsiteX4" fmla="*/ 77078 w 4528022"/>
              <a:gd name="connsiteY4" fmla="*/ 346233 h 365804"/>
              <a:gd name="connsiteX5" fmla="*/ 77078 w 4528022"/>
              <a:gd name="connsiteY5" fmla="*/ 10269 h 365804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973015"/>
              <a:gd name="connsiteY0" fmla="*/ 0 h 356920"/>
              <a:gd name="connsiteX1" fmla="*/ 0 w 4973015"/>
              <a:gd name="connsiteY1" fmla="*/ 0 h 356920"/>
              <a:gd name="connsiteX2" fmla="*/ 4035808 w 4973015"/>
              <a:gd name="connsiteY2" fmla="*/ 48312 h 356920"/>
              <a:gd name="connsiteX3" fmla="*/ 4673465 w 4973015"/>
              <a:gd name="connsiteY3" fmla="*/ 335963 h 356920"/>
              <a:gd name="connsiteX4" fmla="*/ 0 w 4973015"/>
              <a:gd name="connsiteY4" fmla="*/ 335964 h 356920"/>
              <a:gd name="connsiteX5" fmla="*/ 0 w 4973015"/>
              <a:gd name="connsiteY5" fmla="*/ 0 h 356920"/>
              <a:gd name="connsiteX0" fmla="*/ 0 w 4971985"/>
              <a:gd name="connsiteY0" fmla="*/ 0 h 339915"/>
              <a:gd name="connsiteX1" fmla="*/ 0 w 4971985"/>
              <a:gd name="connsiteY1" fmla="*/ 0 h 339915"/>
              <a:gd name="connsiteX2" fmla="*/ 4035808 w 4971985"/>
              <a:gd name="connsiteY2" fmla="*/ 48312 h 339915"/>
              <a:gd name="connsiteX3" fmla="*/ 4673465 w 4971985"/>
              <a:gd name="connsiteY3" fmla="*/ 335963 h 339915"/>
              <a:gd name="connsiteX4" fmla="*/ 0 w 4971985"/>
              <a:gd name="connsiteY4" fmla="*/ 335964 h 339915"/>
              <a:gd name="connsiteX5" fmla="*/ 0 w 4971985"/>
              <a:gd name="connsiteY5" fmla="*/ 0 h 339915"/>
              <a:gd name="connsiteX0" fmla="*/ 0 w 4977139"/>
              <a:gd name="connsiteY0" fmla="*/ 0 h 335964"/>
              <a:gd name="connsiteX1" fmla="*/ 0 w 4977139"/>
              <a:gd name="connsiteY1" fmla="*/ 0 h 335964"/>
              <a:gd name="connsiteX2" fmla="*/ 4035808 w 4977139"/>
              <a:gd name="connsiteY2" fmla="*/ 48312 h 335964"/>
              <a:gd name="connsiteX3" fmla="*/ 4673465 w 4977139"/>
              <a:gd name="connsiteY3" fmla="*/ 335963 h 335964"/>
              <a:gd name="connsiteX4" fmla="*/ 0 w 4977139"/>
              <a:gd name="connsiteY4" fmla="*/ 335964 h 335964"/>
              <a:gd name="connsiteX5" fmla="*/ 0 w 4977139"/>
              <a:gd name="connsiteY5" fmla="*/ 0 h 335964"/>
              <a:gd name="connsiteX0" fmla="*/ 0 w 4680500"/>
              <a:gd name="connsiteY0" fmla="*/ 0 h 335993"/>
              <a:gd name="connsiteX1" fmla="*/ 0 w 4680500"/>
              <a:gd name="connsiteY1" fmla="*/ 0 h 335993"/>
              <a:gd name="connsiteX2" fmla="*/ 4035808 w 4680500"/>
              <a:gd name="connsiteY2" fmla="*/ 48312 h 335993"/>
              <a:gd name="connsiteX3" fmla="*/ 4673465 w 4680500"/>
              <a:gd name="connsiteY3" fmla="*/ 335963 h 335993"/>
              <a:gd name="connsiteX4" fmla="*/ 0 w 4680500"/>
              <a:gd name="connsiteY4" fmla="*/ 335964 h 335993"/>
              <a:gd name="connsiteX5" fmla="*/ 0 w 4680500"/>
              <a:gd name="connsiteY5" fmla="*/ 0 h 335993"/>
              <a:gd name="connsiteX0" fmla="*/ 0 w 4673495"/>
              <a:gd name="connsiteY0" fmla="*/ 0 h 335993"/>
              <a:gd name="connsiteX1" fmla="*/ 0 w 4673495"/>
              <a:gd name="connsiteY1" fmla="*/ 0 h 335993"/>
              <a:gd name="connsiteX2" fmla="*/ 4035808 w 4673495"/>
              <a:gd name="connsiteY2" fmla="*/ 48312 h 335993"/>
              <a:gd name="connsiteX3" fmla="*/ 4673465 w 4673495"/>
              <a:gd name="connsiteY3" fmla="*/ 335963 h 335993"/>
              <a:gd name="connsiteX4" fmla="*/ 0 w 4673495"/>
              <a:gd name="connsiteY4" fmla="*/ 335964 h 335993"/>
              <a:gd name="connsiteX5" fmla="*/ 0 w 4673495"/>
              <a:gd name="connsiteY5" fmla="*/ 0 h 335993"/>
              <a:gd name="connsiteX0" fmla="*/ 0 w 5049349"/>
              <a:gd name="connsiteY0" fmla="*/ 0 h 360817"/>
              <a:gd name="connsiteX1" fmla="*/ 0 w 5049349"/>
              <a:gd name="connsiteY1" fmla="*/ 0 h 360817"/>
              <a:gd name="connsiteX2" fmla="*/ 4752225 w 5049349"/>
              <a:gd name="connsiteY2" fmla="*/ 438 h 360817"/>
              <a:gd name="connsiteX3" fmla="*/ 4673465 w 5049349"/>
              <a:gd name="connsiteY3" fmla="*/ 335963 h 360817"/>
              <a:gd name="connsiteX4" fmla="*/ 0 w 5049349"/>
              <a:gd name="connsiteY4" fmla="*/ 335964 h 360817"/>
              <a:gd name="connsiteX5" fmla="*/ 0 w 5049349"/>
              <a:gd name="connsiteY5" fmla="*/ 0 h 360817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317112"/>
              <a:gd name="connsiteY0" fmla="*/ 0 h 354433"/>
              <a:gd name="connsiteX1" fmla="*/ 0 w 5317112"/>
              <a:gd name="connsiteY1" fmla="*/ 0 h 354433"/>
              <a:gd name="connsiteX2" fmla="*/ 4775485 w 5317112"/>
              <a:gd name="connsiteY2" fmla="*/ 86612 h 354433"/>
              <a:gd name="connsiteX3" fmla="*/ 4673465 w 5317112"/>
              <a:gd name="connsiteY3" fmla="*/ 335963 h 354433"/>
              <a:gd name="connsiteX4" fmla="*/ 0 w 5317112"/>
              <a:gd name="connsiteY4" fmla="*/ 335964 h 354433"/>
              <a:gd name="connsiteX5" fmla="*/ 0 w 5317112"/>
              <a:gd name="connsiteY5" fmla="*/ 0 h 354433"/>
              <a:gd name="connsiteX0" fmla="*/ 0 w 5286704"/>
              <a:gd name="connsiteY0" fmla="*/ 0 h 354433"/>
              <a:gd name="connsiteX1" fmla="*/ 0 w 5286704"/>
              <a:gd name="connsiteY1" fmla="*/ 0 h 354433"/>
              <a:gd name="connsiteX2" fmla="*/ 4775485 w 5286704"/>
              <a:gd name="connsiteY2" fmla="*/ 86612 h 354433"/>
              <a:gd name="connsiteX3" fmla="*/ 4673465 w 5286704"/>
              <a:gd name="connsiteY3" fmla="*/ 335963 h 354433"/>
              <a:gd name="connsiteX4" fmla="*/ 0 w 5286704"/>
              <a:gd name="connsiteY4" fmla="*/ 335964 h 354433"/>
              <a:gd name="connsiteX5" fmla="*/ 0 w 5286704"/>
              <a:gd name="connsiteY5" fmla="*/ 0 h 354433"/>
              <a:gd name="connsiteX0" fmla="*/ 0 w 5097113"/>
              <a:gd name="connsiteY0" fmla="*/ 0 h 354433"/>
              <a:gd name="connsiteX1" fmla="*/ 0 w 5097113"/>
              <a:gd name="connsiteY1" fmla="*/ 0 h 354433"/>
              <a:gd name="connsiteX2" fmla="*/ 4775485 w 5097113"/>
              <a:gd name="connsiteY2" fmla="*/ 86612 h 354433"/>
              <a:gd name="connsiteX3" fmla="*/ 4673465 w 5097113"/>
              <a:gd name="connsiteY3" fmla="*/ 335963 h 354433"/>
              <a:gd name="connsiteX4" fmla="*/ 0 w 5097113"/>
              <a:gd name="connsiteY4" fmla="*/ 335964 h 354433"/>
              <a:gd name="connsiteX5" fmla="*/ 0 w 5097113"/>
              <a:gd name="connsiteY5" fmla="*/ 0 h 354433"/>
              <a:gd name="connsiteX0" fmla="*/ 0 w 5059613"/>
              <a:gd name="connsiteY0" fmla="*/ 269184 h 623617"/>
              <a:gd name="connsiteX1" fmla="*/ 0 w 5059613"/>
              <a:gd name="connsiteY1" fmla="*/ 269184 h 623617"/>
              <a:gd name="connsiteX2" fmla="*/ 4775485 w 5059613"/>
              <a:gd name="connsiteY2" fmla="*/ 355796 h 623617"/>
              <a:gd name="connsiteX3" fmla="*/ 4673465 w 5059613"/>
              <a:gd name="connsiteY3" fmla="*/ 605147 h 623617"/>
              <a:gd name="connsiteX4" fmla="*/ 0 w 5059613"/>
              <a:gd name="connsiteY4" fmla="*/ 605148 h 623617"/>
              <a:gd name="connsiteX5" fmla="*/ 0 w 5059613"/>
              <a:gd name="connsiteY5" fmla="*/ 269184 h 623617"/>
              <a:gd name="connsiteX0" fmla="*/ 0 w 5080032"/>
              <a:gd name="connsiteY0" fmla="*/ 0 h 606920"/>
              <a:gd name="connsiteX1" fmla="*/ 0 w 5080032"/>
              <a:gd name="connsiteY1" fmla="*/ 0 h 606920"/>
              <a:gd name="connsiteX2" fmla="*/ 4775485 w 5080032"/>
              <a:gd name="connsiteY2" fmla="*/ 86612 h 606920"/>
              <a:gd name="connsiteX3" fmla="*/ 4673465 w 5080032"/>
              <a:gd name="connsiteY3" fmla="*/ 335963 h 606920"/>
              <a:gd name="connsiteX4" fmla="*/ 0 w 5080032"/>
              <a:gd name="connsiteY4" fmla="*/ 335964 h 606920"/>
              <a:gd name="connsiteX5" fmla="*/ 0 w 5080032"/>
              <a:gd name="connsiteY5" fmla="*/ 0 h 606920"/>
              <a:gd name="connsiteX0" fmla="*/ 0 w 5042821"/>
              <a:gd name="connsiteY0" fmla="*/ 38486 h 645406"/>
              <a:gd name="connsiteX1" fmla="*/ 0 w 5042821"/>
              <a:gd name="connsiteY1" fmla="*/ 38486 h 645406"/>
              <a:gd name="connsiteX2" fmla="*/ 4775485 w 5042821"/>
              <a:gd name="connsiteY2" fmla="*/ 125098 h 645406"/>
              <a:gd name="connsiteX3" fmla="*/ 4673465 w 5042821"/>
              <a:gd name="connsiteY3" fmla="*/ 374449 h 645406"/>
              <a:gd name="connsiteX4" fmla="*/ 0 w 5042821"/>
              <a:gd name="connsiteY4" fmla="*/ 374450 h 645406"/>
              <a:gd name="connsiteX5" fmla="*/ 0 w 5042821"/>
              <a:gd name="connsiteY5" fmla="*/ 38486 h 645406"/>
              <a:gd name="connsiteX0" fmla="*/ 0 w 5185081"/>
              <a:gd name="connsiteY0" fmla="*/ 0 h 606920"/>
              <a:gd name="connsiteX1" fmla="*/ 0 w 5185081"/>
              <a:gd name="connsiteY1" fmla="*/ 0 h 606920"/>
              <a:gd name="connsiteX2" fmla="*/ 4775485 w 5185081"/>
              <a:gd name="connsiteY2" fmla="*/ 86612 h 606920"/>
              <a:gd name="connsiteX3" fmla="*/ 4673465 w 5185081"/>
              <a:gd name="connsiteY3" fmla="*/ 335963 h 606920"/>
              <a:gd name="connsiteX4" fmla="*/ 0 w 5185081"/>
              <a:gd name="connsiteY4" fmla="*/ 335964 h 606920"/>
              <a:gd name="connsiteX5" fmla="*/ 0 w 5185081"/>
              <a:gd name="connsiteY5" fmla="*/ 0 h 606920"/>
              <a:gd name="connsiteX0" fmla="*/ 0 w 5185081"/>
              <a:gd name="connsiteY0" fmla="*/ 0 h 354433"/>
              <a:gd name="connsiteX1" fmla="*/ 0 w 5185081"/>
              <a:gd name="connsiteY1" fmla="*/ 0 h 354433"/>
              <a:gd name="connsiteX2" fmla="*/ 4775485 w 5185081"/>
              <a:gd name="connsiteY2" fmla="*/ 86612 h 354433"/>
              <a:gd name="connsiteX3" fmla="*/ 4673465 w 5185081"/>
              <a:gd name="connsiteY3" fmla="*/ 335963 h 354433"/>
              <a:gd name="connsiteX4" fmla="*/ 0 w 5185081"/>
              <a:gd name="connsiteY4" fmla="*/ 335964 h 354433"/>
              <a:gd name="connsiteX5" fmla="*/ 0 w 5185081"/>
              <a:gd name="connsiteY5" fmla="*/ 0 h 354433"/>
              <a:gd name="connsiteX0" fmla="*/ 0 w 5056051"/>
              <a:gd name="connsiteY0" fmla="*/ 0 h 354433"/>
              <a:gd name="connsiteX1" fmla="*/ 0 w 5056051"/>
              <a:gd name="connsiteY1" fmla="*/ 0 h 354433"/>
              <a:gd name="connsiteX2" fmla="*/ 4775485 w 5056051"/>
              <a:gd name="connsiteY2" fmla="*/ 86612 h 354433"/>
              <a:gd name="connsiteX3" fmla="*/ 4673465 w 5056051"/>
              <a:gd name="connsiteY3" fmla="*/ 335963 h 354433"/>
              <a:gd name="connsiteX4" fmla="*/ 0 w 5056051"/>
              <a:gd name="connsiteY4" fmla="*/ 335964 h 354433"/>
              <a:gd name="connsiteX5" fmla="*/ 0 w 5056051"/>
              <a:gd name="connsiteY5" fmla="*/ 0 h 354433"/>
              <a:gd name="connsiteX0" fmla="*/ 0 w 4775496"/>
              <a:gd name="connsiteY0" fmla="*/ 0 h 354433"/>
              <a:gd name="connsiteX1" fmla="*/ 0 w 4775496"/>
              <a:gd name="connsiteY1" fmla="*/ 0 h 354433"/>
              <a:gd name="connsiteX2" fmla="*/ 4775485 w 4775496"/>
              <a:gd name="connsiteY2" fmla="*/ 86612 h 354433"/>
              <a:gd name="connsiteX3" fmla="*/ 4673465 w 4775496"/>
              <a:gd name="connsiteY3" fmla="*/ 335963 h 354433"/>
              <a:gd name="connsiteX4" fmla="*/ 0 w 4775496"/>
              <a:gd name="connsiteY4" fmla="*/ 335964 h 354433"/>
              <a:gd name="connsiteX5" fmla="*/ 0 w 4775496"/>
              <a:gd name="connsiteY5" fmla="*/ 0 h 354433"/>
              <a:gd name="connsiteX0" fmla="*/ 0 w 4775496"/>
              <a:gd name="connsiteY0" fmla="*/ 0 h 335964"/>
              <a:gd name="connsiteX1" fmla="*/ 0 w 4775496"/>
              <a:gd name="connsiteY1" fmla="*/ 0 h 335964"/>
              <a:gd name="connsiteX2" fmla="*/ 4775485 w 4775496"/>
              <a:gd name="connsiteY2" fmla="*/ 86612 h 335964"/>
              <a:gd name="connsiteX3" fmla="*/ 4673465 w 4775496"/>
              <a:gd name="connsiteY3" fmla="*/ 335963 h 335964"/>
              <a:gd name="connsiteX4" fmla="*/ 0 w 4775496"/>
              <a:gd name="connsiteY4" fmla="*/ 335964 h 335964"/>
              <a:gd name="connsiteX5" fmla="*/ 0 w 4775496"/>
              <a:gd name="connsiteY5" fmla="*/ 0 h 335964"/>
              <a:gd name="connsiteX0" fmla="*/ 0 w 4759216"/>
              <a:gd name="connsiteY0" fmla="*/ 0 h 335964"/>
              <a:gd name="connsiteX1" fmla="*/ 0 w 4759216"/>
              <a:gd name="connsiteY1" fmla="*/ 0 h 335964"/>
              <a:gd name="connsiteX2" fmla="*/ 4759203 w 4759216"/>
              <a:gd name="connsiteY2" fmla="*/ 5225 h 335964"/>
              <a:gd name="connsiteX3" fmla="*/ 4673465 w 4759216"/>
              <a:gd name="connsiteY3" fmla="*/ 335963 h 335964"/>
              <a:gd name="connsiteX4" fmla="*/ 0 w 4759216"/>
              <a:gd name="connsiteY4" fmla="*/ 335964 h 335964"/>
              <a:gd name="connsiteX5" fmla="*/ 0 w 4759216"/>
              <a:gd name="connsiteY5" fmla="*/ 0 h 335964"/>
              <a:gd name="connsiteX0" fmla="*/ 0 w 4759208"/>
              <a:gd name="connsiteY0" fmla="*/ 0 h 335964"/>
              <a:gd name="connsiteX1" fmla="*/ 0 w 4759208"/>
              <a:gd name="connsiteY1" fmla="*/ 0 h 335964"/>
              <a:gd name="connsiteX2" fmla="*/ 4759203 w 4759208"/>
              <a:gd name="connsiteY2" fmla="*/ 5225 h 335964"/>
              <a:gd name="connsiteX3" fmla="*/ 4559490 w 4759208"/>
              <a:gd name="connsiteY3" fmla="*/ 206702 h 335964"/>
              <a:gd name="connsiteX4" fmla="*/ 0 w 4759208"/>
              <a:gd name="connsiteY4" fmla="*/ 335964 h 335964"/>
              <a:gd name="connsiteX5" fmla="*/ 0 w 4759208"/>
              <a:gd name="connsiteY5" fmla="*/ 0 h 335964"/>
              <a:gd name="connsiteX0" fmla="*/ 0 w 4759215"/>
              <a:gd name="connsiteY0" fmla="*/ 0 h 335964"/>
              <a:gd name="connsiteX1" fmla="*/ 0 w 4759215"/>
              <a:gd name="connsiteY1" fmla="*/ 0 h 335964"/>
              <a:gd name="connsiteX2" fmla="*/ 4759203 w 4759215"/>
              <a:gd name="connsiteY2" fmla="*/ 5225 h 335964"/>
              <a:gd name="connsiteX3" fmla="*/ 4668814 w 4759215"/>
              <a:gd name="connsiteY3" fmla="*/ 335963 h 335964"/>
              <a:gd name="connsiteX4" fmla="*/ 0 w 4759215"/>
              <a:gd name="connsiteY4" fmla="*/ 335964 h 335964"/>
              <a:gd name="connsiteX5" fmla="*/ 0 w 4759215"/>
              <a:gd name="connsiteY5" fmla="*/ 0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9215" h="335964">
                <a:moveTo>
                  <a:pt x="0" y="0"/>
                </a:moveTo>
                <a:lnTo>
                  <a:pt x="0" y="0"/>
                </a:lnTo>
                <a:lnTo>
                  <a:pt x="4759203" y="5225"/>
                </a:lnTo>
                <a:cubicBezTo>
                  <a:pt x="4760433" y="13511"/>
                  <a:pt x="4673878" y="332704"/>
                  <a:pt x="4668814" y="335963"/>
                </a:cubicBezTo>
                <a:cubicBezTo>
                  <a:pt x="4670728" y="334435"/>
                  <a:pt x="1557822" y="335964"/>
                  <a:pt x="0" y="3359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54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1029439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a sma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2927612"/>
            <a:ext cx="7206312" cy="3240000"/>
          </a:xfrm>
        </p:spPr>
        <p:txBody>
          <a:bodyPr/>
          <a:lstStyle>
            <a:lvl1pPr>
              <a:defRPr sz="1900"/>
            </a:lvl1pPr>
            <a:lvl2pPr>
              <a:defRPr sz="19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E51F8B3E-14FB-4855-BA2B-DAC0E96F21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400" y="1635098"/>
            <a:ext cx="7206312" cy="122400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8718825" y="1091196"/>
            <a:ext cx="4917367" cy="5772030"/>
          </a:xfrm>
          <a:custGeom>
            <a:avLst/>
            <a:gdLst>
              <a:gd name="connsiteX0" fmla="*/ 0 w 4901492"/>
              <a:gd name="connsiteY0" fmla="*/ 0 h 5769980"/>
              <a:gd name="connsiteX1" fmla="*/ 4901492 w 4901492"/>
              <a:gd name="connsiteY1" fmla="*/ 0 h 5769980"/>
              <a:gd name="connsiteX2" fmla="*/ 4901492 w 4901492"/>
              <a:gd name="connsiteY2" fmla="*/ 5769980 h 5769980"/>
              <a:gd name="connsiteX3" fmla="*/ 0 w 4901492"/>
              <a:gd name="connsiteY3" fmla="*/ 5769980 h 5769980"/>
              <a:gd name="connsiteX4" fmla="*/ 0 w 4901492"/>
              <a:gd name="connsiteY4" fmla="*/ 0 h 5769980"/>
              <a:gd name="connsiteX0" fmla="*/ 0 w 4901492"/>
              <a:gd name="connsiteY0" fmla="*/ 0 h 5781555"/>
              <a:gd name="connsiteX1" fmla="*/ 4901492 w 4901492"/>
              <a:gd name="connsiteY1" fmla="*/ 0 h 5781555"/>
              <a:gd name="connsiteX2" fmla="*/ 2459233 w 4901492"/>
              <a:gd name="connsiteY2" fmla="*/ 5781555 h 5781555"/>
              <a:gd name="connsiteX3" fmla="*/ 0 w 4901492"/>
              <a:gd name="connsiteY3" fmla="*/ 5769980 h 5781555"/>
              <a:gd name="connsiteX4" fmla="*/ 0 w 4901492"/>
              <a:gd name="connsiteY4" fmla="*/ 0 h 5781555"/>
              <a:gd name="connsiteX0" fmla="*/ 2152891 w 4901492"/>
              <a:gd name="connsiteY0" fmla="*/ 0 h 5781555"/>
              <a:gd name="connsiteX1" fmla="*/ 4901492 w 4901492"/>
              <a:gd name="connsiteY1" fmla="*/ 0 h 5781555"/>
              <a:gd name="connsiteX2" fmla="*/ 2459233 w 4901492"/>
              <a:gd name="connsiteY2" fmla="*/ 5781555 h 5781555"/>
              <a:gd name="connsiteX3" fmla="*/ 0 w 4901492"/>
              <a:gd name="connsiteY3" fmla="*/ 5769980 h 5781555"/>
              <a:gd name="connsiteX4" fmla="*/ 2152891 w 4901492"/>
              <a:gd name="connsiteY4" fmla="*/ 0 h 5781555"/>
              <a:gd name="connsiteX0" fmla="*/ 2419108 w 4901492"/>
              <a:gd name="connsiteY0" fmla="*/ 0 h 5781555"/>
              <a:gd name="connsiteX1" fmla="*/ 4901492 w 4901492"/>
              <a:gd name="connsiteY1" fmla="*/ 0 h 5781555"/>
              <a:gd name="connsiteX2" fmla="*/ 2459233 w 4901492"/>
              <a:gd name="connsiteY2" fmla="*/ 5781555 h 5781555"/>
              <a:gd name="connsiteX3" fmla="*/ 0 w 4901492"/>
              <a:gd name="connsiteY3" fmla="*/ 5769980 h 5781555"/>
              <a:gd name="connsiteX4" fmla="*/ 2419108 w 4901492"/>
              <a:gd name="connsiteY4" fmla="*/ 0 h 5781555"/>
              <a:gd name="connsiteX0" fmla="*/ 2641358 w 4901492"/>
              <a:gd name="connsiteY0" fmla="*/ 3175 h 5781555"/>
              <a:gd name="connsiteX1" fmla="*/ 4901492 w 4901492"/>
              <a:gd name="connsiteY1" fmla="*/ 0 h 5781555"/>
              <a:gd name="connsiteX2" fmla="*/ 2459233 w 4901492"/>
              <a:gd name="connsiteY2" fmla="*/ 5781555 h 5781555"/>
              <a:gd name="connsiteX3" fmla="*/ 0 w 4901492"/>
              <a:gd name="connsiteY3" fmla="*/ 5769980 h 5781555"/>
              <a:gd name="connsiteX4" fmla="*/ 2641358 w 4901492"/>
              <a:gd name="connsiteY4" fmla="*/ 3175 h 5781555"/>
              <a:gd name="connsiteX0" fmla="*/ 2441333 w 4901492"/>
              <a:gd name="connsiteY0" fmla="*/ 3175 h 5781555"/>
              <a:gd name="connsiteX1" fmla="*/ 4901492 w 4901492"/>
              <a:gd name="connsiteY1" fmla="*/ 0 h 5781555"/>
              <a:gd name="connsiteX2" fmla="*/ 2459233 w 4901492"/>
              <a:gd name="connsiteY2" fmla="*/ 5781555 h 5781555"/>
              <a:gd name="connsiteX3" fmla="*/ 0 w 4901492"/>
              <a:gd name="connsiteY3" fmla="*/ 5769980 h 5781555"/>
              <a:gd name="connsiteX4" fmla="*/ 2441333 w 4901492"/>
              <a:gd name="connsiteY4" fmla="*/ 3175 h 5781555"/>
              <a:gd name="connsiteX0" fmla="*/ 2441333 w 4901492"/>
              <a:gd name="connsiteY0" fmla="*/ 3175 h 5769980"/>
              <a:gd name="connsiteX1" fmla="*/ 4901492 w 4901492"/>
              <a:gd name="connsiteY1" fmla="*/ 0 h 5769980"/>
              <a:gd name="connsiteX2" fmla="*/ 2344933 w 4901492"/>
              <a:gd name="connsiteY2" fmla="*/ 5743455 h 5769980"/>
              <a:gd name="connsiteX3" fmla="*/ 0 w 4901492"/>
              <a:gd name="connsiteY3" fmla="*/ 5769980 h 5769980"/>
              <a:gd name="connsiteX4" fmla="*/ 2441333 w 4901492"/>
              <a:gd name="connsiteY4" fmla="*/ 3175 h 5769980"/>
              <a:gd name="connsiteX0" fmla="*/ 2441333 w 4901492"/>
              <a:gd name="connsiteY0" fmla="*/ 3175 h 5775205"/>
              <a:gd name="connsiteX1" fmla="*/ 4901492 w 4901492"/>
              <a:gd name="connsiteY1" fmla="*/ 0 h 5775205"/>
              <a:gd name="connsiteX2" fmla="*/ 2446533 w 4901492"/>
              <a:gd name="connsiteY2" fmla="*/ 5775205 h 5775205"/>
              <a:gd name="connsiteX3" fmla="*/ 0 w 4901492"/>
              <a:gd name="connsiteY3" fmla="*/ 5769980 h 5775205"/>
              <a:gd name="connsiteX4" fmla="*/ 2441333 w 4901492"/>
              <a:gd name="connsiteY4" fmla="*/ 3175 h 5775205"/>
              <a:gd name="connsiteX0" fmla="*/ 2441333 w 4917367"/>
              <a:gd name="connsiteY0" fmla="*/ 0 h 5772030"/>
              <a:gd name="connsiteX1" fmla="*/ 4917367 w 4917367"/>
              <a:gd name="connsiteY1" fmla="*/ 0 h 5772030"/>
              <a:gd name="connsiteX2" fmla="*/ 2446533 w 4917367"/>
              <a:gd name="connsiteY2" fmla="*/ 5772030 h 5772030"/>
              <a:gd name="connsiteX3" fmla="*/ 0 w 4917367"/>
              <a:gd name="connsiteY3" fmla="*/ 5766805 h 5772030"/>
              <a:gd name="connsiteX4" fmla="*/ 2441333 w 4917367"/>
              <a:gd name="connsiteY4" fmla="*/ 0 h 5772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17367" h="5772030">
                <a:moveTo>
                  <a:pt x="2441333" y="0"/>
                </a:moveTo>
                <a:lnTo>
                  <a:pt x="4917367" y="0"/>
                </a:lnTo>
                <a:lnTo>
                  <a:pt x="2446533" y="5772030"/>
                </a:lnTo>
                <a:lnTo>
                  <a:pt x="0" y="5766805"/>
                </a:lnTo>
                <a:lnTo>
                  <a:pt x="2441333" y="0"/>
                </a:lnTo>
                <a:close/>
              </a:path>
            </a:pathLst>
          </a:cu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923D940D-6189-0632-C553-784DD079DE8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-1" y="449848"/>
            <a:ext cx="9795419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9609373 w 9683261"/>
              <a:gd name="connsiteY23" fmla="*/ 50961 h 335964"/>
              <a:gd name="connsiteX24" fmla="*/ 0 w 9683261"/>
              <a:gd name="connsiteY24" fmla="*/ 0 h 335964"/>
              <a:gd name="connsiteX25" fmla="*/ 739665 w 9683261"/>
              <a:gd name="connsiteY25" fmla="*/ 0 h 335964"/>
              <a:gd name="connsiteX26" fmla="*/ 9540864 w 9683261"/>
              <a:gd name="connsiteY26" fmla="*/ 0 h 335964"/>
              <a:gd name="connsiteX27" fmla="*/ 9568541 w 9683261"/>
              <a:gd name="connsiteY27" fmla="*/ 27997 h 335964"/>
              <a:gd name="connsiteX28" fmla="*/ 9540864 w 9683261"/>
              <a:gd name="connsiteY28" fmla="*/ 55995 h 335964"/>
              <a:gd name="connsiteX29" fmla="*/ 9522411 w 9683261"/>
              <a:gd name="connsiteY29" fmla="*/ 74659 h 335964"/>
              <a:gd name="connsiteX30" fmla="*/ 9540864 w 9683261"/>
              <a:gd name="connsiteY30" fmla="*/ 97990 h 335964"/>
              <a:gd name="connsiteX31" fmla="*/ 9568541 w 9683261"/>
              <a:gd name="connsiteY31" fmla="*/ 121320 h 335964"/>
              <a:gd name="connsiteX32" fmla="*/ 9545478 w 9683261"/>
              <a:gd name="connsiteY32" fmla="*/ 149317 h 335964"/>
              <a:gd name="connsiteX33" fmla="*/ 9540864 w 9683261"/>
              <a:gd name="connsiteY33" fmla="*/ 149317 h 335964"/>
              <a:gd name="connsiteX34" fmla="*/ 9522411 w 9683261"/>
              <a:gd name="connsiteY34" fmla="*/ 167982 h 335964"/>
              <a:gd name="connsiteX35" fmla="*/ 9540864 w 9683261"/>
              <a:gd name="connsiteY35" fmla="*/ 191313 h 335964"/>
              <a:gd name="connsiteX36" fmla="*/ 9568541 w 9683261"/>
              <a:gd name="connsiteY36" fmla="*/ 214644 h 335964"/>
              <a:gd name="connsiteX37" fmla="*/ 9540864 w 9683261"/>
              <a:gd name="connsiteY37" fmla="*/ 242641 h 335964"/>
              <a:gd name="connsiteX38" fmla="*/ 9522411 w 9683261"/>
              <a:gd name="connsiteY38" fmla="*/ 265971 h 335964"/>
              <a:gd name="connsiteX39" fmla="*/ 9540864 w 9683261"/>
              <a:gd name="connsiteY39" fmla="*/ 284636 h 335964"/>
              <a:gd name="connsiteX40" fmla="*/ 9568541 w 9683261"/>
              <a:gd name="connsiteY40" fmla="*/ 312633 h 335964"/>
              <a:gd name="connsiteX41" fmla="*/ 9540864 w 9683261"/>
              <a:gd name="connsiteY41" fmla="*/ 335964 h 335964"/>
              <a:gd name="connsiteX42" fmla="*/ 845227 w 9683261"/>
              <a:gd name="connsiteY42" fmla="*/ 335964 h 335964"/>
              <a:gd name="connsiteX43" fmla="*/ 0 w 9683261"/>
              <a:gd name="connsiteY43" fmla="*/ 335964 h 335964"/>
              <a:gd name="connsiteX44" fmla="*/ 0 w 9683261"/>
              <a:gd name="connsiteY44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586041 w 9683261"/>
              <a:gd name="connsiteY20" fmla="*/ 7450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0 w 9683261"/>
              <a:gd name="connsiteY23" fmla="*/ 0 h 335964"/>
              <a:gd name="connsiteX24" fmla="*/ 739665 w 9683261"/>
              <a:gd name="connsiteY24" fmla="*/ 0 h 335964"/>
              <a:gd name="connsiteX25" fmla="*/ 9540864 w 9683261"/>
              <a:gd name="connsiteY25" fmla="*/ 0 h 335964"/>
              <a:gd name="connsiteX26" fmla="*/ 9568541 w 9683261"/>
              <a:gd name="connsiteY26" fmla="*/ 27997 h 335964"/>
              <a:gd name="connsiteX27" fmla="*/ 9540864 w 9683261"/>
              <a:gd name="connsiteY27" fmla="*/ 55995 h 335964"/>
              <a:gd name="connsiteX28" fmla="*/ 9522411 w 9683261"/>
              <a:gd name="connsiteY28" fmla="*/ 74659 h 335964"/>
              <a:gd name="connsiteX29" fmla="*/ 9540864 w 9683261"/>
              <a:gd name="connsiteY29" fmla="*/ 97990 h 335964"/>
              <a:gd name="connsiteX30" fmla="*/ 9568541 w 9683261"/>
              <a:gd name="connsiteY30" fmla="*/ 121320 h 335964"/>
              <a:gd name="connsiteX31" fmla="*/ 9545478 w 9683261"/>
              <a:gd name="connsiteY31" fmla="*/ 149317 h 335964"/>
              <a:gd name="connsiteX32" fmla="*/ 9540864 w 9683261"/>
              <a:gd name="connsiteY32" fmla="*/ 149317 h 335964"/>
              <a:gd name="connsiteX33" fmla="*/ 9522411 w 9683261"/>
              <a:gd name="connsiteY33" fmla="*/ 167982 h 335964"/>
              <a:gd name="connsiteX34" fmla="*/ 9540864 w 9683261"/>
              <a:gd name="connsiteY34" fmla="*/ 191313 h 335964"/>
              <a:gd name="connsiteX35" fmla="*/ 9568541 w 9683261"/>
              <a:gd name="connsiteY35" fmla="*/ 214644 h 335964"/>
              <a:gd name="connsiteX36" fmla="*/ 9540864 w 9683261"/>
              <a:gd name="connsiteY36" fmla="*/ 242641 h 335964"/>
              <a:gd name="connsiteX37" fmla="*/ 9522411 w 9683261"/>
              <a:gd name="connsiteY37" fmla="*/ 265971 h 335964"/>
              <a:gd name="connsiteX38" fmla="*/ 9540864 w 9683261"/>
              <a:gd name="connsiteY38" fmla="*/ 284636 h 335964"/>
              <a:gd name="connsiteX39" fmla="*/ 9568541 w 9683261"/>
              <a:gd name="connsiteY39" fmla="*/ 312633 h 335964"/>
              <a:gd name="connsiteX40" fmla="*/ 9540864 w 9683261"/>
              <a:gd name="connsiteY40" fmla="*/ 335964 h 335964"/>
              <a:gd name="connsiteX41" fmla="*/ 845227 w 9683261"/>
              <a:gd name="connsiteY41" fmla="*/ 335964 h 335964"/>
              <a:gd name="connsiteX42" fmla="*/ 0 w 9683261"/>
              <a:gd name="connsiteY42" fmla="*/ 335964 h 335964"/>
              <a:gd name="connsiteX43" fmla="*/ 0 w 9683261"/>
              <a:gd name="connsiteY43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0 w 9683261"/>
              <a:gd name="connsiteY20" fmla="*/ 0 h 335964"/>
              <a:gd name="connsiteX21" fmla="*/ 739665 w 9683261"/>
              <a:gd name="connsiteY21" fmla="*/ 0 h 335964"/>
              <a:gd name="connsiteX22" fmla="*/ 9540864 w 9683261"/>
              <a:gd name="connsiteY22" fmla="*/ 0 h 335964"/>
              <a:gd name="connsiteX23" fmla="*/ 9568541 w 9683261"/>
              <a:gd name="connsiteY23" fmla="*/ 27997 h 335964"/>
              <a:gd name="connsiteX24" fmla="*/ 9540864 w 9683261"/>
              <a:gd name="connsiteY24" fmla="*/ 55995 h 335964"/>
              <a:gd name="connsiteX25" fmla="*/ 9522411 w 9683261"/>
              <a:gd name="connsiteY25" fmla="*/ 74659 h 335964"/>
              <a:gd name="connsiteX26" fmla="*/ 9540864 w 9683261"/>
              <a:gd name="connsiteY26" fmla="*/ 97990 h 335964"/>
              <a:gd name="connsiteX27" fmla="*/ 9568541 w 9683261"/>
              <a:gd name="connsiteY27" fmla="*/ 121320 h 335964"/>
              <a:gd name="connsiteX28" fmla="*/ 9545478 w 9683261"/>
              <a:gd name="connsiteY28" fmla="*/ 149317 h 335964"/>
              <a:gd name="connsiteX29" fmla="*/ 9540864 w 9683261"/>
              <a:gd name="connsiteY29" fmla="*/ 149317 h 335964"/>
              <a:gd name="connsiteX30" fmla="*/ 9522411 w 9683261"/>
              <a:gd name="connsiteY30" fmla="*/ 167982 h 335964"/>
              <a:gd name="connsiteX31" fmla="*/ 9540864 w 9683261"/>
              <a:gd name="connsiteY31" fmla="*/ 191313 h 335964"/>
              <a:gd name="connsiteX32" fmla="*/ 9568541 w 9683261"/>
              <a:gd name="connsiteY32" fmla="*/ 214644 h 335964"/>
              <a:gd name="connsiteX33" fmla="*/ 9540864 w 9683261"/>
              <a:gd name="connsiteY33" fmla="*/ 242641 h 335964"/>
              <a:gd name="connsiteX34" fmla="*/ 9522411 w 9683261"/>
              <a:gd name="connsiteY34" fmla="*/ 265971 h 335964"/>
              <a:gd name="connsiteX35" fmla="*/ 9540864 w 9683261"/>
              <a:gd name="connsiteY35" fmla="*/ 284636 h 335964"/>
              <a:gd name="connsiteX36" fmla="*/ 9568541 w 9683261"/>
              <a:gd name="connsiteY36" fmla="*/ 312633 h 335964"/>
              <a:gd name="connsiteX37" fmla="*/ 9540864 w 9683261"/>
              <a:gd name="connsiteY37" fmla="*/ 335964 h 335964"/>
              <a:gd name="connsiteX38" fmla="*/ 845227 w 9683261"/>
              <a:gd name="connsiteY38" fmla="*/ 335964 h 335964"/>
              <a:gd name="connsiteX39" fmla="*/ 0 w 9683261"/>
              <a:gd name="connsiteY39" fmla="*/ 335964 h 335964"/>
              <a:gd name="connsiteX40" fmla="*/ 0 w 9683261"/>
              <a:gd name="connsiteY40" fmla="*/ 0 h 335964"/>
              <a:gd name="connsiteX0" fmla="*/ 9609373 w 9683639"/>
              <a:gd name="connsiteY0" fmla="*/ 237817 h 335964"/>
              <a:gd name="connsiteX1" fmla="*/ 9632706 w 9683639"/>
              <a:gd name="connsiteY1" fmla="*/ 261358 h 335964"/>
              <a:gd name="connsiteX2" fmla="*/ 9609373 w 9683639"/>
              <a:gd name="connsiteY2" fmla="*/ 284899 h 335964"/>
              <a:gd name="connsiteX3" fmla="*/ 9586041 w 9683639"/>
              <a:gd name="connsiteY3" fmla="*/ 261358 h 335964"/>
              <a:gd name="connsiteX4" fmla="*/ 9609373 w 9683639"/>
              <a:gd name="connsiteY4" fmla="*/ 237817 h 335964"/>
              <a:gd name="connsiteX5" fmla="*/ 9669650 w 9683639"/>
              <a:gd name="connsiteY5" fmla="*/ 200069 h 335964"/>
              <a:gd name="connsiteX6" fmla="*/ 9683261 w 9683639"/>
              <a:gd name="connsiteY6" fmla="*/ 212909 h 335964"/>
              <a:gd name="connsiteX7" fmla="*/ 9669650 w 9683639"/>
              <a:gd name="connsiteY7" fmla="*/ 225749 h 335964"/>
              <a:gd name="connsiteX8" fmla="*/ 9656038 w 9683639"/>
              <a:gd name="connsiteY8" fmla="*/ 212909 h 335964"/>
              <a:gd name="connsiteX9" fmla="*/ 9669650 w 9683639"/>
              <a:gd name="connsiteY9" fmla="*/ 200069 h 335964"/>
              <a:gd name="connsiteX10" fmla="*/ 9609373 w 9683639"/>
              <a:gd name="connsiteY10" fmla="*/ 143445 h 335964"/>
              <a:gd name="connsiteX11" fmla="*/ 9632706 w 9683639"/>
              <a:gd name="connsiteY11" fmla="*/ 166987 h 335964"/>
              <a:gd name="connsiteX12" fmla="*/ 9609373 w 9683639"/>
              <a:gd name="connsiteY12" fmla="*/ 190527 h 335964"/>
              <a:gd name="connsiteX13" fmla="*/ 9586041 w 9683639"/>
              <a:gd name="connsiteY13" fmla="*/ 166987 h 335964"/>
              <a:gd name="connsiteX14" fmla="*/ 9609373 w 9683639"/>
              <a:gd name="connsiteY14" fmla="*/ 143445 h 335964"/>
              <a:gd name="connsiteX15" fmla="*/ 9656038 w 9683639"/>
              <a:gd name="connsiteY15" fmla="*/ 114762 h 335964"/>
              <a:gd name="connsiteX16" fmla="*/ 9683261 w 9683639"/>
              <a:gd name="connsiteY16" fmla="*/ 114762 h 335964"/>
              <a:gd name="connsiteX17" fmla="*/ 9669650 w 9683639"/>
              <a:gd name="connsiteY17" fmla="*/ 127602 h 335964"/>
              <a:gd name="connsiteX18" fmla="*/ 9656038 w 9683639"/>
              <a:gd name="connsiteY18" fmla="*/ 114762 h 335964"/>
              <a:gd name="connsiteX19" fmla="*/ 0 w 9683639"/>
              <a:gd name="connsiteY19" fmla="*/ 0 h 335964"/>
              <a:gd name="connsiteX20" fmla="*/ 739665 w 9683639"/>
              <a:gd name="connsiteY20" fmla="*/ 0 h 335964"/>
              <a:gd name="connsiteX21" fmla="*/ 9540864 w 9683639"/>
              <a:gd name="connsiteY21" fmla="*/ 0 h 335964"/>
              <a:gd name="connsiteX22" fmla="*/ 9568541 w 9683639"/>
              <a:gd name="connsiteY22" fmla="*/ 27997 h 335964"/>
              <a:gd name="connsiteX23" fmla="*/ 9540864 w 9683639"/>
              <a:gd name="connsiteY23" fmla="*/ 55995 h 335964"/>
              <a:gd name="connsiteX24" fmla="*/ 9522411 w 9683639"/>
              <a:gd name="connsiteY24" fmla="*/ 74659 h 335964"/>
              <a:gd name="connsiteX25" fmla="*/ 9540864 w 9683639"/>
              <a:gd name="connsiteY25" fmla="*/ 97990 h 335964"/>
              <a:gd name="connsiteX26" fmla="*/ 9568541 w 9683639"/>
              <a:gd name="connsiteY26" fmla="*/ 121320 h 335964"/>
              <a:gd name="connsiteX27" fmla="*/ 9545478 w 9683639"/>
              <a:gd name="connsiteY27" fmla="*/ 149317 h 335964"/>
              <a:gd name="connsiteX28" fmla="*/ 9540864 w 9683639"/>
              <a:gd name="connsiteY28" fmla="*/ 149317 h 335964"/>
              <a:gd name="connsiteX29" fmla="*/ 9522411 w 9683639"/>
              <a:gd name="connsiteY29" fmla="*/ 167982 h 335964"/>
              <a:gd name="connsiteX30" fmla="*/ 9540864 w 9683639"/>
              <a:gd name="connsiteY30" fmla="*/ 191313 h 335964"/>
              <a:gd name="connsiteX31" fmla="*/ 9568541 w 9683639"/>
              <a:gd name="connsiteY31" fmla="*/ 214644 h 335964"/>
              <a:gd name="connsiteX32" fmla="*/ 9540864 w 9683639"/>
              <a:gd name="connsiteY32" fmla="*/ 242641 h 335964"/>
              <a:gd name="connsiteX33" fmla="*/ 9522411 w 9683639"/>
              <a:gd name="connsiteY33" fmla="*/ 265971 h 335964"/>
              <a:gd name="connsiteX34" fmla="*/ 9540864 w 9683639"/>
              <a:gd name="connsiteY34" fmla="*/ 284636 h 335964"/>
              <a:gd name="connsiteX35" fmla="*/ 9568541 w 9683639"/>
              <a:gd name="connsiteY35" fmla="*/ 312633 h 335964"/>
              <a:gd name="connsiteX36" fmla="*/ 9540864 w 9683639"/>
              <a:gd name="connsiteY36" fmla="*/ 335964 h 335964"/>
              <a:gd name="connsiteX37" fmla="*/ 845227 w 9683639"/>
              <a:gd name="connsiteY37" fmla="*/ 335964 h 335964"/>
              <a:gd name="connsiteX38" fmla="*/ 0 w 9683639"/>
              <a:gd name="connsiteY38" fmla="*/ 335964 h 335964"/>
              <a:gd name="connsiteX39" fmla="*/ 0 w 9683639"/>
              <a:gd name="connsiteY39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56038 w 9683261"/>
              <a:gd name="connsiteY15" fmla="*/ 114762 h 335964"/>
              <a:gd name="connsiteX16" fmla="*/ 9669650 w 9683261"/>
              <a:gd name="connsiteY16" fmla="*/ 127602 h 335964"/>
              <a:gd name="connsiteX17" fmla="*/ 9656038 w 9683261"/>
              <a:gd name="connsiteY17" fmla="*/ 114762 h 335964"/>
              <a:gd name="connsiteX18" fmla="*/ 0 w 9683261"/>
              <a:gd name="connsiteY18" fmla="*/ 0 h 335964"/>
              <a:gd name="connsiteX19" fmla="*/ 739665 w 9683261"/>
              <a:gd name="connsiteY19" fmla="*/ 0 h 335964"/>
              <a:gd name="connsiteX20" fmla="*/ 9540864 w 9683261"/>
              <a:gd name="connsiteY20" fmla="*/ 0 h 335964"/>
              <a:gd name="connsiteX21" fmla="*/ 9568541 w 9683261"/>
              <a:gd name="connsiteY21" fmla="*/ 27997 h 335964"/>
              <a:gd name="connsiteX22" fmla="*/ 9540864 w 9683261"/>
              <a:gd name="connsiteY22" fmla="*/ 55995 h 335964"/>
              <a:gd name="connsiteX23" fmla="*/ 9522411 w 9683261"/>
              <a:gd name="connsiteY23" fmla="*/ 74659 h 335964"/>
              <a:gd name="connsiteX24" fmla="*/ 9540864 w 9683261"/>
              <a:gd name="connsiteY24" fmla="*/ 97990 h 335964"/>
              <a:gd name="connsiteX25" fmla="*/ 9568541 w 9683261"/>
              <a:gd name="connsiteY25" fmla="*/ 121320 h 335964"/>
              <a:gd name="connsiteX26" fmla="*/ 9545478 w 9683261"/>
              <a:gd name="connsiteY26" fmla="*/ 149317 h 335964"/>
              <a:gd name="connsiteX27" fmla="*/ 9540864 w 9683261"/>
              <a:gd name="connsiteY27" fmla="*/ 149317 h 335964"/>
              <a:gd name="connsiteX28" fmla="*/ 9522411 w 9683261"/>
              <a:gd name="connsiteY28" fmla="*/ 167982 h 335964"/>
              <a:gd name="connsiteX29" fmla="*/ 9540864 w 9683261"/>
              <a:gd name="connsiteY29" fmla="*/ 191313 h 335964"/>
              <a:gd name="connsiteX30" fmla="*/ 9568541 w 9683261"/>
              <a:gd name="connsiteY30" fmla="*/ 214644 h 335964"/>
              <a:gd name="connsiteX31" fmla="*/ 9540864 w 9683261"/>
              <a:gd name="connsiteY31" fmla="*/ 242641 h 335964"/>
              <a:gd name="connsiteX32" fmla="*/ 9522411 w 9683261"/>
              <a:gd name="connsiteY32" fmla="*/ 265971 h 335964"/>
              <a:gd name="connsiteX33" fmla="*/ 9540864 w 9683261"/>
              <a:gd name="connsiteY33" fmla="*/ 284636 h 335964"/>
              <a:gd name="connsiteX34" fmla="*/ 9568541 w 9683261"/>
              <a:gd name="connsiteY34" fmla="*/ 312633 h 335964"/>
              <a:gd name="connsiteX35" fmla="*/ 9540864 w 9683261"/>
              <a:gd name="connsiteY35" fmla="*/ 335964 h 335964"/>
              <a:gd name="connsiteX36" fmla="*/ 845227 w 9683261"/>
              <a:gd name="connsiteY36" fmla="*/ 335964 h 335964"/>
              <a:gd name="connsiteX37" fmla="*/ 0 w 9683261"/>
              <a:gd name="connsiteY37" fmla="*/ 335964 h 335964"/>
              <a:gd name="connsiteX38" fmla="*/ 0 w 9683261"/>
              <a:gd name="connsiteY38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0 w 9683261"/>
              <a:gd name="connsiteY15" fmla="*/ 0 h 335964"/>
              <a:gd name="connsiteX16" fmla="*/ 739665 w 9683261"/>
              <a:gd name="connsiteY16" fmla="*/ 0 h 335964"/>
              <a:gd name="connsiteX17" fmla="*/ 9540864 w 9683261"/>
              <a:gd name="connsiteY17" fmla="*/ 0 h 335964"/>
              <a:gd name="connsiteX18" fmla="*/ 9568541 w 9683261"/>
              <a:gd name="connsiteY18" fmla="*/ 27997 h 335964"/>
              <a:gd name="connsiteX19" fmla="*/ 9540864 w 9683261"/>
              <a:gd name="connsiteY19" fmla="*/ 55995 h 335964"/>
              <a:gd name="connsiteX20" fmla="*/ 9522411 w 9683261"/>
              <a:gd name="connsiteY20" fmla="*/ 74659 h 335964"/>
              <a:gd name="connsiteX21" fmla="*/ 9540864 w 9683261"/>
              <a:gd name="connsiteY21" fmla="*/ 97990 h 335964"/>
              <a:gd name="connsiteX22" fmla="*/ 9568541 w 9683261"/>
              <a:gd name="connsiteY22" fmla="*/ 121320 h 335964"/>
              <a:gd name="connsiteX23" fmla="*/ 9545478 w 9683261"/>
              <a:gd name="connsiteY23" fmla="*/ 149317 h 335964"/>
              <a:gd name="connsiteX24" fmla="*/ 9540864 w 9683261"/>
              <a:gd name="connsiteY24" fmla="*/ 149317 h 335964"/>
              <a:gd name="connsiteX25" fmla="*/ 9522411 w 9683261"/>
              <a:gd name="connsiteY25" fmla="*/ 167982 h 335964"/>
              <a:gd name="connsiteX26" fmla="*/ 9540864 w 9683261"/>
              <a:gd name="connsiteY26" fmla="*/ 191313 h 335964"/>
              <a:gd name="connsiteX27" fmla="*/ 9568541 w 9683261"/>
              <a:gd name="connsiteY27" fmla="*/ 214644 h 335964"/>
              <a:gd name="connsiteX28" fmla="*/ 9540864 w 9683261"/>
              <a:gd name="connsiteY28" fmla="*/ 242641 h 335964"/>
              <a:gd name="connsiteX29" fmla="*/ 9522411 w 9683261"/>
              <a:gd name="connsiteY29" fmla="*/ 265971 h 335964"/>
              <a:gd name="connsiteX30" fmla="*/ 9540864 w 9683261"/>
              <a:gd name="connsiteY30" fmla="*/ 284636 h 335964"/>
              <a:gd name="connsiteX31" fmla="*/ 9568541 w 9683261"/>
              <a:gd name="connsiteY31" fmla="*/ 312633 h 335964"/>
              <a:gd name="connsiteX32" fmla="*/ 9540864 w 9683261"/>
              <a:gd name="connsiteY32" fmla="*/ 335964 h 335964"/>
              <a:gd name="connsiteX33" fmla="*/ 845227 w 9683261"/>
              <a:gd name="connsiteY33" fmla="*/ 335964 h 335964"/>
              <a:gd name="connsiteX34" fmla="*/ 0 w 9683261"/>
              <a:gd name="connsiteY34" fmla="*/ 335964 h 335964"/>
              <a:gd name="connsiteX35" fmla="*/ 0 w 9683261"/>
              <a:gd name="connsiteY35" fmla="*/ 0 h 335964"/>
              <a:gd name="connsiteX0" fmla="*/ 9609373 w 9786569"/>
              <a:gd name="connsiteY0" fmla="*/ 237817 h 335964"/>
              <a:gd name="connsiteX1" fmla="*/ 9632706 w 9786569"/>
              <a:gd name="connsiteY1" fmla="*/ 261358 h 335964"/>
              <a:gd name="connsiteX2" fmla="*/ 9609373 w 9786569"/>
              <a:gd name="connsiteY2" fmla="*/ 284899 h 335964"/>
              <a:gd name="connsiteX3" fmla="*/ 9586041 w 9786569"/>
              <a:gd name="connsiteY3" fmla="*/ 261358 h 335964"/>
              <a:gd name="connsiteX4" fmla="*/ 9609373 w 9786569"/>
              <a:gd name="connsiteY4" fmla="*/ 237817 h 335964"/>
              <a:gd name="connsiteX5" fmla="*/ 9669650 w 9786569"/>
              <a:gd name="connsiteY5" fmla="*/ 200069 h 335964"/>
              <a:gd name="connsiteX6" fmla="*/ 9683261 w 9786569"/>
              <a:gd name="connsiteY6" fmla="*/ 212909 h 335964"/>
              <a:gd name="connsiteX7" fmla="*/ 9669650 w 9786569"/>
              <a:gd name="connsiteY7" fmla="*/ 225749 h 335964"/>
              <a:gd name="connsiteX8" fmla="*/ 9656038 w 9786569"/>
              <a:gd name="connsiteY8" fmla="*/ 212909 h 335964"/>
              <a:gd name="connsiteX9" fmla="*/ 9669650 w 9786569"/>
              <a:gd name="connsiteY9" fmla="*/ 200069 h 335964"/>
              <a:gd name="connsiteX10" fmla="*/ 9609373 w 9786569"/>
              <a:gd name="connsiteY10" fmla="*/ 143445 h 335964"/>
              <a:gd name="connsiteX11" fmla="*/ 9632706 w 9786569"/>
              <a:gd name="connsiteY11" fmla="*/ 166987 h 335964"/>
              <a:gd name="connsiteX12" fmla="*/ 9609373 w 9786569"/>
              <a:gd name="connsiteY12" fmla="*/ 190527 h 335964"/>
              <a:gd name="connsiteX13" fmla="*/ 9586041 w 9786569"/>
              <a:gd name="connsiteY13" fmla="*/ 166987 h 335964"/>
              <a:gd name="connsiteX14" fmla="*/ 9609373 w 9786569"/>
              <a:gd name="connsiteY14" fmla="*/ 143445 h 335964"/>
              <a:gd name="connsiteX15" fmla="*/ 0 w 9786569"/>
              <a:gd name="connsiteY15" fmla="*/ 0 h 335964"/>
              <a:gd name="connsiteX16" fmla="*/ 739665 w 9786569"/>
              <a:gd name="connsiteY16" fmla="*/ 0 h 335964"/>
              <a:gd name="connsiteX17" fmla="*/ 9785339 w 9786569"/>
              <a:gd name="connsiteY17" fmla="*/ 3175 h 335964"/>
              <a:gd name="connsiteX18" fmla="*/ 9568541 w 9786569"/>
              <a:gd name="connsiteY18" fmla="*/ 27997 h 335964"/>
              <a:gd name="connsiteX19" fmla="*/ 9540864 w 9786569"/>
              <a:gd name="connsiteY19" fmla="*/ 55995 h 335964"/>
              <a:gd name="connsiteX20" fmla="*/ 9522411 w 9786569"/>
              <a:gd name="connsiteY20" fmla="*/ 74659 h 335964"/>
              <a:gd name="connsiteX21" fmla="*/ 9540864 w 9786569"/>
              <a:gd name="connsiteY21" fmla="*/ 97990 h 335964"/>
              <a:gd name="connsiteX22" fmla="*/ 9568541 w 9786569"/>
              <a:gd name="connsiteY22" fmla="*/ 121320 h 335964"/>
              <a:gd name="connsiteX23" fmla="*/ 9545478 w 9786569"/>
              <a:gd name="connsiteY23" fmla="*/ 149317 h 335964"/>
              <a:gd name="connsiteX24" fmla="*/ 9540864 w 9786569"/>
              <a:gd name="connsiteY24" fmla="*/ 149317 h 335964"/>
              <a:gd name="connsiteX25" fmla="*/ 9522411 w 9786569"/>
              <a:gd name="connsiteY25" fmla="*/ 167982 h 335964"/>
              <a:gd name="connsiteX26" fmla="*/ 9540864 w 9786569"/>
              <a:gd name="connsiteY26" fmla="*/ 191313 h 335964"/>
              <a:gd name="connsiteX27" fmla="*/ 9568541 w 9786569"/>
              <a:gd name="connsiteY27" fmla="*/ 214644 h 335964"/>
              <a:gd name="connsiteX28" fmla="*/ 9540864 w 9786569"/>
              <a:gd name="connsiteY28" fmla="*/ 242641 h 335964"/>
              <a:gd name="connsiteX29" fmla="*/ 9522411 w 9786569"/>
              <a:gd name="connsiteY29" fmla="*/ 265971 h 335964"/>
              <a:gd name="connsiteX30" fmla="*/ 9540864 w 9786569"/>
              <a:gd name="connsiteY30" fmla="*/ 284636 h 335964"/>
              <a:gd name="connsiteX31" fmla="*/ 9568541 w 9786569"/>
              <a:gd name="connsiteY31" fmla="*/ 312633 h 335964"/>
              <a:gd name="connsiteX32" fmla="*/ 9540864 w 9786569"/>
              <a:gd name="connsiteY32" fmla="*/ 335964 h 335964"/>
              <a:gd name="connsiteX33" fmla="*/ 845227 w 9786569"/>
              <a:gd name="connsiteY33" fmla="*/ 335964 h 335964"/>
              <a:gd name="connsiteX34" fmla="*/ 0 w 9786569"/>
              <a:gd name="connsiteY34" fmla="*/ 335964 h 335964"/>
              <a:gd name="connsiteX35" fmla="*/ 0 w 9786569"/>
              <a:gd name="connsiteY35" fmla="*/ 0 h 335964"/>
              <a:gd name="connsiteX0" fmla="*/ 9609373 w 9786569"/>
              <a:gd name="connsiteY0" fmla="*/ 237817 h 339139"/>
              <a:gd name="connsiteX1" fmla="*/ 9632706 w 9786569"/>
              <a:gd name="connsiteY1" fmla="*/ 261358 h 339139"/>
              <a:gd name="connsiteX2" fmla="*/ 9609373 w 9786569"/>
              <a:gd name="connsiteY2" fmla="*/ 284899 h 339139"/>
              <a:gd name="connsiteX3" fmla="*/ 9586041 w 9786569"/>
              <a:gd name="connsiteY3" fmla="*/ 261358 h 339139"/>
              <a:gd name="connsiteX4" fmla="*/ 9609373 w 9786569"/>
              <a:gd name="connsiteY4" fmla="*/ 237817 h 339139"/>
              <a:gd name="connsiteX5" fmla="*/ 9669650 w 9786569"/>
              <a:gd name="connsiteY5" fmla="*/ 200069 h 339139"/>
              <a:gd name="connsiteX6" fmla="*/ 9683261 w 9786569"/>
              <a:gd name="connsiteY6" fmla="*/ 212909 h 339139"/>
              <a:gd name="connsiteX7" fmla="*/ 9669650 w 9786569"/>
              <a:gd name="connsiteY7" fmla="*/ 225749 h 339139"/>
              <a:gd name="connsiteX8" fmla="*/ 9656038 w 9786569"/>
              <a:gd name="connsiteY8" fmla="*/ 212909 h 339139"/>
              <a:gd name="connsiteX9" fmla="*/ 9669650 w 9786569"/>
              <a:gd name="connsiteY9" fmla="*/ 200069 h 339139"/>
              <a:gd name="connsiteX10" fmla="*/ 9609373 w 9786569"/>
              <a:gd name="connsiteY10" fmla="*/ 143445 h 339139"/>
              <a:gd name="connsiteX11" fmla="*/ 9632706 w 9786569"/>
              <a:gd name="connsiteY11" fmla="*/ 166987 h 339139"/>
              <a:gd name="connsiteX12" fmla="*/ 9609373 w 9786569"/>
              <a:gd name="connsiteY12" fmla="*/ 190527 h 339139"/>
              <a:gd name="connsiteX13" fmla="*/ 9586041 w 9786569"/>
              <a:gd name="connsiteY13" fmla="*/ 166987 h 339139"/>
              <a:gd name="connsiteX14" fmla="*/ 9609373 w 9786569"/>
              <a:gd name="connsiteY14" fmla="*/ 143445 h 339139"/>
              <a:gd name="connsiteX15" fmla="*/ 0 w 9786569"/>
              <a:gd name="connsiteY15" fmla="*/ 0 h 339139"/>
              <a:gd name="connsiteX16" fmla="*/ 739665 w 9786569"/>
              <a:gd name="connsiteY16" fmla="*/ 0 h 339139"/>
              <a:gd name="connsiteX17" fmla="*/ 9785339 w 9786569"/>
              <a:gd name="connsiteY17" fmla="*/ 3175 h 339139"/>
              <a:gd name="connsiteX18" fmla="*/ 9568541 w 9786569"/>
              <a:gd name="connsiteY18" fmla="*/ 27997 h 339139"/>
              <a:gd name="connsiteX19" fmla="*/ 9540864 w 9786569"/>
              <a:gd name="connsiteY19" fmla="*/ 55995 h 339139"/>
              <a:gd name="connsiteX20" fmla="*/ 9522411 w 9786569"/>
              <a:gd name="connsiteY20" fmla="*/ 74659 h 339139"/>
              <a:gd name="connsiteX21" fmla="*/ 9540864 w 9786569"/>
              <a:gd name="connsiteY21" fmla="*/ 97990 h 339139"/>
              <a:gd name="connsiteX22" fmla="*/ 9568541 w 9786569"/>
              <a:gd name="connsiteY22" fmla="*/ 121320 h 339139"/>
              <a:gd name="connsiteX23" fmla="*/ 9545478 w 9786569"/>
              <a:gd name="connsiteY23" fmla="*/ 149317 h 339139"/>
              <a:gd name="connsiteX24" fmla="*/ 9540864 w 9786569"/>
              <a:gd name="connsiteY24" fmla="*/ 149317 h 339139"/>
              <a:gd name="connsiteX25" fmla="*/ 9522411 w 9786569"/>
              <a:gd name="connsiteY25" fmla="*/ 167982 h 339139"/>
              <a:gd name="connsiteX26" fmla="*/ 9540864 w 9786569"/>
              <a:gd name="connsiteY26" fmla="*/ 191313 h 339139"/>
              <a:gd name="connsiteX27" fmla="*/ 9568541 w 9786569"/>
              <a:gd name="connsiteY27" fmla="*/ 214644 h 339139"/>
              <a:gd name="connsiteX28" fmla="*/ 9540864 w 9786569"/>
              <a:gd name="connsiteY28" fmla="*/ 242641 h 339139"/>
              <a:gd name="connsiteX29" fmla="*/ 9522411 w 9786569"/>
              <a:gd name="connsiteY29" fmla="*/ 265971 h 339139"/>
              <a:gd name="connsiteX30" fmla="*/ 9540864 w 9786569"/>
              <a:gd name="connsiteY30" fmla="*/ 284636 h 339139"/>
              <a:gd name="connsiteX31" fmla="*/ 9568541 w 9786569"/>
              <a:gd name="connsiteY31" fmla="*/ 312633 h 339139"/>
              <a:gd name="connsiteX32" fmla="*/ 9598014 w 9786569"/>
              <a:gd name="connsiteY32" fmla="*/ 339139 h 339139"/>
              <a:gd name="connsiteX33" fmla="*/ 845227 w 9786569"/>
              <a:gd name="connsiteY33" fmla="*/ 335964 h 339139"/>
              <a:gd name="connsiteX34" fmla="*/ 0 w 9786569"/>
              <a:gd name="connsiteY34" fmla="*/ 335964 h 339139"/>
              <a:gd name="connsiteX35" fmla="*/ 0 w 9786569"/>
              <a:gd name="connsiteY35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882821"/>
              <a:gd name="connsiteY0" fmla="*/ 237817 h 339158"/>
              <a:gd name="connsiteX1" fmla="*/ 9632706 w 10882821"/>
              <a:gd name="connsiteY1" fmla="*/ 261358 h 339158"/>
              <a:gd name="connsiteX2" fmla="*/ 9609373 w 10882821"/>
              <a:gd name="connsiteY2" fmla="*/ 284899 h 339158"/>
              <a:gd name="connsiteX3" fmla="*/ 9586041 w 10882821"/>
              <a:gd name="connsiteY3" fmla="*/ 261358 h 339158"/>
              <a:gd name="connsiteX4" fmla="*/ 9609373 w 10882821"/>
              <a:gd name="connsiteY4" fmla="*/ 237817 h 339158"/>
              <a:gd name="connsiteX5" fmla="*/ 9669650 w 10882821"/>
              <a:gd name="connsiteY5" fmla="*/ 200069 h 339158"/>
              <a:gd name="connsiteX6" fmla="*/ 9683261 w 10882821"/>
              <a:gd name="connsiteY6" fmla="*/ 212909 h 339158"/>
              <a:gd name="connsiteX7" fmla="*/ 9669650 w 10882821"/>
              <a:gd name="connsiteY7" fmla="*/ 225749 h 339158"/>
              <a:gd name="connsiteX8" fmla="*/ 9656038 w 10882821"/>
              <a:gd name="connsiteY8" fmla="*/ 212909 h 339158"/>
              <a:gd name="connsiteX9" fmla="*/ 9669650 w 10882821"/>
              <a:gd name="connsiteY9" fmla="*/ 200069 h 339158"/>
              <a:gd name="connsiteX10" fmla="*/ 9609373 w 10882821"/>
              <a:gd name="connsiteY10" fmla="*/ 143445 h 339158"/>
              <a:gd name="connsiteX11" fmla="*/ 9632706 w 10882821"/>
              <a:gd name="connsiteY11" fmla="*/ 166987 h 339158"/>
              <a:gd name="connsiteX12" fmla="*/ 9609373 w 10882821"/>
              <a:gd name="connsiteY12" fmla="*/ 190527 h 339158"/>
              <a:gd name="connsiteX13" fmla="*/ 9586041 w 10882821"/>
              <a:gd name="connsiteY13" fmla="*/ 166987 h 339158"/>
              <a:gd name="connsiteX14" fmla="*/ 9609373 w 10882821"/>
              <a:gd name="connsiteY14" fmla="*/ 143445 h 339158"/>
              <a:gd name="connsiteX15" fmla="*/ 0 w 10882821"/>
              <a:gd name="connsiteY15" fmla="*/ 0 h 339158"/>
              <a:gd name="connsiteX16" fmla="*/ 739665 w 10882821"/>
              <a:gd name="connsiteY16" fmla="*/ 0 h 339158"/>
              <a:gd name="connsiteX17" fmla="*/ 9785339 w 10882821"/>
              <a:gd name="connsiteY17" fmla="*/ 3175 h 339158"/>
              <a:gd name="connsiteX18" fmla="*/ 9568541 w 10882821"/>
              <a:gd name="connsiteY18" fmla="*/ 27997 h 339158"/>
              <a:gd name="connsiteX19" fmla="*/ 9540864 w 10882821"/>
              <a:gd name="connsiteY19" fmla="*/ 55995 h 339158"/>
              <a:gd name="connsiteX20" fmla="*/ 9522411 w 10882821"/>
              <a:gd name="connsiteY20" fmla="*/ 74659 h 339158"/>
              <a:gd name="connsiteX21" fmla="*/ 9540864 w 10882821"/>
              <a:gd name="connsiteY21" fmla="*/ 97990 h 339158"/>
              <a:gd name="connsiteX22" fmla="*/ 9568541 w 10882821"/>
              <a:gd name="connsiteY22" fmla="*/ 121320 h 339158"/>
              <a:gd name="connsiteX23" fmla="*/ 9545478 w 10882821"/>
              <a:gd name="connsiteY23" fmla="*/ 149317 h 339158"/>
              <a:gd name="connsiteX24" fmla="*/ 9540864 w 10882821"/>
              <a:gd name="connsiteY24" fmla="*/ 149317 h 339158"/>
              <a:gd name="connsiteX25" fmla="*/ 9522411 w 10882821"/>
              <a:gd name="connsiteY25" fmla="*/ 167982 h 339158"/>
              <a:gd name="connsiteX26" fmla="*/ 9540864 w 10882821"/>
              <a:gd name="connsiteY26" fmla="*/ 191313 h 339158"/>
              <a:gd name="connsiteX27" fmla="*/ 9568541 w 10882821"/>
              <a:gd name="connsiteY27" fmla="*/ 214644 h 339158"/>
              <a:gd name="connsiteX28" fmla="*/ 9540864 w 10882821"/>
              <a:gd name="connsiteY28" fmla="*/ 242641 h 339158"/>
              <a:gd name="connsiteX29" fmla="*/ 9522411 w 10882821"/>
              <a:gd name="connsiteY29" fmla="*/ 265971 h 339158"/>
              <a:gd name="connsiteX30" fmla="*/ 9540864 w 10882821"/>
              <a:gd name="connsiteY30" fmla="*/ 284636 h 339158"/>
              <a:gd name="connsiteX31" fmla="*/ 9598014 w 10882821"/>
              <a:gd name="connsiteY31" fmla="*/ 339139 h 339158"/>
              <a:gd name="connsiteX32" fmla="*/ 845227 w 10882821"/>
              <a:gd name="connsiteY32" fmla="*/ 335964 h 339158"/>
              <a:gd name="connsiteX33" fmla="*/ 0 w 10882821"/>
              <a:gd name="connsiteY33" fmla="*/ 335964 h 339158"/>
              <a:gd name="connsiteX34" fmla="*/ 0 w 10882821"/>
              <a:gd name="connsiteY34" fmla="*/ 0 h 339158"/>
              <a:gd name="connsiteX0" fmla="*/ 9598014 w 10910786"/>
              <a:gd name="connsiteY0" fmla="*/ 339139 h 430579"/>
              <a:gd name="connsiteX1" fmla="*/ 845227 w 10910786"/>
              <a:gd name="connsiteY1" fmla="*/ 335964 h 430579"/>
              <a:gd name="connsiteX2" fmla="*/ 0 w 10910786"/>
              <a:gd name="connsiteY2" fmla="*/ 335964 h 430579"/>
              <a:gd name="connsiteX3" fmla="*/ 0 w 10910786"/>
              <a:gd name="connsiteY3" fmla="*/ 0 h 430579"/>
              <a:gd name="connsiteX4" fmla="*/ 9632706 w 10910786"/>
              <a:gd name="connsiteY4" fmla="*/ 261358 h 430579"/>
              <a:gd name="connsiteX5" fmla="*/ 9609373 w 10910786"/>
              <a:gd name="connsiteY5" fmla="*/ 284899 h 430579"/>
              <a:gd name="connsiteX6" fmla="*/ 9586041 w 10910786"/>
              <a:gd name="connsiteY6" fmla="*/ 261358 h 430579"/>
              <a:gd name="connsiteX7" fmla="*/ 9609373 w 10910786"/>
              <a:gd name="connsiteY7" fmla="*/ 237817 h 430579"/>
              <a:gd name="connsiteX8" fmla="*/ 9669650 w 10910786"/>
              <a:gd name="connsiteY8" fmla="*/ 200069 h 430579"/>
              <a:gd name="connsiteX9" fmla="*/ 9683261 w 10910786"/>
              <a:gd name="connsiteY9" fmla="*/ 212909 h 430579"/>
              <a:gd name="connsiteX10" fmla="*/ 9669650 w 10910786"/>
              <a:gd name="connsiteY10" fmla="*/ 225749 h 430579"/>
              <a:gd name="connsiteX11" fmla="*/ 9656038 w 10910786"/>
              <a:gd name="connsiteY11" fmla="*/ 212909 h 430579"/>
              <a:gd name="connsiteX12" fmla="*/ 9669650 w 10910786"/>
              <a:gd name="connsiteY12" fmla="*/ 200069 h 430579"/>
              <a:gd name="connsiteX13" fmla="*/ 9609373 w 10910786"/>
              <a:gd name="connsiteY13" fmla="*/ 143445 h 430579"/>
              <a:gd name="connsiteX14" fmla="*/ 9632706 w 10910786"/>
              <a:gd name="connsiteY14" fmla="*/ 166987 h 430579"/>
              <a:gd name="connsiteX15" fmla="*/ 9609373 w 10910786"/>
              <a:gd name="connsiteY15" fmla="*/ 190527 h 430579"/>
              <a:gd name="connsiteX16" fmla="*/ 9586041 w 10910786"/>
              <a:gd name="connsiteY16" fmla="*/ 166987 h 430579"/>
              <a:gd name="connsiteX17" fmla="*/ 9609373 w 10910786"/>
              <a:gd name="connsiteY17" fmla="*/ 143445 h 430579"/>
              <a:gd name="connsiteX18" fmla="*/ 0 w 10910786"/>
              <a:gd name="connsiteY18" fmla="*/ 0 h 430579"/>
              <a:gd name="connsiteX19" fmla="*/ 739665 w 10910786"/>
              <a:gd name="connsiteY19" fmla="*/ 0 h 430579"/>
              <a:gd name="connsiteX20" fmla="*/ 9785339 w 10910786"/>
              <a:gd name="connsiteY20" fmla="*/ 3175 h 430579"/>
              <a:gd name="connsiteX21" fmla="*/ 9568541 w 10910786"/>
              <a:gd name="connsiteY21" fmla="*/ 27997 h 430579"/>
              <a:gd name="connsiteX22" fmla="*/ 9540864 w 10910786"/>
              <a:gd name="connsiteY22" fmla="*/ 55995 h 430579"/>
              <a:gd name="connsiteX23" fmla="*/ 9522411 w 10910786"/>
              <a:gd name="connsiteY23" fmla="*/ 74659 h 430579"/>
              <a:gd name="connsiteX24" fmla="*/ 9540864 w 10910786"/>
              <a:gd name="connsiteY24" fmla="*/ 97990 h 430579"/>
              <a:gd name="connsiteX25" fmla="*/ 9568541 w 10910786"/>
              <a:gd name="connsiteY25" fmla="*/ 121320 h 430579"/>
              <a:gd name="connsiteX26" fmla="*/ 9545478 w 10910786"/>
              <a:gd name="connsiteY26" fmla="*/ 149317 h 430579"/>
              <a:gd name="connsiteX27" fmla="*/ 9540864 w 10910786"/>
              <a:gd name="connsiteY27" fmla="*/ 149317 h 430579"/>
              <a:gd name="connsiteX28" fmla="*/ 9522411 w 10910786"/>
              <a:gd name="connsiteY28" fmla="*/ 167982 h 430579"/>
              <a:gd name="connsiteX29" fmla="*/ 9540864 w 10910786"/>
              <a:gd name="connsiteY29" fmla="*/ 191313 h 430579"/>
              <a:gd name="connsiteX30" fmla="*/ 9568541 w 10910786"/>
              <a:gd name="connsiteY30" fmla="*/ 214644 h 430579"/>
              <a:gd name="connsiteX31" fmla="*/ 9540864 w 10910786"/>
              <a:gd name="connsiteY31" fmla="*/ 242641 h 430579"/>
              <a:gd name="connsiteX32" fmla="*/ 9522411 w 10910786"/>
              <a:gd name="connsiteY32" fmla="*/ 265971 h 430579"/>
              <a:gd name="connsiteX33" fmla="*/ 9540864 w 10910786"/>
              <a:gd name="connsiteY33" fmla="*/ 284636 h 430579"/>
              <a:gd name="connsiteX34" fmla="*/ 9689454 w 10910786"/>
              <a:gd name="connsiteY34" fmla="*/ 430579 h 43057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34" fmla="*/ 9540864 w 9786569"/>
              <a:gd name="connsiteY34" fmla="*/ 284636 h 33913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73768"/>
              <a:gd name="connsiteY0" fmla="*/ 418315 h 418315"/>
              <a:gd name="connsiteX1" fmla="*/ 845227 w 10373768"/>
              <a:gd name="connsiteY1" fmla="*/ 415140 h 418315"/>
              <a:gd name="connsiteX2" fmla="*/ 0 w 10373768"/>
              <a:gd name="connsiteY2" fmla="*/ 415140 h 418315"/>
              <a:gd name="connsiteX3" fmla="*/ 0 w 10373768"/>
              <a:gd name="connsiteY3" fmla="*/ 79176 h 418315"/>
              <a:gd name="connsiteX4" fmla="*/ 9632706 w 10373768"/>
              <a:gd name="connsiteY4" fmla="*/ 340534 h 418315"/>
              <a:gd name="connsiteX5" fmla="*/ 9609373 w 10373768"/>
              <a:gd name="connsiteY5" fmla="*/ 364075 h 418315"/>
              <a:gd name="connsiteX6" fmla="*/ 9586041 w 10373768"/>
              <a:gd name="connsiteY6" fmla="*/ 340534 h 418315"/>
              <a:gd name="connsiteX7" fmla="*/ 9609373 w 10373768"/>
              <a:gd name="connsiteY7" fmla="*/ 316993 h 418315"/>
              <a:gd name="connsiteX8" fmla="*/ 9598014 w 10373768"/>
              <a:gd name="connsiteY8" fmla="*/ 418315 h 418315"/>
              <a:gd name="connsiteX9" fmla="*/ 9669650 w 10373768"/>
              <a:gd name="connsiteY9" fmla="*/ 279245 h 418315"/>
              <a:gd name="connsiteX10" fmla="*/ 9683261 w 10373768"/>
              <a:gd name="connsiteY10" fmla="*/ 292085 h 418315"/>
              <a:gd name="connsiteX11" fmla="*/ 9669650 w 10373768"/>
              <a:gd name="connsiteY11" fmla="*/ 304925 h 418315"/>
              <a:gd name="connsiteX12" fmla="*/ 9656038 w 10373768"/>
              <a:gd name="connsiteY12" fmla="*/ 292085 h 418315"/>
              <a:gd name="connsiteX13" fmla="*/ 9669650 w 10373768"/>
              <a:gd name="connsiteY13" fmla="*/ 279245 h 418315"/>
              <a:gd name="connsiteX14" fmla="*/ 9609373 w 10373768"/>
              <a:gd name="connsiteY14" fmla="*/ 222621 h 418315"/>
              <a:gd name="connsiteX15" fmla="*/ 9632706 w 10373768"/>
              <a:gd name="connsiteY15" fmla="*/ 246163 h 418315"/>
              <a:gd name="connsiteX16" fmla="*/ 9609373 w 10373768"/>
              <a:gd name="connsiteY16" fmla="*/ 269703 h 418315"/>
              <a:gd name="connsiteX17" fmla="*/ 9586041 w 10373768"/>
              <a:gd name="connsiteY17" fmla="*/ 246163 h 418315"/>
              <a:gd name="connsiteX18" fmla="*/ 9609373 w 10373768"/>
              <a:gd name="connsiteY18" fmla="*/ 222621 h 418315"/>
              <a:gd name="connsiteX19" fmla="*/ 0 w 10373768"/>
              <a:gd name="connsiteY19" fmla="*/ 79176 h 418315"/>
              <a:gd name="connsiteX20" fmla="*/ 739665 w 10373768"/>
              <a:gd name="connsiteY20" fmla="*/ 79176 h 418315"/>
              <a:gd name="connsiteX21" fmla="*/ 9785339 w 10373768"/>
              <a:gd name="connsiteY21" fmla="*/ 82351 h 418315"/>
              <a:gd name="connsiteX22" fmla="*/ 9540864 w 10373768"/>
              <a:gd name="connsiteY22" fmla="*/ 135171 h 418315"/>
              <a:gd name="connsiteX23" fmla="*/ 9522411 w 10373768"/>
              <a:gd name="connsiteY23" fmla="*/ 153835 h 418315"/>
              <a:gd name="connsiteX24" fmla="*/ 9540864 w 10373768"/>
              <a:gd name="connsiteY24" fmla="*/ 177166 h 418315"/>
              <a:gd name="connsiteX25" fmla="*/ 9568541 w 10373768"/>
              <a:gd name="connsiteY25" fmla="*/ 200496 h 418315"/>
              <a:gd name="connsiteX26" fmla="*/ 9545478 w 10373768"/>
              <a:gd name="connsiteY26" fmla="*/ 228493 h 418315"/>
              <a:gd name="connsiteX27" fmla="*/ 9540864 w 10373768"/>
              <a:gd name="connsiteY27" fmla="*/ 228493 h 418315"/>
              <a:gd name="connsiteX28" fmla="*/ 9522411 w 10373768"/>
              <a:gd name="connsiteY28" fmla="*/ 247158 h 418315"/>
              <a:gd name="connsiteX29" fmla="*/ 9540864 w 10373768"/>
              <a:gd name="connsiteY29" fmla="*/ 270489 h 418315"/>
              <a:gd name="connsiteX30" fmla="*/ 9568541 w 10373768"/>
              <a:gd name="connsiteY30" fmla="*/ 293820 h 418315"/>
              <a:gd name="connsiteX31" fmla="*/ 9540864 w 10373768"/>
              <a:gd name="connsiteY31" fmla="*/ 321817 h 418315"/>
              <a:gd name="connsiteX32" fmla="*/ 9522411 w 10373768"/>
              <a:gd name="connsiteY32" fmla="*/ 345147 h 418315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40864 w 9785339"/>
              <a:gd name="connsiteY22" fmla="*/ 55995 h 339139"/>
              <a:gd name="connsiteX23" fmla="*/ 9522411 w 9785339"/>
              <a:gd name="connsiteY23" fmla="*/ 74659 h 339139"/>
              <a:gd name="connsiteX24" fmla="*/ 9540864 w 9785339"/>
              <a:gd name="connsiteY24" fmla="*/ 97990 h 339139"/>
              <a:gd name="connsiteX25" fmla="*/ 9568541 w 9785339"/>
              <a:gd name="connsiteY25" fmla="*/ 121320 h 339139"/>
              <a:gd name="connsiteX26" fmla="*/ 9545478 w 9785339"/>
              <a:gd name="connsiteY26" fmla="*/ 149317 h 339139"/>
              <a:gd name="connsiteX27" fmla="*/ 9540864 w 9785339"/>
              <a:gd name="connsiteY27" fmla="*/ 149317 h 339139"/>
              <a:gd name="connsiteX28" fmla="*/ 9522411 w 9785339"/>
              <a:gd name="connsiteY28" fmla="*/ 167982 h 339139"/>
              <a:gd name="connsiteX29" fmla="*/ 9540864 w 9785339"/>
              <a:gd name="connsiteY29" fmla="*/ 191313 h 339139"/>
              <a:gd name="connsiteX30" fmla="*/ 9568541 w 9785339"/>
              <a:gd name="connsiteY30" fmla="*/ 214644 h 339139"/>
              <a:gd name="connsiteX31" fmla="*/ 9540864 w 9785339"/>
              <a:gd name="connsiteY31" fmla="*/ 242641 h 339139"/>
              <a:gd name="connsiteX32" fmla="*/ 9522411 w 9785339"/>
              <a:gd name="connsiteY32" fmla="*/ 265971 h 339139"/>
              <a:gd name="connsiteX0" fmla="*/ 9598014 w 10504275"/>
              <a:gd name="connsiteY0" fmla="*/ 339139 h 339139"/>
              <a:gd name="connsiteX1" fmla="*/ 845227 w 10504275"/>
              <a:gd name="connsiteY1" fmla="*/ 335964 h 339139"/>
              <a:gd name="connsiteX2" fmla="*/ 0 w 10504275"/>
              <a:gd name="connsiteY2" fmla="*/ 335964 h 339139"/>
              <a:gd name="connsiteX3" fmla="*/ 0 w 10504275"/>
              <a:gd name="connsiteY3" fmla="*/ 0 h 339139"/>
              <a:gd name="connsiteX4" fmla="*/ 9632706 w 10504275"/>
              <a:gd name="connsiteY4" fmla="*/ 261358 h 339139"/>
              <a:gd name="connsiteX5" fmla="*/ 9609373 w 10504275"/>
              <a:gd name="connsiteY5" fmla="*/ 284899 h 339139"/>
              <a:gd name="connsiteX6" fmla="*/ 9586041 w 10504275"/>
              <a:gd name="connsiteY6" fmla="*/ 261358 h 339139"/>
              <a:gd name="connsiteX7" fmla="*/ 9609373 w 10504275"/>
              <a:gd name="connsiteY7" fmla="*/ 237817 h 339139"/>
              <a:gd name="connsiteX8" fmla="*/ 9598014 w 10504275"/>
              <a:gd name="connsiteY8" fmla="*/ 339139 h 339139"/>
              <a:gd name="connsiteX9" fmla="*/ 9669650 w 10504275"/>
              <a:gd name="connsiteY9" fmla="*/ 200069 h 339139"/>
              <a:gd name="connsiteX10" fmla="*/ 9683261 w 10504275"/>
              <a:gd name="connsiteY10" fmla="*/ 212909 h 339139"/>
              <a:gd name="connsiteX11" fmla="*/ 9669650 w 10504275"/>
              <a:gd name="connsiteY11" fmla="*/ 225749 h 339139"/>
              <a:gd name="connsiteX12" fmla="*/ 9656038 w 10504275"/>
              <a:gd name="connsiteY12" fmla="*/ 212909 h 339139"/>
              <a:gd name="connsiteX13" fmla="*/ 9669650 w 10504275"/>
              <a:gd name="connsiteY13" fmla="*/ 200069 h 339139"/>
              <a:gd name="connsiteX14" fmla="*/ 9609373 w 10504275"/>
              <a:gd name="connsiteY14" fmla="*/ 143445 h 339139"/>
              <a:gd name="connsiteX15" fmla="*/ 9632706 w 10504275"/>
              <a:gd name="connsiteY15" fmla="*/ 166987 h 339139"/>
              <a:gd name="connsiteX16" fmla="*/ 9609373 w 10504275"/>
              <a:gd name="connsiteY16" fmla="*/ 190527 h 339139"/>
              <a:gd name="connsiteX17" fmla="*/ 9586041 w 10504275"/>
              <a:gd name="connsiteY17" fmla="*/ 166987 h 339139"/>
              <a:gd name="connsiteX18" fmla="*/ 9609373 w 10504275"/>
              <a:gd name="connsiteY18" fmla="*/ 143445 h 339139"/>
              <a:gd name="connsiteX19" fmla="*/ 0 w 10504275"/>
              <a:gd name="connsiteY19" fmla="*/ 0 h 339139"/>
              <a:gd name="connsiteX20" fmla="*/ 739665 w 10504275"/>
              <a:gd name="connsiteY20" fmla="*/ 0 h 339139"/>
              <a:gd name="connsiteX21" fmla="*/ 9785339 w 10504275"/>
              <a:gd name="connsiteY21" fmla="*/ 3175 h 339139"/>
              <a:gd name="connsiteX22" fmla="*/ 9896464 w 10504275"/>
              <a:gd name="connsiteY22" fmla="*/ 294120 h 339139"/>
              <a:gd name="connsiteX23" fmla="*/ 9522411 w 10504275"/>
              <a:gd name="connsiteY23" fmla="*/ 74659 h 339139"/>
              <a:gd name="connsiteX24" fmla="*/ 9540864 w 10504275"/>
              <a:gd name="connsiteY24" fmla="*/ 97990 h 339139"/>
              <a:gd name="connsiteX25" fmla="*/ 9568541 w 10504275"/>
              <a:gd name="connsiteY25" fmla="*/ 121320 h 339139"/>
              <a:gd name="connsiteX26" fmla="*/ 9545478 w 10504275"/>
              <a:gd name="connsiteY26" fmla="*/ 149317 h 339139"/>
              <a:gd name="connsiteX27" fmla="*/ 9540864 w 10504275"/>
              <a:gd name="connsiteY27" fmla="*/ 149317 h 339139"/>
              <a:gd name="connsiteX28" fmla="*/ 9522411 w 10504275"/>
              <a:gd name="connsiteY28" fmla="*/ 167982 h 339139"/>
              <a:gd name="connsiteX29" fmla="*/ 9540864 w 10504275"/>
              <a:gd name="connsiteY29" fmla="*/ 191313 h 339139"/>
              <a:gd name="connsiteX30" fmla="*/ 9568541 w 10504275"/>
              <a:gd name="connsiteY30" fmla="*/ 214644 h 339139"/>
              <a:gd name="connsiteX31" fmla="*/ 9540864 w 10504275"/>
              <a:gd name="connsiteY31" fmla="*/ 242641 h 339139"/>
              <a:gd name="connsiteX32" fmla="*/ 9522411 w 10504275"/>
              <a:gd name="connsiteY32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32" fmla="*/ 9598014 w 10381792"/>
              <a:gd name="connsiteY32" fmla="*/ 339139 h 339139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22411 w 9785339"/>
              <a:gd name="connsiteY22" fmla="*/ 74659 h 339139"/>
              <a:gd name="connsiteX23" fmla="*/ 9540864 w 9785339"/>
              <a:gd name="connsiteY23" fmla="*/ 97990 h 339139"/>
              <a:gd name="connsiteX24" fmla="*/ 9568541 w 9785339"/>
              <a:gd name="connsiteY24" fmla="*/ 121320 h 339139"/>
              <a:gd name="connsiteX25" fmla="*/ 9545478 w 9785339"/>
              <a:gd name="connsiteY25" fmla="*/ 149317 h 339139"/>
              <a:gd name="connsiteX26" fmla="*/ 9540864 w 9785339"/>
              <a:gd name="connsiteY26" fmla="*/ 149317 h 339139"/>
              <a:gd name="connsiteX27" fmla="*/ 9522411 w 9785339"/>
              <a:gd name="connsiteY27" fmla="*/ 167982 h 339139"/>
              <a:gd name="connsiteX28" fmla="*/ 9540864 w 9785339"/>
              <a:gd name="connsiteY28" fmla="*/ 191313 h 339139"/>
              <a:gd name="connsiteX29" fmla="*/ 9568541 w 9785339"/>
              <a:gd name="connsiteY29" fmla="*/ 214644 h 339139"/>
              <a:gd name="connsiteX30" fmla="*/ 9540864 w 9785339"/>
              <a:gd name="connsiteY30" fmla="*/ 242641 h 339139"/>
              <a:gd name="connsiteX31" fmla="*/ 9522411 w 9785339"/>
              <a:gd name="connsiteY31" fmla="*/ 265971 h 339139"/>
              <a:gd name="connsiteX32" fmla="*/ 9598014 w 9785339"/>
              <a:gd name="connsiteY32" fmla="*/ 339139 h 339139"/>
              <a:gd name="connsiteX33" fmla="*/ 0 w 9785339"/>
              <a:gd name="connsiteY33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609373 w 10386312"/>
              <a:gd name="connsiteY14" fmla="*/ 143445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9609373 w 10386312"/>
              <a:gd name="connsiteY18" fmla="*/ 143445 h 339139"/>
              <a:gd name="connsiteX19" fmla="*/ 0 w 10386312"/>
              <a:gd name="connsiteY19" fmla="*/ 0 h 339139"/>
              <a:gd name="connsiteX20" fmla="*/ 739665 w 10386312"/>
              <a:gd name="connsiteY20" fmla="*/ 0 h 339139"/>
              <a:gd name="connsiteX21" fmla="*/ 9785339 w 10386312"/>
              <a:gd name="connsiteY21" fmla="*/ 3175 h 339139"/>
              <a:gd name="connsiteX22" fmla="*/ 9540864 w 10386312"/>
              <a:gd name="connsiteY22" fmla="*/ 97990 h 339139"/>
              <a:gd name="connsiteX23" fmla="*/ 9568541 w 10386312"/>
              <a:gd name="connsiteY23" fmla="*/ 121320 h 339139"/>
              <a:gd name="connsiteX24" fmla="*/ 9545478 w 10386312"/>
              <a:gd name="connsiteY24" fmla="*/ 149317 h 339139"/>
              <a:gd name="connsiteX25" fmla="*/ 9540864 w 10386312"/>
              <a:gd name="connsiteY25" fmla="*/ 149317 h 339139"/>
              <a:gd name="connsiteX26" fmla="*/ 9522411 w 10386312"/>
              <a:gd name="connsiteY26" fmla="*/ 167982 h 339139"/>
              <a:gd name="connsiteX27" fmla="*/ 9540864 w 10386312"/>
              <a:gd name="connsiteY27" fmla="*/ 191313 h 339139"/>
              <a:gd name="connsiteX28" fmla="*/ 9568541 w 10386312"/>
              <a:gd name="connsiteY28" fmla="*/ 214644 h 339139"/>
              <a:gd name="connsiteX29" fmla="*/ 9540864 w 10386312"/>
              <a:gd name="connsiteY29" fmla="*/ 242641 h 339139"/>
              <a:gd name="connsiteX30" fmla="*/ 9522411 w 10386312"/>
              <a:gd name="connsiteY30" fmla="*/ 265971 h 339139"/>
              <a:gd name="connsiteX31" fmla="*/ 9598014 w 10386312"/>
              <a:gd name="connsiteY31" fmla="*/ 339139 h 339139"/>
              <a:gd name="connsiteX32" fmla="*/ 0 w 10386312"/>
              <a:gd name="connsiteY32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586041 w 10386312"/>
              <a:gd name="connsiteY14" fmla="*/ 166987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0 w 10386312"/>
              <a:gd name="connsiteY18" fmla="*/ 0 h 339139"/>
              <a:gd name="connsiteX19" fmla="*/ 739665 w 10386312"/>
              <a:gd name="connsiteY19" fmla="*/ 0 h 339139"/>
              <a:gd name="connsiteX20" fmla="*/ 9785339 w 10386312"/>
              <a:gd name="connsiteY20" fmla="*/ 3175 h 339139"/>
              <a:gd name="connsiteX21" fmla="*/ 9540864 w 10386312"/>
              <a:gd name="connsiteY21" fmla="*/ 97990 h 339139"/>
              <a:gd name="connsiteX22" fmla="*/ 9568541 w 10386312"/>
              <a:gd name="connsiteY22" fmla="*/ 121320 h 339139"/>
              <a:gd name="connsiteX23" fmla="*/ 9545478 w 10386312"/>
              <a:gd name="connsiteY23" fmla="*/ 149317 h 339139"/>
              <a:gd name="connsiteX24" fmla="*/ 9540864 w 10386312"/>
              <a:gd name="connsiteY24" fmla="*/ 149317 h 339139"/>
              <a:gd name="connsiteX25" fmla="*/ 9522411 w 10386312"/>
              <a:gd name="connsiteY25" fmla="*/ 167982 h 339139"/>
              <a:gd name="connsiteX26" fmla="*/ 9540864 w 10386312"/>
              <a:gd name="connsiteY26" fmla="*/ 191313 h 339139"/>
              <a:gd name="connsiteX27" fmla="*/ 9568541 w 10386312"/>
              <a:gd name="connsiteY27" fmla="*/ 214644 h 339139"/>
              <a:gd name="connsiteX28" fmla="*/ 9540864 w 10386312"/>
              <a:gd name="connsiteY28" fmla="*/ 242641 h 339139"/>
              <a:gd name="connsiteX29" fmla="*/ 9522411 w 10386312"/>
              <a:gd name="connsiteY29" fmla="*/ 265971 h 339139"/>
              <a:gd name="connsiteX30" fmla="*/ 9598014 w 10386312"/>
              <a:gd name="connsiteY30" fmla="*/ 339139 h 339139"/>
              <a:gd name="connsiteX31" fmla="*/ 0 w 10386312"/>
              <a:gd name="connsiteY31" fmla="*/ 0 h 339139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609373 w 10386312"/>
              <a:gd name="connsiteY5" fmla="*/ 284899 h 347620"/>
              <a:gd name="connsiteX6" fmla="*/ 9586041 w 10386312"/>
              <a:gd name="connsiteY6" fmla="*/ 261358 h 347620"/>
              <a:gd name="connsiteX7" fmla="*/ 9609373 w 10386312"/>
              <a:gd name="connsiteY7" fmla="*/ 237817 h 347620"/>
              <a:gd name="connsiteX8" fmla="*/ 9598014 w 10386312"/>
              <a:gd name="connsiteY8" fmla="*/ 339139 h 347620"/>
              <a:gd name="connsiteX9" fmla="*/ 9669650 w 10386312"/>
              <a:gd name="connsiteY9" fmla="*/ 200069 h 347620"/>
              <a:gd name="connsiteX10" fmla="*/ 9683261 w 10386312"/>
              <a:gd name="connsiteY10" fmla="*/ 212909 h 347620"/>
              <a:gd name="connsiteX11" fmla="*/ 9669650 w 10386312"/>
              <a:gd name="connsiteY11" fmla="*/ 225749 h 347620"/>
              <a:gd name="connsiteX12" fmla="*/ 9656038 w 10386312"/>
              <a:gd name="connsiteY12" fmla="*/ 212909 h 347620"/>
              <a:gd name="connsiteX13" fmla="*/ 9669650 w 10386312"/>
              <a:gd name="connsiteY13" fmla="*/ 200069 h 347620"/>
              <a:gd name="connsiteX14" fmla="*/ 9586041 w 10386312"/>
              <a:gd name="connsiteY14" fmla="*/ 166987 h 347620"/>
              <a:gd name="connsiteX15" fmla="*/ 9632706 w 10386312"/>
              <a:gd name="connsiteY15" fmla="*/ 166987 h 347620"/>
              <a:gd name="connsiteX16" fmla="*/ 9609373 w 10386312"/>
              <a:gd name="connsiteY16" fmla="*/ 190527 h 347620"/>
              <a:gd name="connsiteX17" fmla="*/ 9586041 w 10386312"/>
              <a:gd name="connsiteY17" fmla="*/ 166987 h 347620"/>
              <a:gd name="connsiteX18" fmla="*/ 0 w 10386312"/>
              <a:gd name="connsiteY18" fmla="*/ 0 h 347620"/>
              <a:gd name="connsiteX19" fmla="*/ 739665 w 10386312"/>
              <a:gd name="connsiteY19" fmla="*/ 0 h 347620"/>
              <a:gd name="connsiteX20" fmla="*/ 9785339 w 10386312"/>
              <a:gd name="connsiteY20" fmla="*/ 3175 h 347620"/>
              <a:gd name="connsiteX21" fmla="*/ 9540864 w 10386312"/>
              <a:gd name="connsiteY21" fmla="*/ 97990 h 347620"/>
              <a:gd name="connsiteX22" fmla="*/ 9568541 w 10386312"/>
              <a:gd name="connsiteY22" fmla="*/ 121320 h 347620"/>
              <a:gd name="connsiteX23" fmla="*/ 9545478 w 10386312"/>
              <a:gd name="connsiteY23" fmla="*/ 149317 h 347620"/>
              <a:gd name="connsiteX24" fmla="*/ 9540864 w 10386312"/>
              <a:gd name="connsiteY24" fmla="*/ 149317 h 347620"/>
              <a:gd name="connsiteX25" fmla="*/ 9522411 w 10386312"/>
              <a:gd name="connsiteY25" fmla="*/ 167982 h 347620"/>
              <a:gd name="connsiteX26" fmla="*/ 9540864 w 10386312"/>
              <a:gd name="connsiteY26" fmla="*/ 191313 h 347620"/>
              <a:gd name="connsiteX27" fmla="*/ 9568541 w 10386312"/>
              <a:gd name="connsiteY27" fmla="*/ 214644 h 347620"/>
              <a:gd name="connsiteX28" fmla="*/ 9540864 w 10386312"/>
              <a:gd name="connsiteY28" fmla="*/ 242641 h 347620"/>
              <a:gd name="connsiteX29" fmla="*/ 9598014 w 10386312"/>
              <a:gd name="connsiteY29" fmla="*/ 339139 h 347620"/>
              <a:gd name="connsiteX30" fmla="*/ 0 w 10386312"/>
              <a:gd name="connsiteY3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609373 w 10386312"/>
              <a:gd name="connsiteY6" fmla="*/ 237817 h 347620"/>
              <a:gd name="connsiteX7" fmla="*/ 9598014 w 10386312"/>
              <a:gd name="connsiteY7" fmla="*/ 339139 h 347620"/>
              <a:gd name="connsiteX8" fmla="*/ 9669650 w 10386312"/>
              <a:gd name="connsiteY8" fmla="*/ 200069 h 347620"/>
              <a:gd name="connsiteX9" fmla="*/ 9683261 w 10386312"/>
              <a:gd name="connsiteY9" fmla="*/ 212909 h 347620"/>
              <a:gd name="connsiteX10" fmla="*/ 9669650 w 10386312"/>
              <a:gd name="connsiteY10" fmla="*/ 225749 h 347620"/>
              <a:gd name="connsiteX11" fmla="*/ 9656038 w 10386312"/>
              <a:gd name="connsiteY11" fmla="*/ 212909 h 347620"/>
              <a:gd name="connsiteX12" fmla="*/ 9669650 w 10386312"/>
              <a:gd name="connsiteY12" fmla="*/ 200069 h 347620"/>
              <a:gd name="connsiteX13" fmla="*/ 9586041 w 10386312"/>
              <a:gd name="connsiteY13" fmla="*/ 166987 h 347620"/>
              <a:gd name="connsiteX14" fmla="*/ 9632706 w 10386312"/>
              <a:gd name="connsiteY14" fmla="*/ 166987 h 347620"/>
              <a:gd name="connsiteX15" fmla="*/ 9609373 w 10386312"/>
              <a:gd name="connsiteY15" fmla="*/ 190527 h 347620"/>
              <a:gd name="connsiteX16" fmla="*/ 9586041 w 10386312"/>
              <a:gd name="connsiteY16" fmla="*/ 166987 h 347620"/>
              <a:gd name="connsiteX17" fmla="*/ 0 w 10386312"/>
              <a:gd name="connsiteY17" fmla="*/ 0 h 347620"/>
              <a:gd name="connsiteX18" fmla="*/ 739665 w 10386312"/>
              <a:gd name="connsiteY18" fmla="*/ 0 h 347620"/>
              <a:gd name="connsiteX19" fmla="*/ 9785339 w 10386312"/>
              <a:gd name="connsiteY19" fmla="*/ 3175 h 347620"/>
              <a:gd name="connsiteX20" fmla="*/ 9540864 w 10386312"/>
              <a:gd name="connsiteY20" fmla="*/ 97990 h 347620"/>
              <a:gd name="connsiteX21" fmla="*/ 9568541 w 10386312"/>
              <a:gd name="connsiteY21" fmla="*/ 121320 h 347620"/>
              <a:gd name="connsiteX22" fmla="*/ 9545478 w 10386312"/>
              <a:gd name="connsiteY22" fmla="*/ 149317 h 347620"/>
              <a:gd name="connsiteX23" fmla="*/ 9540864 w 10386312"/>
              <a:gd name="connsiteY23" fmla="*/ 149317 h 347620"/>
              <a:gd name="connsiteX24" fmla="*/ 9522411 w 10386312"/>
              <a:gd name="connsiteY24" fmla="*/ 167982 h 347620"/>
              <a:gd name="connsiteX25" fmla="*/ 9540864 w 10386312"/>
              <a:gd name="connsiteY25" fmla="*/ 191313 h 347620"/>
              <a:gd name="connsiteX26" fmla="*/ 9568541 w 10386312"/>
              <a:gd name="connsiteY26" fmla="*/ 214644 h 347620"/>
              <a:gd name="connsiteX27" fmla="*/ 9540864 w 10386312"/>
              <a:gd name="connsiteY27" fmla="*/ 242641 h 347620"/>
              <a:gd name="connsiteX28" fmla="*/ 9598014 w 10386312"/>
              <a:gd name="connsiteY28" fmla="*/ 339139 h 347620"/>
              <a:gd name="connsiteX29" fmla="*/ 0 w 10386312"/>
              <a:gd name="connsiteY29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598014 w 10386312"/>
              <a:gd name="connsiteY6" fmla="*/ 339139 h 347620"/>
              <a:gd name="connsiteX7" fmla="*/ 9669650 w 10386312"/>
              <a:gd name="connsiteY7" fmla="*/ 200069 h 347620"/>
              <a:gd name="connsiteX8" fmla="*/ 9683261 w 10386312"/>
              <a:gd name="connsiteY8" fmla="*/ 212909 h 347620"/>
              <a:gd name="connsiteX9" fmla="*/ 9669650 w 10386312"/>
              <a:gd name="connsiteY9" fmla="*/ 225749 h 347620"/>
              <a:gd name="connsiteX10" fmla="*/ 9656038 w 10386312"/>
              <a:gd name="connsiteY10" fmla="*/ 212909 h 347620"/>
              <a:gd name="connsiteX11" fmla="*/ 9669650 w 10386312"/>
              <a:gd name="connsiteY11" fmla="*/ 200069 h 347620"/>
              <a:gd name="connsiteX12" fmla="*/ 9586041 w 10386312"/>
              <a:gd name="connsiteY12" fmla="*/ 166987 h 347620"/>
              <a:gd name="connsiteX13" fmla="*/ 9632706 w 10386312"/>
              <a:gd name="connsiteY13" fmla="*/ 166987 h 347620"/>
              <a:gd name="connsiteX14" fmla="*/ 9609373 w 10386312"/>
              <a:gd name="connsiteY14" fmla="*/ 190527 h 347620"/>
              <a:gd name="connsiteX15" fmla="*/ 9586041 w 10386312"/>
              <a:gd name="connsiteY15" fmla="*/ 166987 h 347620"/>
              <a:gd name="connsiteX16" fmla="*/ 0 w 10386312"/>
              <a:gd name="connsiteY16" fmla="*/ 0 h 347620"/>
              <a:gd name="connsiteX17" fmla="*/ 739665 w 10386312"/>
              <a:gd name="connsiteY17" fmla="*/ 0 h 347620"/>
              <a:gd name="connsiteX18" fmla="*/ 9785339 w 10386312"/>
              <a:gd name="connsiteY18" fmla="*/ 3175 h 347620"/>
              <a:gd name="connsiteX19" fmla="*/ 9540864 w 10386312"/>
              <a:gd name="connsiteY19" fmla="*/ 97990 h 347620"/>
              <a:gd name="connsiteX20" fmla="*/ 9568541 w 10386312"/>
              <a:gd name="connsiteY20" fmla="*/ 121320 h 347620"/>
              <a:gd name="connsiteX21" fmla="*/ 9545478 w 10386312"/>
              <a:gd name="connsiteY21" fmla="*/ 149317 h 347620"/>
              <a:gd name="connsiteX22" fmla="*/ 9540864 w 10386312"/>
              <a:gd name="connsiteY22" fmla="*/ 149317 h 347620"/>
              <a:gd name="connsiteX23" fmla="*/ 9522411 w 10386312"/>
              <a:gd name="connsiteY23" fmla="*/ 167982 h 347620"/>
              <a:gd name="connsiteX24" fmla="*/ 9540864 w 10386312"/>
              <a:gd name="connsiteY24" fmla="*/ 191313 h 347620"/>
              <a:gd name="connsiteX25" fmla="*/ 9568541 w 10386312"/>
              <a:gd name="connsiteY25" fmla="*/ 214644 h 347620"/>
              <a:gd name="connsiteX26" fmla="*/ 9540864 w 10386312"/>
              <a:gd name="connsiteY26" fmla="*/ 242641 h 347620"/>
              <a:gd name="connsiteX27" fmla="*/ 9598014 w 10386312"/>
              <a:gd name="connsiteY27" fmla="*/ 339139 h 347620"/>
              <a:gd name="connsiteX28" fmla="*/ 0 w 10386312"/>
              <a:gd name="connsiteY28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86041 w 10386312"/>
              <a:gd name="connsiteY4" fmla="*/ 261358 h 347620"/>
              <a:gd name="connsiteX5" fmla="*/ 9598014 w 10386312"/>
              <a:gd name="connsiteY5" fmla="*/ 339139 h 347620"/>
              <a:gd name="connsiteX6" fmla="*/ 9669650 w 10386312"/>
              <a:gd name="connsiteY6" fmla="*/ 200069 h 347620"/>
              <a:gd name="connsiteX7" fmla="*/ 9683261 w 10386312"/>
              <a:gd name="connsiteY7" fmla="*/ 212909 h 347620"/>
              <a:gd name="connsiteX8" fmla="*/ 9669650 w 10386312"/>
              <a:gd name="connsiteY8" fmla="*/ 225749 h 347620"/>
              <a:gd name="connsiteX9" fmla="*/ 9656038 w 10386312"/>
              <a:gd name="connsiteY9" fmla="*/ 212909 h 347620"/>
              <a:gd name="connsiteX10" fmla="*/ 9669650 w 10386312"/>
              <a:gd name="connsiteY10" fmla="*/ 200069 h 347620"/>
              <a:gd name="connsiteX11" fmla="*/ 9586041 w 10386312"/>
              <a:gd name="connsiteY11" fmla="*/ 166987 h 347620"/>
              <a:gd name="connsiteX12" fmla="*/ 9632706 w 10386312"/>
              <a:gd name="connsiteY12" fmla="*/ 166987 h 347620"/>
              <a:gd name="connsiteX13" fmla="*/ 9609373 w 10386312"/>
              <a:gd name="connsiteY13" fmla="*/ 190527 h 347620"/>
              <a:gd name="connsiteX14" fmla="*/ 9586041 w 10386312"/>
              <a:gd name="connsiteY14" fmla="*/ 166987 h 347620"/>
              <a:gd name="connsiteX15" fmla="*/ 0 w 10386312"/>
              <a:gd name="connsiteY15" fmla="*/ 0 h 347620"/>
              <a:gd name="connsiteX16" fmla="*/ 739665 w 10386312"/>
              <a:gd name="connsiteY16" fmla="*/ 0 h 347620"/>
              <a:gd name="connsiteX17" fmla="*/ 9785339 w 10386312"/>
              <a:gd name="connsiteY17" fmla="*/ 3175 h 347620"/>
              <a:gd name="connsiteX18" fmla="*/ 9540864 w 10386312"/>
              <a:gd name="connsiteY18" fmla="*/ 97990 h 347620"/>
              <a:gd name="connsiteX19" fmla="*/ 9568541 w 10386312"/>
              <a:gd name="connsiteY19" fmla="*/ 121320 h 347620"/>
              <a:gd name="connsiteX20" fmla="*/ 9545478 w 10386312"/>
              <a:gd name="connsiteY20" fmla="*/ 149317 h 347620"/>
              <a:gd name="connsiteX21" fmla="*/ 9540864 w 10386312"/>
              <a:gd name="connsiteY21" fmla="*/ 149317 h 347620"/>
              <a:gd name="connsiteX22" fmla="*/ 9522411 w 10386312"/>
              <a:gd name="connsiteY22" fmla="*/ 167982 h 347620"/>
              <a:gd name="connsiteX23" fmla="*/ 9540864 w 10386312"/>
              <a:gd name="connsiteY23" fmla="*/ 191313 h 347620"/>
              <a:gd name="connsiteX24" fmla="*/ 9568541 w 10386312"/>
              <a:gd name="connsiteY24" fmla="*/ 214644 h 347620"/>
              <a:gd name="connsiteX25" fmla="*/ 9540864 w 10386312"/>
              <a:gd name="connsiteY25" fmla="*/ 242641 h 347620"/>
              <a:gd name="connsiteX26" fmla="*/ 9598014 w 10386312"/>
              <a:gd name="connsiteY26" fmla="*/ 339139 h 347620"/>
              <a:gd name="connsiteX27" fmla="*/ 0 w 10386312"/>
              <a:gd name="connsiteY27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0006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669650 w 10386312"/>
              <a:gd name="connsiteY9" fmla="*/ 200069 h 347620"/>
              <a:gd name="connsiteX10" fmla="*/ 9586041 w 10386312"/>
              <a:gd name="connsiteY10" fmla="*/ 166987 h 347620"/>
              <a:gd name="connsiteX11" fmla="*/ 9632706 w 10386312"/>
              <a:gd name="connsiteY11" fmla="*/ 166987 h 347620"/>
              <a:gd name="connsiteX12" fmla="*/ 9609373 w 10386312"/>
              <a:gd name="connsiteY12" fmla="*/ 190527 h 347620"/>
              <a:gd name="connsiteX13" fmla="*/ 9586041 w 10386312"/>
              <a:gd name="connsiteY13" fmla="*/ 166987 h 347620"/>
              <a:gd name="connsiteX14" fmla="*/ 0 w 10386312"/>
              <a:gd name="connsiteY14" fmla="*/ 0 h 347620"/>
              <a:gd name="connsiteX15" fmla="*/ 739665 w 10386312"/>
              <a:gd name="connsiteY15" fmla="*/ 0 h 347620"/>
              <a:gd name="connsiteX16" fmla="*/ 9785339 w 10386312"/>
              <a:gd name="connsiteY16" fmla="*/ 3175 h 347620"/>
              <a:gd name="connsiteX17" fmla="*/ 9540864 w 10386312"/>
              <a:gd name="connsiteY17" fmla="*/ 97990 h 347620"/>
              <a:gd name="connsiteX18" fmla="*/ 9568541 w 10386312"/>
              <a:gd name="connsiteY18" fmla="*/ 121320 h 347620"/>
              <a:gd name="connsiteX19" fmla="*/ 9545478 w 10386312"/>
              <a:gd name="connsiteY19" fmla="*/ 149317 h 347620"/>
              <a:gd name="connsiteX20" fmla="*/ 9540864 w 10386312"/>
              <a:gd name="connsiteY20" fmla="*/ 149317 h 347620"/>
              <a:gd name="connsiteX21" fmla="*/ 9522411 w 10386312"/>
              <a:gd name="connsiteY21" fmla="*/ 167982 h 347620"/>
              <a:gd name="connsiteX22" fmla="*/ 9540864 w 10386312"/>
              <a:gd name="connsiteY22" fmla="*/ 191313 h 347620"/>
              <a:gd name="connsiteX23" fmla="*/ 9568541 w 10386312"/>
              <a:gd name="connsiteY23" fmla="*/ 214644 h 347620"/>
              <a:gd name="connsiteX24" fmla="*/ 9540864 w 10386312"/>
              <a:gd name="connsiteY24" fmla="*/ 242641 h 347620"/>
              <a:gd name="connsiteX25" fmla="*/ 9598014 w 10386312"/>
              <a:gd name="connsiteY25" fmla="*/ 339139 h 347620"/>
              <a:gd name="connsiteX26" fmla="*/ 0 w 10386312"/>
              <a:gd name="connsiteY26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56038 w 10386312"/>
              <a:gd name="connsiteY5" fmla="*/ 21290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586041 w 10386312"/>
              <a:gd name="connsiteY9" fmla="*/ 166987 h 347620"/>
              <a:gd name="connsiteX10" fmla="*/ 9632706 w 10386312"/>
              <a:gd name="connsiteY10" fmla="*/ 166987 h 347620"/>
              <a:gd name="connsiteX11" fmla="*/ 9609373 w 10386312"/>
              <a:gd name="connsiteY11" fmla="*/ 190527 h 347620"/>
              <a:gd name="connsiteX12" fmla="*/ 9586041 w 10386312"/>
              <a:gd name="connsiteY12" fmla="*/ 166987 h 347620"/>
              <a:gd name="connsiteX13" fmla="*/ 0 w 10386312"/>
              <a:gd name="connsiteY13" fmla="*/ 0 h 347620"/>
              <a:gd name="connsiteX14" fmla="*/ 739665 w 10386312"/>
              <a:gd name="connsiteY14" fmla="*/ 0 h 347620"/>
              <a:gd name="connsiteX15" fmla="*/ 9785339 w 10386312"/>
              <a:gd name="connsiteY15" fmla="*/ 3175 h 347620"/>
              <a:gd name="connsiteX16" fmla="*/ 9540864 w 10386312"/>
              <a:gd name="connsiteY16" fmla="*/ 97990 h 347620"/>
              <a:gd name="connsiteX17" fmla="*/ 9568541 w 10386312"/>
              <a:gd name="connsiteY17" fmla="*/ 121320 h 347620"/>
              <a:gd name="connsiteX18" fmla="*/ 9545478 w 10386312"/>
              <a:gd name="connsiteY18" fmla="*/ 149317 h 347620"/>
              <a:gd name="connsiteX19" fmla="*/ 9540864 w 10386312"/>
              <a:gd name="connsiteY19" fmla="*/ 149317 h 347620"/>
              <a:gd name="connsiteX20" fmla="*/ 9522411 w 10386312"/>
              <a:gd name="connsiteY20" fmla="*/ 167982 h 347620"/>
              <a:gd name="connsiteX21" fmla="*/ 9540864 w 10386312"/>
              <a:gd name="connsiteY21" fmla="*/ 191313 h 347620"/>
              <a:gd name="connsiteX22" fmla="*/ 9568541 w 10386312"/>
              <a:gd name="connsiteY22" fmla="*/ 214644 h 347620"/>
              <a:gd name="connsiteX23" fmla="*/ 9540864 w 10386312"/>
              <a:gd name="connsiteY23" fmla="*/ 242641 h 347620"/>
              <a:gd name="connsiteX24" fmla="*/ 9598014 w 10386312"/>
              <a:gd name="connsiteY24" fmla="*/ 339139 h 347620"/>
              <a:gd name="connsiteX25" fmla="*/ 0 w 10386312"/>
              <a:gd name="connsiteY25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2574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586041 w 10386312"/>
              <a:gd name="connsiteY8" fmla="*/ 166987 h 347620"/>
              <a:gd name="connsiteX9" fmla="*/ 9632706 w 10386312"/>
              <a:gd name="connsiteY9" fmla="*/ 166987 h 347620"/>
              <a:gd name="connsiteX10" fmla="*/ 9609373 w 10386312"/>
              <a:gd name="connsiteY10" fmla="*/ 190527 h 347620"/>
              <a:gd name="connsiteX11" fmla="*/ 9586041 w 10386312"/>
              <a:gd name="connsiteY11" fmla="*/ 166987 h 347620"/>
              <a:gd name="connsiteX12" fmla="*/ 0 w 10386312"/>
              <a:gd name="connsiteY12" fmla="*/ 0 h 347620"/>
              <a:gd name="connsiteX13" fmla="*/ 739665 w 10386312"/>
              <a:gd name="connsiteY13" fmla="*/ 0 h 347620"/>
              <a:gd name="connsiteX14" fmla="*/ 9785339 w 10386312"/>
              <a:gd name="connsiteY14" fmla="*/ 3175 h 347620"/>
              <a:gd name="connsiteX15" fmla="*/ 9540864 w 10386312"/>
              <a:gd name="connsiteY15" fmla="*/ 97990 h 347620"/>
              <a:gd name="connsiteX16" fmla="*/ 9568541 w 10386312"/>
              <a:gd name="connsiteY16" fmla="*/ 121320 h 347620"/>
              <a:gd name="connsiteX17" fmla="*/ 9545478 w 10386312"/>
              <a:gd name="connsiteY17" fmla="*/ 149317 h 347620"/>
              <a:gd name="connsiteX18" fmla="*/ 9540864 w 10386312"/>
              <a:gd name="connsiteY18" fmla="*/ 149317 h 347620"/>
              <a:gd name="connsiteX19" fmla="*/ 9522411 w 10386312"/>
              <a:gd name="connsiteY19" fmla="*/ 167982 h 347620"/>
              <a:gd name="connsiteX20" fmla="*/ 9540864 w 10386312"/>
              <a:gd name="connsiteY20" fmla="*/ 191313 h 347620"/>
              <a:gd name="connsiteX21" fmla="*/ 9568541 w 10386312"/>
              <a:gd name="connsiteY21" fmla="*/ 214644 h 347620"/>
              <a:gd name="connsiteX22" fmla="*/ 9540864 w 10386312"/>
              <a:gd name="connsiteY22" fmla="*/ 242641 h 347620"/>
              <a:gd name="connsiteX23" fmla="*/ 9598014 w 10386312"/>
              <a:gd name="connsiteY23" fmla="*/ 339139 h 347620"/>
              <a:gd name="connsiteX24" fmla="*/ 0 w 10386312"/>
              <a:gd name="connsiteY24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32706 w 10386312"/>
              <a:gd name="connsiteY6" fmla="*/ 166987 h 347620"/>
              <a:gd name="connsiteX7" fmla="*/ 9609373 w 10386312"/>
              <a:gd name="connsiteY7" fmla="*/ 190527 h 347620"/>
              <a:gd name="connsiteX8" fmla="*/ 9586041 w 10386312"/>
              <a:gd name="connsiteY8" fmla="*/ 166987 h 347620"/>
              <a:gd name="connsiteX9" fmla="*/ 0 w 10386312"/>
              <a:gd name="connsiteY9" fmla="*/ 0 h 347620"/>
              <a:gd name="connsiteX10" fmla="*/ 739665 w 10386312"/>
              <a:gd name="connsiteY10" fmla="*/ 0 h 347620"/>
              <a:gd name="connsiteX11" fmla="*/ 9785339 w 10386312"/>
              <a:gd name="connsiteY11" fmla="*/ 3175 h 347620"/>
              <a:gd name="connsiteX12" fmla="*/ 9540864 w 10386312"/>
              <a:gd name="connsiteY12" fmla="*/ 97990 h 347620"/>
              <a:gd name="connsiteX13" fmla="*/ 9568541 w 10386312"/>
              <a:gd name="connsiteY13" fmla="*/ 121320 h 347620"/>
              <a:gd name="connsiteX14" fmla="*/ 9545478 w 10386312"/>
              <a:gd name="connsiteY14" fmla="*/ 149317 h 347620"/>
              <a:gd name="connsiteX15" fmla="*/ 9540864 w 10386312"/>
              <a:gd name="connsiteY15" fmla="*/ 149317 h 347620"/>
              <a:gd name="connsiteX16" fmla="*/ 9522411 w 10386312"/>
              <a:gd name="connsiteY16" fmla="*/ 167982 h 347620"/>
              <a:gd name="connsiteX17" fmla="*/ 9540864 w 10386312"/>
              <a:gd name="connsiteY17" fmla="*/ 191313 h 347620"/>
              <a:gd name="connsiteX18" fmla="*/ 9568541 w 10386312"/>
              <a:gd name="connsiteY18" fmla="*/ 214644 h 347620"/>
              <a:gd name="connsiteX19" fmla="*/ 9540864 w 10386312"/>
              <a:gd name="connsiteY19" fmla="*/ 242641 h 347620"/>
              <a:gd name="connsiteX20" fmla="*/ 9598014 w 10386312"/>
              <a:gd name="connsiteY20" fmla="*/ 339139 h 347620"/>
              <a:gd name="connsiteX21" fmla="*/ 0 w 10386312"/>
              <a:gd name="connsiteY21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09373 w 10386312"/>
              <a:gd name="connsiteY6" fmla="*/ 190527 h 347620"/>
              <a:gd name="connsiteX7" fmla="*/ 9586041 w 10386312"/>
              <a:gd name="connsiteY7" fmla="*/ 166987 h 347620"/>
              <a:gd name="connsiteX8" fmla="*/ 0 w 10386312"/>
              <a:gd name="connsiteY8" fmla="*/ 0 h 347620"/>
              <a:gd name="connsiteX9" fmla="*/ 739665 w 10386312"/>
              <a:gd name="connsiteY9" fmla="*/ 0 h 347620"/>
              <a:gd name="connsiteX10" fmla="*/ 9785339 w 10386312"/>
              <a:gd name="connsiteY10" fmla="*/ 3175 h 347620"/>
              <a:gd name="connsiteX11" fmla="*/ 9540864 w 10386312"/>
              <a:gd name="connsiteY11" fmla="*/ 97990 h 347620"/>
              <a:gd name="connsiteX12" fmla="*/ 9568541 w 10386312"/>
              <a:gd name="connsiteY12" fmla="*/ 121320 h 347620"/>
              <a:gd name="connsiteX13" fmla="*/ 9545478 w 10386312"/>
              <a:gd name="connsiteY13" fmla="*/ 149317 h 347620"/>
              <a:gd name="connsiteX14" fmla="*/ 9540864 w 10386312"/>
              <a:gd name="connsiteY14" fmla="*/ 149317 h 347620"/>
              <a:gd name="connsiteX15" fmla="*/ 9522411 w 10386312"/>
              <a:gd name="connsiteY15" fmla="*/ 167982 h 347620"/>
              <a:gd name="connsiteX16" fmla="*/ 9540864 w 10386312"/>
              <a:gd name="connsiteY16" fmla="*/ 191313 h 347620"/>
              <a:gd name="connsiteX17" fmla="*/ 9568541 w 10386312"/>
              <a:gd name="connsiteY17" fmla="*/ 214644 h 347620"/>
              <a:gd name="connsiteX18" fmla="*/ 9540864 w 10386312"/>
              <a:gd name="connsiteY18" fmla="*/ 242641 h 347620"/>
              <a:gd name="connsiteX19" fmla="*/ 9598014 w 10386312"/>
              <a:gd name="connsiteY19" fmla="*/ 339139 h 347620"/>
              <a:gd name="connsiteX20" fmla="*/ 0 w 10386312"/>
              <a:gd name="connsiteY2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0 w 10386312"/>
              <a:gd name="connsiteY5" fmla="*/ 0 h 347620"/>
              <a:gd name="connsiteX6" fmla="*/ 739665 w 10386312"/>
              <a:gd name="connsiteY6" fmla="*/ 0 h 347620"/>
              <a:gd name="connsiteX7" fmla="*/ 9785339 w 10386312"/>
              <a:gd name="connsiteY7" fmla="*/ 3175 h 347620"/>
              <a:gd name="connsiteX8" fmla="*/ 9540864 w 10386312"/>
              <a:gd name="connsiteY8" fmla="*/ 97990 h 347620"/>
              <a:gd name="connsiteX9" fmla="*/ 9568541 w 10386312"/>
              <a:gd name="connsiteY9" fmla="*/ 121320 h 347620"/>
              <a:gd name="connsiteX10" fmla="*/ 9545478 w 10386312"/>
              <a:gd name="connsiteY10" fmla="*/ 149317 h 347620"/>
              <a:gd name="connsiteX11" fmla="*/ 9540864 w 10386312"/>
              <a:gd name="connsiteY11" fmla="*/ 149317 h 347620"/>
              <a:gd name="connsiteX12" fmla="*/ 9522411 w 10386312"/>
              <a:gd name="connsiteY12" fmla="*/ 167982 h 347620"/>
              <a:gd name="connsiteX13" fmla="*/ 9540864 w 10386312"/>
              <a:gd name="connsiteY13" fmla="*/ 191313 h 347620"/>
              <a:gd name="connsiteX14" fmla="*/ 9568541 w 10386312"/>
              <a:gd name="connsiteY14" fmla="*/ 214644 h 347620"/>
              <a:gd name="connsiteX15" fmla="*/ 9540864 w 10386312"/>
              <a:gd name="connsiteY15" fmla="*/ 242641 h 347620"/>
              <a:gd name="connsiteX16" fmla="*/ 9598014 w 10386312"/>
              <a:gd name="connsiteY16" fmla="*/ 339139 h 347620"/>
              <a:gd name="connsiteX17" fmla="*/ 0 w 10386312"/>
              <a:gd name="connsiteY17" fmla="*/ 0 h 347620"/>
              <a:gd name="connsiteX0" fmla="*/ 9598014 w 10386312"/>
              <a:gd name="connsiteY0" fmla="*/ 339139 h 347838"/>
              <a:gd name="connsiteX1" fmla="*/ 845227 w 10386312"/>
              <a:gd name="connsiteY1" fmla="*/ 335964 h 347838"/>
              <a:gd name="connsiteX2" fmla="*/ 0 w 10386312"/>
              <a:gd name="connsiteY2" fmla="*/ 335964 h 347838"/>
              <a:gd name="connsiteX3" fmla="*/ 0 w 10386312"/>
              <a:gd name="connsiteY3" fmla="*/ 0 h 347838"/>
              <a:gd name="connsiteX4" fmla="*/ 9598014 w 10386312"/>
              <a:gd name="connsiteY4" fmla="*/ 339139 h 347838"/>
              <a:gd name="connsiteX5" fmla="*/ 0 w 10386312"/>
              <a:gd name="connsiteY5" fmla="*/ 0 h 347838"/>
              <a:gd name="connsiteX6" fmla="*/ 739665 w 10386312"/>
              <a:gd name="connsiteY6" fmla="*/ 0 h 347838"/>
              <a:gd name="connsiteX7" fmla="*/ 9785339 w 10386312"/>
              <a:gd name="connsiteY7" fmla="*/ 3175 h 347838"/>
              <a:gd name="connsiteX8" fmla="*/ 9540864 w 10386312"/>
              <a:gd name="connsiteY8" fmla="*/ 97990 h 347838"/>
              <a:gd name="connsiteX9" fmla="*/ 9568541 w 10386312"/>
              <a:gd name="connsiteY9" fmla="*/ 121320 h 347838"/>
              <a:gd name="connsiteX10" fmla="*/ 9545478 w 10386312"/>
              <a:gd name="connsiteY10" fmla="*/ 149317 h 347838"/>
              <a:gd name="connsiteX11" fmla="*/ 9540864 w 10386312"/>
              <a:gd name="connsiteY11" fmla="*/ 149317 h 347838"/>
              <a:gd name="connsiteX12" fmla="*/ 9522411 w 10386312"/>
              <a:gd name="connsiteY12" fmla="*/ 167982 h 347838"/>
              <a:gd name="connsiteX13" fmla="*/ 9540864 w 10386312"/>
              <a:gd name="connsiteY13" fmla="*/ 191313 h 347838"/>
              <a:gd name="connsiteX14" fmla="*/ 9540864 w 10386312"/>
              <a:gd name="connsiteY14" fmla="*/ 242641 h 347838"/>
              <a:gd name="connsiteX15" fmla="*/ 9598014 w 10386312"/>
              <a:gd name="connsiteY15" fmla="*/ 339139 h 347838"/>
              <a:gd name="connsiteX16" fmla="*/ 0 w 10386312"/>
              <a:gd name="connsiteY16" fmla="*/ 0 h 347838"/>
              <a:gd name="connsiteX0" fmla="*/ 9598014 w 10387052"/>
              <a:gd name="connsiteY0" fmla="*/ 339139 h 347838"/>
              <a:gd name="connsiteX1" fmla="*/ 845227 w 10387052"/>
              <a:gd name="connsiteY1" fmla="*/ 335964 h 347838"/>
              <a:gd name="connsiteX2" fmla="*/ 0 w 10387052"/>
              <a:gd name="connsiteY2" fmla="*/ 335964 h 347838"/>
              <a:gd name="connsiteX3" fmla="*/ 0 w 10387052"/>
              <a:gd name="connsiteY3" fmla="*/ 0 h 347838"/>
              <a:gd name="connsiteX4" fmla="*/ 9598014 w 10387052"/>
              <a:gd name="connsiteY4" fmla="*/ 339139 h 347838"/>
              <a:gd name="connsiteX5" fmla="*/ 0 w 10387052"/>
              <a:gd name="connsiteY5" fmla="*/ 0 h 347838"/>
              <a:gd name="connsiteX6" fmla="*/ 739665 w 10387052"/>
              <a:gd name="connsiteY6" fmla="*/ 0 h 347838"/>
              <a:gd name="connsiteX7" fmla="*/ 9785339 w 10387052"/>
              <a:gd name="connsiteY7" fmla="*/ 3175 h 347838"/>
              <a:gd name="connsiteX8" fmla="*/ 9540864 w 10387052"/>
              <a:gd name="connsiteY8" fmla="*/ 97990 h 347838"/>
              <a:gd name="connsiteX9" fmla="*/ 9545478 w 10387052"/>
              <a:gd name="connsiteY9" fmla="*/ 149317 h 347838"/>
              <a:gd name="connsiteX10" fmla="*/ 9540864 w 10387052"/>
              <a:gd name="connsiteY10" fmla="*/ 149317 h 347838"/>
              <a:gd name="connsiteX11" fmla="*/ 9522411 w 10387052"/>
              <a:gd name="connsiteY11" fmla="*/ 167982 h 347838"/>
              <a:gd name="connsiteX12" fmla="*/ 9540864 w 10387052"/>
              <a:gd name="connsiteY12" fmla="*/ 191313 h 347838"/>
              <a:gd name="connsiteX13" fmla="*/ 9540864 w 10387052"/>
              <a:gd name="connsiteY13" fmla="*/ 242641 h 347838"/>
              <a:gd name="connsiteX14" fmla="*/ 9598014 w 10387052"/>
              <a:gd name="connsiteY14" fmla="*/ 339139 h 347838"/>
              <a:gd name="connsiteX15" fmla="*/ 0 w 10387052"/>
              <a:gd name="connsiteY15" fmla="*/ 0 h 347838"/>
              <a:gd name="connsiteX0" fmla="*/ 9598014 w 10388562"/>
              <a:gd name="connsiteY0" fmla="*/ 339139 h 347838"/>
              <a:gd name="connsiteX1" fmla="*/ 845227 w 10388562"/>
              <a:gd name="connsiteY1" fmla="*/ 335964 h 347838"/>
              <a:gd name="connsiteX2" fmla="*/ 0 w 10388562"/>
              <a:gd name="connsiteY2" fmla="*/ 335964 h 347838"/>
              <a:gd name="connsiteX3" fmla="*/ 0 w 10388562"/>
              <a:gd name="connsiteY3" fmla="*/ 0 h 347838"/>
              <a:gd name="connsiteX4" fmla="*/ 9598014 w 10388562"/>
              <a:gd name="connsiteY4" fmla="*/ 339139 h 347838"/>
              <a:gd name="connsiteX5" fmla="*/ 0 w 10388562"/>
              <a:gd name="connsiteY5" fmla="*/ 0 h 347838"/>
              <a:gd name="connsiteX6" fmla="*/ 739665 w 10388562"/>
              <a:gd name="connsiteY6" fmla="*/ 0 h 347838"/>
              <a:gd name="connsiteX7" fmla="*/ 9785339 w 10388562"/>
              <a:gd name="connsiteY7" fmla="*/ 3175 h 347838"/>
              <a:gd name="connsiteX8" fmla="*/ 9545478 w 10388562"/>
              <a:gd name="connsiteY8" fmla="*/ 149317 h 347838"/>
              <a:gd name="connsiteX9" fmla="*/ 9540864 w 10388562"/>
              <a:gd name="connsiteY9" fmla="*/ 149317 h 347838"/>
              <a:gd name="connsiteX10" fmla="*/ 9522411 w 10388562"/>
              <a:gd name="connsiteY10" fmla="*/ 167982 h 347838"/>
              <a:gd name="connsiteX11" fmla="*/ 9540864 w 10388562"/>
              <a:gd name="connsiteY11" fmla="*/ 191313 h 347838"/>
              <a:gd name="connsiteX12" fmla="*/ 9540864 w 10388562"/>
              <a:gd name="connsiteY12" fmla="*/ 242641 h 347838"/>
              <a:gd name="connsiteX13" fmla="*/ 9598014 w 10388562"/>
              <a:gd name="connsiteY13" fmla="*/ 339139 h 347838"/>
              <a:gd name="connsiteX14" fmla="*/ 0 w 10388562"/>
              <a:gd name="connsiteY14" fmla="*/ 0 h 347838"/>
              <a:gd name="connsiteX0" fmla="*/ 9598014 w 10389157"/>
              <a:gd name="connsiteY0" fmla="*/ 339139 h 347838"/>
              <a:gd name="connsiteX1" fmla="*/ 845227 w 10389157"/>
              <a:gd name="connsiteY1" fmla="*/ 335964 h 347838"/>
              <a:gd name="connsiteX2" fmla="*/ 0 w 10389157"/>
              <a:gd name="connsiteY2" fmla="*/ 335964 h 347838"/>
              <a:gd name="connsiteX3" fmla="*/ 0 w 10389157"/>
              <a:gd name="connsiteY3" fmla="*/ 0 h 347838"/>
              <a:gd name="connsiteX4" fmla="*/ 9598014 w 10389157"/>
              <a:gd name="connsiteY4" fmla="*/ 339139 h 347838"/>
              <a:gd name="connsiteX5" fmla="*/ 0 w 10389157"/>
              <a:gd name="connsiteY5" fmla="*/ 0 h 347838"/>
              <a:gd name="connsiteX6" fmla="*/ 739665 w 10389157"/>
              <a:gd name="connsiteY6" fmla="*/ 0 h 347838"/>
              <a:gd name="connsiteX7" fmla="*/ 9785339 w 10389157"/>
              <a:gd name="connsiteY7" fmla="*/ 3175 h 347838"/>
              <a:gd name="connsiteX8" fmla="*/ 9545478 w 10389157"/>
              <a:gd name="connsiteY8" fmla="*/ 149317 h 347838"/>
              <a:gd name="connsiteX9" fmla="*/ 9522411 w 10389157"/>
              <a:gd name="connsiteY9" fmla="*/ 167982 h 347838"/>
              <a:gd name="connsiteX10" fmla="*/ 9540864 w 10389157"/>
              <a:gd name="connsiteY10" fmla="*/ 191313 h 347838"/>
              <a:gd name="connsiteX11" fmla="*/ 9540864 w 10389157"/>
              <a:gd name="connsiteY11" fmla="*/ 242641 h 347838"/>
              <a:gd name="connsiteX12" fmla="*/ 9598014 w 10389157"/>
              <a:gd name="connsiteY12" fmla="*/ 339139 h 347838"/>
              <a:gd name="connsiteX13" fmla="*/ 0 w 10389157"/>
              <a:gd name="connsiteY13" fmla="*/ 0 h 347838"/>
              <a:gd name="connsiteX0" fmla="*/ 9598014 w 10381792"/>
              <a:gd name="connsiteY0" fmla="*/ 339139 h 347838"/>
              <a:gd name="connsiteX1" fmla="*/ 845227 w 10381792"/>
              <a:gd name="connsiteY1" fmla="*/ 335964 h 347838"/>
              <a:gd name="connsiteX2" fmla="*/ 0 w 10381792"/>
              <a:gd name="connsiteY2" fmla="*/ 335964 h 347838"/>
              <a:gd name="connsiteX3" fmla="*/ 0 w 10381792"/>
              <a:gd name="connsiteY3" fmla="*/ 0 h 347838"/>
              <a:gd name="connsiteX4" fmla="*/ 9598014 w 10381792"/>
              <a:gd name="connsiteY4" fmla="*/ 339139 h 347838"/>
              <a:gd name="connsiteX5" fmla="*/ 0 w 10381792"/>
              <a:gd name="connsiteY5" fmla="*/ 0 h 347838"/>
              <a:gd name="connsiteX6" fmla="*/ 739665 w 10381792"/>
              <a:gd name="connsiteY6" fmla="*/ 0 h 347838"/>
              <a:gd name="connsiteX7" fmla="*/ 9785339 w 10381792"/>
              <a:gd name="connsiteY7" fmla="*/ 3175 h 347838"/>
              <a:gd name="connsiteX8" fmla="*/ 9522411 w 10381792"/>
              <a:gd name="connsiteY8" fmla="*/ 167982 h 347838"/>
              <a:gd name="connsiteX9" fmla="*/ 9540864 w 10381792"/>
              <a:gd name="connsiteY9" fmla="*/ 191313 h 347838"/>
              <a:gd name="connsiteX10" fmla="*/ 9540864 w 10381792"/>
              <a:gd name="connsiteY10" fmla="*/ 242641 h 347838"/>
              <a:gd name="connsiteX11" fmla="*/ 9598014 w 10381792"/>
              <a:gd name="connsiteY11" fmla="*/ 339139 h 347838"/>
              <a:gd name="connsiteX12" fmla="*/ 0 w 10381792"/>
              <a:gd name="connsiteY12" fmla="*/ 0 h 347838"/>
              <a:gd name="connsiteX0" fmla="*/ 9598014 w 10387201"/>
              <a:gd name="connsiteY0" fmla="*/ 339139 h 347838"/>
              <a:gd name="connsiteX1" fmla="*/ 845227 w 10387201"/>
              <a:gd name="connsiteY1" fmla="*/ 335964 h 347838"/>
              <a:gd name="connsiteX2" fmla="*/ 0 w 10387201"/>
              <a:gd name="connsiteY2" fmla="*/ 335964 h 347838"/>
              <a:gd name="connsiteX3" fmla="*/ 0 w 10387201"/>
              <a:gd name="connsiteY3" fmla="*/ 0 h 347838"/>
              <a:gd name="connsiteX4" fmla="*/ 9598014 w 10387201"/>
              <a:gd name="connsiteY4" fmla="*/ 339139 h 347838"/>
              <a:gd name="connsiteX5" fmla="*/ 0 w 10387201"/>
              <a:gd name="connsiteY5" fmla="*/ 0 h 347838"/>
              <a:gd name="connsiteX6" fmla="*/ 739665 w 10387201"/>
              <a:gd name="connsiteY6" fmla="*/ 0 h 347838"/>
              <a:gd name="connsiteX7" fmla="*/ 9785339 w 10387201"/>
              <a:gd name="connsiteY7" fmla="*/ 3175 h 347838"/>
              <a:gd name="connsiteX8" fmla="*/ 9540864 w 10387201"/>
              <a:gd name="connsiteY8" fmla="*/ 191313 h 347838"/>
              <a:gd name="connsiteX9" fmla="*/ 9540864 w 10387201"/>
              <a:gd name="connsiteY9" fmla="*/ 242641 h 347838"/>
              <a:gd name="connsiteX10" fmla="*/ 9598014 w 10387201"/>
              <a:gd name="connsiteY10" fmla="*/ 339139 h 347838"/>
              <a:gd name="connsiteX11" fmla="*/ 0 w 10387201"/>
              <a:gd name="connsiteY11" fmla="*/ 0 h 347838"/>
              <a:gd name="connsiteX0" fmla="*/ 9598014 w 10385367"/>
              <a:gd name="connsiteY0" fmla="*/ 339139 h 350048"/>
              <a:gd name="connsiteX1" fmla="*/ 845227 w 10385367"/>
              <a:gd name="connsiteY1" fmla="*/ 335964 h 350048"/>
              <a:gd name="connsiteX2" fmla="*/ 0 w 10385367"/>
              <a:gd name="connsiteY2" fmla="*/ 335964 h 350048"/>
              <a:gd name="connsiteX3" fmla="*/ 0 w 10385367"/>
              <a:gd name="connsiteY3" fmla="*/ 0 h 350048"/>
              <a:gd name="connsiteX4" fmla="*/ 9598014 w 10385367"/>
              <a:gd name="connsiteY4" fmla="*/ 339139 h 350048"/>
              <a:gd name="connsiteX5" fmla="*/ 0 w 10385367"/>
              <a:gd name="connsiteY5" fmla="*/ 0 h 350048"/>
              <a:gd name="connsiteX6" fmla="*/ 739665 w 10385367"/>
              <a:gd name="connsiteY6" fmla="*/ 0 h 350048"/>
              <a:gd name="connsiteX7" fmla="*/ 9785339 w 10385367"/>
              <a:gd name="connsiteY7" fmla="*/ 3175 h 350048"/>
              <a:gd name="connsiteX8" fmla="*/ 9540864 w 10385367"/>
              <a:gd name="connsiteY8" fmla="*/ 242641 h 350048"/>
              <a:gd name="connsiteX9" fmla="*/ 9598014 w 10385367"/>
              <a:gd name="connsiteY9" fmla="*/ 339139 h 350048"/>
              <a:gd name="connsiteX10" fmla="*/ 0 w 10385367"/>
              <a:gd name="connsiteY10" fmla="*/ 0 h 350048"/>
              <a:gd name="connsiteX0" fmla="*/ 9598014 w 10858369"/>
              <a:gd name="connsiteY0" fmla="*/ 339139 h 339139"/>
              <a:gd name="connsiteX1" fmla="*/ 845227 w 10858369"/>
              <a:gd name="connsiteY1" fmla="*/ 335964 h 339139"/>
              <a:gd name="connsiteX2" fmla="*/ 0 w 10858369"/>
              <a:gd name="connsiteY2" fmla="*/ 335964 h 339139"/>
              <a:gd name="connsiteX3" fmla="*/ 0 w 10858369"/>
              <a:gd name="connsiteY3" fmla="*/ 0 h 339139"/>
              <a:gd name="connsiteX4" fmla="*/ 9598014 w 10858369"/>
              <a:gd name="connsiteY4" fmla="*/ 339139 h 339139"/>
              <a:gd name="connsiteX5" fmla="*/ 0 w 10858369"/>
              <a:gd name="connsiteY5" fmla="*/ 0 h 339139"/>
              <a:gd name="connsiteX6" fmla="*/ 739665 w 10858369"/>
              <a:gd name="connsiteY6" fmla="*/ 0 h 339139"/>
              <a:gd name="connsiteX7" fmla="*/ 9785339 w 10858369"/>
              <a:gd name="connsiteY7" fmla="*/ 3175 h 339139"/>
              <a:gd name="connsiteX8" fmla="*/ 9598014 w 10858369"/>
              <a:gd name="connsiteY8" fmla="*/ 339139 h 339139"/>
              <a:gd name="connsiteX9" fmla="*/ 0 w 10858369"/>
              <a:gd name="connsiteY9" fmla="*/ 0 h 339139"/>
              <a:gd name="connsiteX0" fmla="*/ 9598014 w 10374035"/>
              <a:gd name="connsiteY0" fmla="*/ 339139 h 339139"/>
              <a:gd name="connsiteX1" fmla="*/ 845227 w 10374035"/>
              <a:gd name="connsiteY1" fmla="*/ 335964 h 339139"/>
              <a:gd name="connsiteX2" fmla="*/ 0 w 10374035"/>
              <a:gd name="connsiteY2" fmla="*/ 335964 h 339139"/>
              <a:gd name="connsiteX3" fmla="*/ 0 w 10374035"/>
              <a:gd name="connsiteY3" fmla="*/ 0 h 339139"/>
              <a:gd name="connsiteX4" fmla="*/ 9598014 w 10374035"/>
              <a:gd name="connsiteY4" fmla="*/ 339139 h 339139"/>
              <a:gd name="connsiteX5" fmla="*/ 0 w 10374035"/>
              <a:gd name="connsiteY5" fmla="*/ 0 h 339139"/>
              <a:gd name="connsiteX6" fmla="*/ 739665 w 10374035"/>
              <a:gd name="connsiteY6" fmla="*/ 0 h 339139"/>
              <a:gd name="connsiteX7" fmla="*/ 9785339 w 10374035"/>
              <a:gd name="connsiteY7" fmla="*/ 3175 h 339139"/>
              <a:gd name="connsiteX8" fmla="*/ 9598014 w 10374035"/>
              <a:gd name="connsiteY8" fmla="*/ 339139 h 339139"/>
              <a:gd name="connsiteX9" fmla="*/ 0 w 10374035"/>
              <a:gd name="connsiteY9" fmla="*/ 0 h 339139"/>
              <a:gd name="connsiteX0" fmla="*/ 9598014 w 10398682"/>
              <a:gd name="connsiteY0" fmla="*/ 339139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9598014 w 10398682"/>
              <a:gd name="connsiteY5" fmla="*/ 339139 h 430579"/>
              <a:gd name="connsiteX6" fmla="*/ 0 w 10398682"/>
              <a:gd name="connsiteY6" fmla="*/ 0 h 430579"/>
              <a:gd name="connsiteX7" fmla="*/ 739665 w 10398682"/>
              <a:gd name="connsiteY7" fmla="*/ 0 h 430579"/>
              <a:gd name="connsiteX8" fmla="*/ 9785339 w 10398682"/>
              <a:gd name="connsiteY8" fmla="*/ 3175 h 430579"/>
              <a:gd name="connsiteX9" fmla="*/ 9689454 w 10398682"/>
              <a:gd name="connsiteY9" fmla="*/ 430579 h 430579"/>
              <a:gd name="connsiteX0" fmla="*/ 0 w 10398682"/>
              <a:gd name="connsiteY0" fmla="*/ 0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0 w 10398682"/>
              <a:gd name="connsiteY5" fmla="*/ 0 h 430579"/>
              <a:gd name="connsiteX6" fmla="*/ 739665 w 10398682"/>
              <a:gd name="connsiteY6" fmla="*/ 0 h 430579"/>
              <a:gd name="connsiteX7" fmla="*/ 9785339 w 10398682"/>
              <a:gd name="connsiteY7" fmla="*/ 3175 h 430579"/>
              <a:gd name="connsiteX8" fmla="*/ 9689454 w 10398682"/>
              <a:gd name="connsiteY8" fmla="*/ 430579 h 430579"/>
              <a:gd name="connsiteX0" fmla="*/ 0 w 10867773"/>
              <a:gd name="connsiteY0" fmla="*/ 0 h 336082"/>
              <a:gd name="connsiteX1" fmla="*/ 0 w 10867773"/>
              <a:gd name="connsiteY1" fmla="*/ 0 h 336082"/>
              <a:gd name="connsiteX2" fmla="*/ 845227 w 10867773"/>
              <a:gd name="connsiteY2" fmla="*/ 335964 h 336082"/>
              <a:gd name="connsiteX3" fmla="*/ 0 w 10867773"/>
              <a:gd name="connsiteY3" fmla="*/ 335964 h 336082"/>
              <a:gd name="connsiteX4" fmla="*/ 0 w 10867773"/>
              <a:gd name="connsiteY4" fmla="*/ 0 h 336082"/>
              <a:gd name="connsiteX5" fmla="*/ 0 w 10867773"/>
              <a:gd name="connsiteY5" fmla="*/ 0 h 336082"/>
              <a:gd name="connsiteX6" fmla="*/ 739665 w 10867773"/>
              <a:gd name="connsiteY6" fmla="*/ 0 h 336082"/>
              <a:gd name="connsiteX7" fmla="*/ 9785339 w 10867773"/>
              <a:gd name="connsiteY7" fmla="*/ 3175 h 336082"/>
              <a:gd name="connsiteX8" fmla="*/ 9676754 w 10867773"/>
              <a:gd name="connsiteY8" fmla="*/ 230554 h 336082"/>
              <a:gd name="connsiteX0" fmla="*/ 0 w 10840435"/>
              <a:gd name="connsiteY0" fmla="*/ 0 h 336082"/>
              <a:gd name="connsiteX1" fmla="*/ 0 w 10840435"/>
              <a:gd name="connsiteY1" fmla="*/ 0 h 336082"/>
              <a:gd name="connsiteX2" fmla="*/ 845227 w 10840435"/>
              <a:gd name="connsiteY2" fmla="*/ 335964 h 336082"/>
              <a:gd name="connsiteX3" fmla="*/ 0 w 10840435"/>
              <a:gd name="connsiteY3" fmla="*/ 335964 h 336082"/>
              <a:gd name="connsiteX4" fmla="*/ 0 w 10840435"/>
              <a:gd name="connsiteY4" fmla="*/ 0 h 336082"/>
              <a:gd name="connsiteX5" fmla="*/ 0 w 10840435"/>
              <a:gd name="connsiteY5" fmla="*/ 0 h 336082"/>
              <a:gd name="connsiteX6" fmla="*/ 739665 w 10840435"/>
              <a:gd name="connsiteY6" fmla="*/ 0 h 336082"/>
              <a:gd name="connsiteX7" fmla="*/ 9785339 w 10840435"/>
              <a:gd name="connsiteY7" fmla="*/ 3175 h 336082"/>
              <a:gd name="connsiteX8" fmla="*/ 9625954 w 10840435"/>
              <a:gd name="connsiteY8" fmla="*/ 335329 h 336082"/>
              <a:gd name="connsiteX0" fmla="*/ 0 w 10403938"/>
              <a:gd name="connsiteY0" fmla="*/ 0 h 336082"/>
              <a:gd name="connsiteX1" fmla="*/ 0 w 10403938"/>
              <a:gd name="connsiteY1" fmla="*/ 0 h 336082"/>
              <a:gd name="connsiteX2" fmla="*/ 845227 w 10403938"/>
              <a:gd name="connsiteY2" fmla="*/ 335964 h 336082"/>
              <a:gd name="connsiteX3" fmla="*/ 0 w 10403938"/>
              <a:gd name="connsiteY3" fmla="*/ 335964 h 336082"/>
              <a:gd name="connsiteX4" fmla="*/ 0 w 10403938"/>
              <a:gd name="connsiteY4" fmla="*/ 0 h 336082"/>
              <a:gd name="connsiteX5" fmla="*/ 0 w 10403938"/>
              <a:gd name="connsiteY5" fmla="*/ 0 h 336082"/>
              <a:gd name="connsiteX6" fmla="*/ 739665 w 10403938"/>
              <a:gd name="connsiteY6" fmla="*/ 0 h 336082"/>
              <a:gd name="connsiteX7" fmla="*/ 9785339 w 10403938"/>
              <a:gd name="connsiteY7" fmla="*/ 3175 h 336082"/>
              <a:gd name="connsiteX8" fmla="*/ 9625954 w 10403938"/>
              <a:gd name="connsiteY8" fmla="*/ 335329 h 336082"/>
              <a:gd name="connsiteX0" fmla="*/ 0 w 9785601"/>
              <a:gd name="connsiteY0" fmla="*/ 0 h 336082"/>
              <a:gd name="connsiteX1" fmla="*/ 0 w 9785601"/>
              <a:gd name="connsiteY1" fmla="*/ 0 h 336082"/>
              <a:gd name="connsiteX2" fmla="*/ 845227 w 9785601"/>
              <a:gd name="connsiteY2" fmla="*/ 335964 h 336082"/>
              <a:gd name="connsiteX3" fmla="*/ 0 w 9785601"/>
              <a:gd name="connsiteY3" fmla="*/ 335964 h 336082"/>
              <a:gd name="connsiteX4" fmla="*/ 0 w 9785601"/>
              <a:gd name="connsiteY4" fmla="*/ 0 h 336082"/>
              <a:gd name="connsiteX5" fmla="*/ 0 w 9785601"/>
              <a:gd name="connsiteY5" fmla="*/ 0 h 336082"/>
              <a:gd name="connsiteX6" fmla="*/ 739665 w 9785601"/>
              <a:gd name="connsiteY6" fmla="*/ 0 h 336082"/>
              <a:gd name="connsiteX7" fmla="*/ 9785339 w 9785601"/>
              <a:gd name="connsiteY7" fmla="*/ 3175 h 336082"/>
              <a:gd name="connsiteX8" fmla="*/ 9625954 w 9785601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6350 h 336082"/>
              <a:gd name="connsiteX8" fmla="*/ 9625954 w 9798283"/>
              <a:gd name="connsiteY8" fmla="*/ 335329 h 336082"/>
              <a:gd name="connsiteX0" fmla="*/ 0 w 9941053"/>
              <a:gd name="connsiteY0" fmla="*/ 60328 h 396410"/>
              <a:gd name="connsiteX1" fmla="*/ 0 w 9941053"/>
              <a:gd name="connsiteY1" fmla="*/ 60328 h 396410"/>
              <a:gd name="connsiteX2" fmla="*/ 845227 w 9941053"/>
              <a:gd name="connsiteY2" fmla="*/ 396292 h 396410"/>
              <a:gd name="connsiteX3" fmla="*/ 0 w 9941053"/>
              <a:gd name="connsiteY3" fmla="*/ 396292 h 396410"/>
              <a:gd name="connsiteX4" fmla="*/ 0 w 9941053"/>
              <a:gd name="connsiteY4" fmla="*/ 60328 h 396410"/>
              <a:gd name="connsiteX5" fmla="*/ 0 w 9941053"/>
              <a:gd name="connsiteY5" fmla="*/ 60328 h 396410"/>
              <a:gd name="connsiteX6" fmla="*/ 739665 w 9941053"/>
              <a:gd name="connsiteY6" fmla="*/ 60328 h 396410"/>
              <a:gd name="connsiteX7" fmla="*/ 9940914 w 9941053"/>
              <a:gd name="connsiteY7" fmla="*/ 3 h 396410"/>
              <a:gd name="connsiteX8" fmla="*/ 9625954 w 9941053"/>
              <a:gd name="connsiteY8" fmla="*/ 395657 h 396410"/>
              <a:gd name="connsiteX0" fmla="*/ 0 w 9625954"/>
              <a:gd name="connsiteY0" fmla="*/ 0 h 336082"/>
              <a:gd name="connsiteX1" fmla="*/ 0 w 9625954"/>
              <a:gd name="connsiteY1" fmla="*/ 0 h 336082"/>
              <a:gd name="connsiteX2" fmla="*/ 845227 w 9625954"/>
              <a:gd name="connsiteY2" fmla="*/ 335964 h 336082"/>
              <a:gd name="connsiteX3" fmla="*/ 0 w 9625954"/>
              <a:gd name="connsiteY3" fmla="*/ 335964 h 336082"/>
              <a:gd name="connsiteX4" fmla="*/ 0 w 9625954"/>
              <a:gd name="connsiteY4" fmla="*/ 0 h 336082"/>
              <a:gd name="connsiteX5" fmla="*/ 0 w 9625954"/>
              <a:gd name="connsiteY5" fmla="*/ 0 h 336082"/>
              <a:gd name="connsiteX6" fmla="*/ 739665 w 9625954"/>
              <a:gd name="connsiteY6" fmla="*/ 0 h 336082"/>
              <a:gd name="connsiteX7" fmla="*/ 9229714 w 9625954"/>
              <a:gd name="connsiteY7" fmla="*/ 177800 h 336082"/>
              <a:gd name="connsiteX8" fmla="*/ 9625954 w 9625954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3175 h 336082"/>
              <a:gd name="connsiteX8" fmla="*/ 9625954 w 9798283"/>
              <a:gd name="connsiteY8" fmla="*/ 335329 h 336082"/>
              <a:gd name="connsiteX0" fmla="*/ 0 w 10332581"/>
              <a:gd name="connsiteY0" fmla="*/ 0 h 336082"/>
              <a:gd name="connsiteX1" fmla="*/ 0 w 10332581"/>
              <a:gd name="connsiteY1" fmla="*/ 0 h 336082"/>
              <a:gd name="connsiteX2" fmla="*/ 845227 w 10332581"/>
              <a:gd name="connsiteY2" fmla="*/ 335964 h 336082"/>
              <a:gd name="connsiteX3" fmla="*/ 0 w 10332581"/>
              <a:gd name="connsiteY3" fmla="*/ 335964 h 336082"/>
              <a:gd name="connsiteX4" fmla="*/ 0 w 10332581"/>
              <a:gd name="connsiteY4" fmla="*/ 0 h 336082"/>
              <a:gd name="connsiteX5" fmla="*/ 0 w 10332581"/>
              <a:gd name="connsiteY5" fmla="*/ 0 h 336082"/>
              <a:gd name="connsiteX6" fmla="*/ 739665 w 10332581"/>
              <a:gd name="connsiteY6" fmla="*/ 0 h 336082"/>
              <a:gd name="connsiteX7" fmla="*/ 9798039 w 10332581"/>
              <a:gd name="connsiteY7" fmla="*/ 3175 h 336082"/>
              <a:gd name="connsiteX8" fmla="*/ 9333854 w 10332581"/>
              <a:gd name="connsiteY8" fmla="*/ 243254 h 336082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739665 w 10410875"/>
              <a:gd name="connsiteY6" fmla="*/ 0 h 338504"/>
              <a:gd name="connsiteX7" fmla="*/ 9798039 w 10410875"/>
              <a:gd name="connsiteY7" fmla="*/ 3175 h 338504"/>
              <a:gd name="connsiteX8" fmla="*/ 9616429 w 10410875"/>
              <a:gd name="connsiteY8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9798039"/>
              <a:gd name="connsiteY0" fmla="*/ 0 h 335964"/>
              <a:gd name="connsiteX1" fmla="*/ 0 w 9798039"/>
              <a:gd name="connsiteY1" fmla="*/ 0 h 335964"/>
              <a:gd name="connsiteX2" fmla="*/ 4450166 w 9798039"/>
              <a:gd name="connsiteY2" fmla="*/ 331176 h 335964"/>
              <a:gd name="connsiteX3" fmla="*/ 0 w 9798039"/>
              <a:gd name="connsiteY3" fmla="*/ 335964 h 335964"/>
              <a:gd name="connsiteX4" fmla="*/ 0 w 9798039"/>
              <a:gd name="connsiteY4" fmla="*/ 0 h 335964"/>
              <a:gd name="connsiteX5" fmla="*/ 0 w 9798039"/>
              <a:gd name="connsiteY5" fmla="*/ 0 h 335964"/>
              <a:gd name="connsiteX6" fmla="*/ 9798039 w 9798039"/>
              <a:gd name="connsiteY6" fmla="*/ 3175 h 335964"/>
              <a:gd name="connsiteX0" fmla="*/ 0 w 4808553"/>
              <a:gd name="connsiteY0" fmla="*/ 0 h 335964"/>
              <a:gd name="connsiteX1" fmla="*/ 0 w 4808553"/>
              <a:gd name="connsiteY1" fmla="*/ 0 h 335964"/>
              <a:gd name="connsiteX2" fmla="*/ 4450166 w 4808553"/>
              <a:gd name="connsiteY2" fmla="*/ 331176 h 335964"/>
              <a:gd name="connsiteX3" fmla="*/ 0 w 4808553"/>
              <a:gd name="connsiteY3" fmla="*/ 335964 h 335964"/>
              <a:gd name="connsiteX4" fmla="*/ 0 w 4808553"/>
              <a:gd name="connsiteY4" fmla="*/ 0 h 335964"/>
              <a:gd name="connsiteX0" fmla="*/ 77078 w 4528022"/>
              <a:gd name="connsiteY0" fmla="*/ 10269 h 365804"/>
              <a:gd name="connsiteX1" fmla="*/ 77078 w 4528022"/>
              <a:gd name="connsiteY1" fmla="*/ 10269 h 365804"/>
              <a:gd name="connsiteX2" fmla="*/ 436136 w 4528022"/>
              <a:gd name="connsiteY2" fmla="*/ 29857 h 365804"/>
              <a:gd name="connsiteX3" fmla="*/ 4527244 w 4528022"/>
              <a:gd name="connsiteY3" fmla="*/ 341445 h 365804"/>
              <a:gd name="connsiteX4" fmla="*/ 77078 w 4528022"/>
              <a:gd name="connsiteY4" fmla="*/ 346233 h 365804"/>
              <a:gd name="connsiteX5" fmla="*/ 77078 w 4528022"/>
              <a:gd name="connsiteY5" fmla="*/ 10269 h 365804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973015"/>
              <a:gd name="connsiteY0" fmla="*/ 0 h 356920"/>
              <a:gd name="connsiteX1" fmla="*/ 0 w 4973015"/>
              <a:gd name="connsiteY1" fmla="*/ 0 h 356920"/>
              <a:gd name="connsiteX2" fmla="*/ 4035808 w 4973015"/>
              <a:gd name="connsiteY2" fmla="*/ 48312 h 356920"/>
              <a:gd name="connsiteX3" fmla="*/ 4673465 w 4973015"/>
              <a:gd name="connsiteY3" fmla="*/ 335963 h 356920"/>
              <a:gd name="connsiteX4" fmla="*/ 0 w 4973015"/>
              <a:gd name="connsiteY4" fmla="*/ 335964 h 356920"/>
              <a:gd name="connsiteX5" fmla="*/ 0 w 4973015"/>
              <a:gd name="connsiteY5" fmla="*/ 0 h 356920"/>
              <a:gd name="connsiteX0" fmla="*/ 0 w 4971985"/>
              <a:gd name="connsiteY0" fmla="*/ 0 h 339915"/>
              <a:gd name="connsiteX1" fmla="*/ 0 w 4971985"/>
              <a:gd name="connsiteY1" fmla="*/ 0 h 339915"/>
              <a:gd name="connsiteX2" fmla="*/ 4035808 w 4971985"/>
              <a:gd name="connsiteY2" fmla="*/ 48312 h 339915"/>
              <a:gd name="connsiteX3" fmla="*/ 4673465 w 4971985"/>
              <a:gd name="connsiteY3" fmla="*/ 335963 h 339915"/>
              <a:gd name="connsiteX4" fmla="*/ 0 w 4971985"/>
              <a:gd name="connsiteY4" fmla="*/ 335964 h 339915"/>
              <a:gd name="connsiteX5" fmla="*/ 0 w 4971985"/>
              <a:gd name="connsiteY5" fmla="*/ 0 h 339915"/>
              <a:gd name="connsiteX0" fmla="*/ 0 w 4977139"/>
              <a:gd name="connsiteY0" fmla="*/ 0 h 335964"/>
              <a:gd name="connsiteX1" fmla="*/ 0 w 4977139"/>
              <a:gd name="connsiteY1" fmla="*/ 0 h 335964"/>
              <a:gd name="connsiteX2" fmla="*/ 4035808 w 4977139"/>
              <a:gd name="connsiteY2" fmla="*/ 48312 h 335964"/>
              <a:gd name="connsiteX3" fmla="*/ 4673465 w 4977139"/>
              <a:gd name="connsiteY3" fmla="*/ 335963 h 335964"/>
              <a:gd name="connsiteX4" fmla="*/ 0 w 4977139"/>
              <a:gd name="connsiteY4" fmla="*/ 335964 h 335964"/>
              <a:gd name="connsiteX5" fmla="*/ 0 w 4977139"/>
              <a:gd name="connsiteY5" fmla="*/ 0 h 335964"/>
              <a:gd name="connsiteX0" fmla="*/ 0 w 4680500"/>
              <a:gd name="connsiteY0" fmla="*/ 0 h 335993"/>
              <a:gd name="connsiteX1" fmla="*/ 0 w 4680500"/>
              <a:gd name="connsiteY1" fmla="*/ 0 h 335993"/>
              <a:gd name="connsiteX2" fmla="*/ 4035808 w 4680500"/>
              <a:gd name="connsiteY2" fmla="*/ 48312 h 335993"/>
              <a:gd name="connsiteX3" fmla="*/ 4673465 w 4680500"/>
              <a:gd name="connsiteY3" fmla="*/ 335963 h 335993"/>
              <a:gd name="connsiteX4" fmla="*/ 0 w 4680500"/>
              <a:gd name="connsiteY4" fmla="*/ 335964 h 335993"/>
              <a:gd name="connsiteX5" fmla="*/ 0 w 4680500"/>
              <a:gd name="connsiteY5" fmla="*/ 0 h 335993"/>
              <a:gd name="connsiteX0" fmla="*/ 0 w 4673495"/>
              <a:gd name="connsiteY0" fmla="*/ 0 h 335993"/>
              <a:gd name="connsiteX1" fmla="*/ 0 w 4673495"/>
              <a:gd name="connsiteY1" fmla="*/ 0 h 335993"/>
              <a:gd name="connsiteX2" fmla="*/ 4035808 w 4673495"/>
              <a:gd name="connsiteY2" fmla="*/ 48312 h 335993"/>
              <a:gd name="connsiteX3" fmla="*/ 4673465 w 4673495"/>
              <a:gd name="connsiteY3" fmla="*/ 335963 h 335993"/>
              <a:gd name="connsiteX4" fmla="*/ 0 w 4673495"/>
              <a:gd name="connsiteY4" fmla="*/ 335964 h 335993"/>
              <a:gd name="connsiteX5" fmla="*/ 0 w 4673495"/>
              <a:gd name="connsiteY5" fmla="*/ 0 h 335993"/>
              <a:gd name="connsiteX0" fmla="*/ 0 w 5049349"/>
              <a:gd name="connsiteY0" fmla="*/ 0 h 360817"/>
              <a:gd name="connsiteX1" fmla="*/ 0 w 5049349"/>
              <a:gd name="connsiteY1" fmla="*/ 0 h 360817"/>
              <a:gd name="connsiteX2" fmla="*/ 4752225 w 5049349"/>
              <a:gd name="connsiteY2" fmla="*/ 438 h 360817"/>
              <a:gd name="connsiteX3" fmla="*/ 4673465 w 5049349"/>
              <a:gd name="connsiteY3" fmla="*/ 335963 h 360817"/>
              <a:gd name="connsiteX4" fmla="*/ 0 w 5049349"/>
              <a:gd name="connsiteY4" fmla="*/ 335964 h 360817"/>
              <a:gd name="connsiteX5" fmla="*/ 0 w 5049349"/>
              <a:gd name="connsiteY5" fmla="*/ 0 h 360817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317112"/>
              <a:gd name="connsiteY0" fmla="*/ 0 h 354433"/>
              <a:gd name="connsiteX1" fmla="*/ 0 w 5317112"/>
              <a:gd name="connsiteY1" fmla="*/ 0 h 354433"/>
              <a:gd name="connsiteX2" fmla="*/ 4775485 w 5317112"/>
              <a:gd name="connsiteY2" fmla="*/ 86612 h 354433"/>
              <a:gd name="connsiteX3" fmla="*/ 4673465 w 5317112"/>
              <a:gd name="connsiteY3" fmla="*/ 335963 h 354433"/>
              <a:gd name="connsiteX4" fmla="*/ 0 w 5317112"/>
              <a:gd name="connsiteY4" fmla="*/ 335964 h 354433"/>
              <a:gd name="connsiteX5" fmla="*/ 0 w 5317112"/>
              <a:gd name="connsiteY5" fmla="*/ 0 h 354433"/>
              <a:gd name="connsiteX0" fmla="*/ 0 w 5286704"/>
              <a:gd name="connsiteY0" fmla="*/ 0 h 354433"/>
              <a:gd name="connsiteX1" fmla="*/ 0 w 5286704"/>
              <a:gd name="connsiteY1" fmla="*/ 0 h 354433"/>
              <a:gd name="connsiteX2" fmla="*/ 4775485 w 5286704"/>
              <a:gd name="connsiteY2" fmla="*/ 86612 h 354433"/>
              <a:gd name="connsiteX3" fmla="*/ 4673465 w 5286704"/>
              <a:gd name="connsiteY3" fmla="*/ 335963 h 354433"/>
              <a:gd name="connsiteX4" fmla="*/ 0 w 5286704"/>
              <a:gd name="connsiteY4" fmla="*/ 335964 h 354433"/>
              <a:gd name="connsiteX5" fmla="*/ 0 w 5286704"/>
              <a:gd name="connsiteY5" fmla="*/ 0 h 354433"/>
              <a:gd name="connsiteX0" fmla="*/ 0 w 5097113"/>
              <a:gd name="connsiteY0" fmla="*/ 0 h 354433"/>
              <a:gd name="connsiteX1" fmla="*/ 0 w 5097113"/>
              <a:gd name="connsiteY1" fmla="*/ 0 h 354433"/>
              <a:gd name="connsiteX2" fmla="*/ 4775485 w 5097113"/>
              <a:gd name="connsiteY2" fmla="*/ 86612 h 354433"/>
              <a:gd name="connsiteX3" fmla="*/ 4673465 w 5097113"/>
              <a:gd name="connsiteY3" fmla="*/ 335963 h 354433"/>
              <a:gd name="connsiteX4" fmla="*/ 0 w 5097113"/>
              <a:gd name="connsiteY4" fmla="*/ 335964 h 354433"/>
              <a:gd name="connsiteX5" fmla="*/ 0 w 5097113"/>
              <a:gd name="connsiteY5" fmla="*/ 0 h 354433"/>
              <a:gd name="connsiteX0" fmla="*/ 0 w 5059613"/>
              <a:gd name="connsiteY0" fmla="*/ 269184 h 623617"/>
              <a:gd name="connsiteX1" fmla="*/ 0 w 5059613"/>
              <a:gd name="connsiteY1" fmla="*/ 269184 h 623617"/>
              <a:gd name="connsiteX2" fmla="*/ 4775485 w 5059613"/>
              <a:gd name="connsiteY2" fmla="*/ 355796 h 623617"/>
              <a:gd name="connsiteX3" fmla="*/ 4673465 w 5059613"/>
              <a:gd name="connsiteY3" fmla="*/ 605147 h 623617"/>
              <a:gd name="connsiteX4" fmla="*/ 0 w 5059613"/>
              <a:gd name="connsiteY4" fmla="*/ 605148 h 623617"/>
              <a:gd name="connsiteX5" fmla="*/ 0 w 5059613"/>
              <a:gd name="connsiteY5" fmla="*/ 269184 h 623617"/>
              <a:gd name="connsiteX0" fmla="*/ 0 w 5080032"/>
              <a:gd name="connsiteY0" fmla="*/ 0 h 606920"/>
              <a:gd name="connsiteX1" fmla="*/ 0 w 5080032"/>
              <a:gd name="connsiteY1" fmla="*/ 0 h 606920"/>
              <a:gd name="connsiteX2" fmla="*/ 4775485 w 5080032"/>
              <a:gd name="connsiteY2" fmla="*/ 86612 h 606920"/>
              <a:gd name="connsiteX3" fmla="*/ 4673465 w 5080032"/>
              <a:gd name="connsiteY3" fmla="*/ 335963 h 606920"/>
              <a:gd name="connsiteX4" fmla="*/ 0 w 5080032"/>
              <a:gd name="connsiteY4" fmla="*/ 335964 h 606920"/>
              <a:gd name="connsiteX5" fmla="*/ 0 w 5080032"/>
              <a:gd name="connsiteY5" fmla="*/ 0 h 606920"/>
              <a:gd name="connsiteX0" fmla="*/ 0 w 5042821"/>
              <a:gd name="connsiteY0" fmla="*/ 38486 h 645406"/>
              <a:gd name="connsiteX1" fmla="*/ 0 w 5042821"/>
              <a:gd name="connsiteY1" fmla="*/ 38486 h 645406"/>
              <a:gd name="connsiteX2" fmla="*/ 4775485 w 5042821"/>
              <a:gd name="connsiteY2" fmla="*/ 125098 h 645406"/>
              <a:gd name="connsiteX3" fmla="*/ 4673465 w 5042821"/>
              <a:gd name="connsiteY3" fmla="*/ 374449 h 645406"/>
              <a:gd name="connsiteX4" fmla="*/ 0 w 5042821"/>
              <a:gd name="connsiteY4" fmla="*/ 374450 h 645406"/>
              <a:gd name="connsiteX5" fmla="*/ 0 w 5042821"/>
              <a:gd name="connsiteY5" fmla="*/ 38486 h 645406"/>
              <a:gd name="connsiteX0" fmla="*/ 0 w 5185081"/>
              <a:gd name="connsiteY0" fmla="*/ 0 h 606920"/>
              <a:gd name="connsiteX1" fmla="*/ 0 w 5185081"/>
              <a:gd name="connsiteY1" fmla="*/ 0 h 606920"/>
              <a:gd name="connsiteX2" fmla="*/ 4775485 w 5185081"/>
              <a:gd name="connsiteY2" fmla="*/ 86612 h 606920"/>
              <a:gd name="connsiteX3" fmla="*/ 4673465 w 5185081"/>
              <a:gd name="connsiteY3" fmla="*/ 335963 h 606920"/>
              <a:gd name="connsiteX4" fmla="*/ 0 w 5185081"/>
              <a:gd name="connsiteY4" fmla="*/ 335964 h 606920"/>
              <a:gd name="connsiteX5" fmla="*/ 0 w 5185081"/>
              <a:gd name="connsiteY5" fmla="*/ 0 h 606920"/>
              <a:gd name="connsiteX0" fmla="*/ 0 w 5185081"/>
              <a:gd name="connsiteY0" fmla="*/ 0 h 354433"/>
              <a:gd name="connsiteX1" fmla="*/ 0 w 5185081"/>
              <a:gd name="connsiteY1" fmla="*/ 0 h 354433"/>
              <a:gd name="connsiteX2" fmla="*/ 4775485 w 5185081"/>
              <a:gd name="connsiteY2" fmla="*/ 86612 h 354433"/>
              <a:gd name="connsiteX3" fmla="*/ 4673465 w 5185081"/>
              <a:gd name="connsiteY3" fmla="*/ 335963 h 354433"/>
              <a:gd name="connsiteX4" fmla="*/ 0 w 5185081"/>
              <a:gd name="connsiteY4" fmla="*/ 335964 h 354433"/>
              <a:gd name="connsiteX5" fmla="*/ 0 w 5185081"/>
              <a:gd name="connsiteY5" fmla="*/ 0 h 354433"/>
              <a:gd name="connsiteX0" fmla="*/ 0 w 5056051"/>
              <a:gd name="connsiteY0" fmla="*/ 0 h 354433"/>
              <a:gd name="connsiteX1" fmla="*/ 0 w 5056051"/>
              <a:gd name="connsiteY1" fmla="*/ 0 h 354433"/>
              <a:gd name="connsiteX2" fmla="*/ 4775485 w 5056051"/>
              <a:gd name="connsiteY2" fmla="*/ 86612 h 354433"/>
              <a:gd name="connsiteX3" fmla="*/ 4673465 w 5056051"/>
              <a:gd name="connsiteY3" fmla="*/ 335963 h 354433"/>
              <a:gd name="connsiteX4" fmla="*/ 0 w 5056051"/>
              <a:gd name="connsiteY4" fmla="*/ 335964 h 354433"/>
              <a:gd name="connsiteX5" fmla="*/ 0 w 5056051"/>
              <a:gd name="connsiteY5" fmla="*/ 0 h 354433"/>
              <a:gd name="connsiteX0" fmla="*/ 0 w 4775496"/>
              <a:gd name="connsiteY0" fmla="*/ 0 h 354433"/>
              <a:gd name="connsiteX1" fmla="*/ 0 w 4775496"/>
              <a:gd name="connsiteY1" fmla="*/ 0 h 354433"/>
              <a:gd name="connsiteX2" fmla="*/ 4775485 w 4775496"/>
              <a:gd name="connsiteY2" fmla="*/ 86612 h 354433"/>
              <a:gd name="connsiteX3" fmla="*/ 4673465 w 4775496"/>
              <a:gd name="connsiteY3" fmla="*/ 335963 h 354433"/>
              <a:gd name="connsiteX4" fmla="*/ 0 w 4775496"/>
              <a:gd name="connsiteY4" fmla="*/ 335964 h 354433"/>
              <a:gd name="connsiteX5" fmla="*/ 0 w 4775496"/>
              <a:gd name="connsiteY5" fmla="*/ 0 h 354433"/>
              <a:gd name="connsiteX0" fmla="*/ 0 w 4775496"/>
              <a:gd name="connsiteY0" fmla="*/ 0 h 335964"/>
              <a:gd name="connsiteX1" fmla="*/ 0 w 4775496"/>
              <a:gd name="connsiteY1" fmla="*/ 0 h 335964"/>
              <a:gd name="connsiteX2" fmla="*/ 4775485 w 4775496"/>
              <a:gd name="connsiteY2" fmla="*/ 86612 h 335964"/>
              <a:gd name="connsiteX3" fmla="*/ 4673465 w 4775496"/>
              <a:gd name="connsiteY3" fmla="*/ 335963 h 335964"/>
              <a:gd name="connsiteX4" fmla="*/ 0 w 4775496"/>
              <a:gd name="connsiteY4" fmla="*/ 335964 h 335964"/>
              <a:gd name="connsiteX5" fmla="*/ 0 w 4775496"/>
              <a:gd name="connsiteY5" fmla="*/ 0 h 335964"/>
              <a:gd name="connsiteX0" fmla="*/ 0 w 4759216"/>
              <a:gd name="connsiteY0" fmla="*/ 0 h 335964"/>
              <a:gd name="connsiteX1" fmla="*/ 0 w 4759216"/>
              <a:gd name="connsiteY1" fmla="*/ 0 h 335964"/>
              <a:gd name="connsiteX2" fmla="*/ 4759203 w 4759216"/>
              <a:gd name="connsiteY2" fmla="*/ 5225 h 335964"/>
              <a:gd name="connsiteX3" fmla="*/ 4673465 w 4759216"/>
              <a:gd name="connsiteY3" fmla="*/ 335963 h 335964"/>
              <a:gd name="connsiteX4" fmla="*/ 0 w 4759216"/>
              <a:gd name="connsiteY4" fmla="*/ 335964 h 335964"/>
              <a:gd name="connsiteX5" fmla="*/ 0 w 4759216"/>
              <a:gd name="connsiteY5" fmla="*/ 0 h 335964"/>
              <a:gd name="connsiteX0" fmla="*/ 0 w 4759208"/>
              <a:gd name="connsiteY0" fmla="*/ 0 h 335964"/>
              <a:gd name="connsiteX1" fmla="*/ 0 w 4759208"/>
              <a:gd name="connsiteY1" fmla="*/ 0 h 335964"/>
              <a:gd name="connsiteX2" fmla="*/ 4759203 w 4759208"/>
              <a:gd name="connsiteY2" fmla="*/ 5225 h 335964"/>
              <a:gd name="connsiteX3" fmla="*/ 4559490 w 4759208"/>
              <a:gd name="connsiteY3" fmla="*/ 206702 h 335964"/>
              <a:gd name="connsiteX4" fmla="*/ 0 w 4759208"/>
              <a:gd name="connsiteY4" fmla="*/ 335964 h 335964"/>
              <a:gd name="connsiteX5" fmla="*/ 0 w 4759208"/>
              <a:gd name="connsiteY5" fmla="*/ 0 h 335964"/>
              <a:gd name="connsiteX0" fmla="*/ 0 w 4759215"/>
              <a:gd name="connsiteY0" fmla="*/ 0 h 335964"/>
              <a:gd name="connsiteX1" fmla="*/ 0 w 4759215"/>
              <a:gd name="connsiteY1" fmla="*/ 0 h 335964"/>
              <a:gd name="connsiteX2" fmla="*/ 4759203 w 4759215"/>
              <a:gd name="connsiteY2" fmla="*/ 5225 h 335964"/>
              <a:gd name="connsiteX3" fmla="*/ 4668814 w 4759215"/>
              <a:gd name="connsiteY3" fmla="*/ 335963 h 335964"/>
              <a:gd name="connsiteX4" fmla="*/ 0 w 4759215"/>
              <a:gd name="connsiteY4" fmla="*/ 335964 h 335964"/>
              <a:gd name="connsiteX5" fmla="*/ 0 w 4759215"/>
              <a:gd name="connsiteY5" fmla="*/ 0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9215" h="335964">
                <a:moveTo>
                  <a:pt x="0" y="0"/>
                </a:moveTo>
                <a:lnTo>
                  <a:pt x="0" y="0"/>
                </a:lnTo>
                <a:lnTo>
                  <a:pt x="4759203" y="5225"/>
                </a:lnTo>
                <a:cubicBezTo>
                  <a:pt x="4760433" y="13511"/>
                  <a:pt x="4673878" y="332704"/>
                  <a:pt x="4668814" y="335963"/>
                </a:cubicBezTo>
                <a:cubicBezTo>
                  <a:pt x="4670728" y="334435"/>
                  <a:pt x="1557822" y="335964"/>
                  <a:pt x="0" y="3359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54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 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F5406160-AFD8-CAB4-BD34-E0159F65C63C}"/>
              </a:ext>
            </a:extLst>
          </p:cNvPr>
          <p:cNvSpPr/>
          <p:nvPr userDrawn="1"/>
        </p:nvSpPr>
        <p:spPr>
          <a:xfrm>
            <a:off x="11157996" y="4445448"/>
            <a:ext cx="1034004" cy="2412552"/>
          </a:xfrm>
          <a:custGeom>
            <a:avLst/>
            <a:gdLst>
              <a:gd name="connsiteX0" fmla="*/ 0 w 1034004"/>
              <a:gd name="connsiteY0" fmla="*/ 0 h 2412552"/>
              <a:gd name="connsiteX1" fmla="*/ 1034004 w 1034004"/>
              <a:gd name="connsiteY1" fmla="*/ 0 h 2412552"/>
              <a:gd name="connsiteX2" fmla="*/ 1034004 w 1034004"/>
              <a:gd name="connsiteY2" fmla="*/ 2412552 h 2412552"/>
              <a:gd name="connsiteX3" fmla="*/ 0 w 1034004"/>
              <a:gd name="connsiteY3" fmla="*/ 2412552 h 2412552"/>
              <a:gd name="connsiteX4" fmla="*/ 0 w 1034004"/>
              <a:gd name="connsiteY4" fmla="*/ 0 h 2412552"/>
              <a:gd name="connsiteX0" fmla="*/ 0 w 1034004"/>
              <a:gd name="connsiteY0" fmla="*/ 2412552 h 2412552"/>
              <a:gd name="connsiteX1" fmla="*/ 1034004 w 1034004"/>
              <a:gd name="connsiteY1" fmla="*/ 0 h 2412552"/>
              <a:gd name="connsiteX2" fmla="*/ 1034004 w 1034004"/>
              <a:gd name="connsiteY2" fmla="*/ 2412552 h 2412552"/>
              <a:gd name="connsiteX3" fmla="*/ 0 w 1034004"/>
              <a:gd name="connsiteY3" fmla="*/ 2412552 h 241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4004" h="2412552">
                <a:moveTo>
                  <a:pt x="0" y="2412552"/>
                </a:moveTo>
                <a:lnTo>
                  <a:pt x="1034004" y="0"/>
                </a:lnTo>
                <a:lnTo>
                  <a:pt x="1034004" y="2412552"/>
                </a:lnTo>
                <a:lnTo>
                  <a:pt x="0" y="241255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9712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hite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096000" y="1128410"/>
            <a:ext cx="5499370" cy="503920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14" name="Titre 13">
            <a:extLst>
              <a:ext uri="{FF2B5EF4-FFF2-40B4-BE49-F238E27FC236}">
                <a16:creationId xmlns:a16="http://schemas.microsoft.com/office/drawing/2014/main" id="{8038BA85-2084-4869-B223-D5D52B6CE4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890" y="1128410"/>
            <a:ext cx="5452110" cy="5039202"/>
          </a:xfrm>
          <a:custGeom>
            <a:avLst/>
            <a:gdLst>
              <a:gd name="connsiteX0" fmla="*/ 0 w 5452110"/>
              <a:gd name="connsiteY0" fmla="*/ 0 h 5039202"/>
              <a:gd name="connsiteX1" fmla="*/ 5452110 w 5452110"/>
              <a:gd name="connsiteY1" fmla="*/ 0 h 5039202"/>
              <a:gd name="connsiteX2" fmla="*/ 5452110 w 5452110"/>
              <a:gd name="connsiteY2" fmla="*/ 5039202 h 5039202"/>
              <a:gd name="connsiteX3" fmla="*/ 0 w 545211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2110" h="5039202">
                <a:moveTo>
                  <a:pt x="0" y="0"/>
                </a:moveTo>
                <a:lnTo>
                  <a:pt x="5452110" y="0"/>
                </a:lnTo>
                <a:lnTo>
                  <a:pt x="545211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0" tIns="540000" rIns="360000" bIns="36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536" y="2927612"/>
            <a:ext cx="4932000" cy="2880000"/>
          </a:xfrm>
        </p:spPr>
        <p:txBody>
          <a:bodyPr/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4DFCB1D7-DA62-A3FE-87CB-3CA04AA3E6F3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-1" y="449848"/>
            <a:ext cx="9795419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9609373 w 9683261"/>
              <a:gd name="connsiteY23" fmla="*/ 50961 h 335964"/>
              <a:gd name="connsiteX24" fmla="*/ 0 w 9683261"/>
              <a:gd name="connsiteY24" fmla="*/ 0 h 335964"/>
              <a:gd name="connsiteX25" fmla="*/ 739665 w 9683261"/>
              <a:gd name="connsiteY25" fmla="*/ 0 h 335964"/>
              <a:gd name="connsiteX26" fmla="*/ 9540864 w 9683261"/>
              <a:gd name="connsiteY26" fmla="*/ 0 h 335964"/>
              <a:gd name="connsiteX27" fmla="*/ 9568541 w 9683261"/>
              <a:gd name="connsiteY27" fmla="*/ 27997 h 335964"/>
              <a:gd name="connsiteX28" fmla="*/ 9540864 w 9683261"/>
              <a:gd name="connsiteY28" fmla="*/ 55995 h 335964"/>
              <a:gd name="connsiteX29" fmla="*/ 9522411 w 9683261"/>
              <a:gd name="connsiteY29" fmla="*/ 74659 h 335964"/>
              <a:gd name="connsiteX30" fmla="*/ 9540864 w 9683261"/>
              <a:gd name="connsiteY30" fmla="*/ 97990 h 335964"/>
              <a:gd name="connsiteX31" fmla="*/ 9568541 w 9683261"/>
              <a:gd name="connsiteY31" fmla="*/ 121320 h 335964"/>
              <a:gd name="connsiteX32" fmla="*/ 9545478 w 9683261"/>
              <a:gd name="connsiteY32" fmla="*/ 149317 h 335964"/>
              <a:gd name="connsiteX33" fmla="*/ 9540864 w 9683261"/>
              <a:gd name="connsiteY33" fmla="*/ 149317 h 335964"/>
              <a:gd name="connsiteX34" fmla="*/ 9522411 w 9683261"/>
              <a:gd name="connsiteY34" fmla="*/ 167982 h 335964"/>
              <a:gd name="connsiteX35" fmla="*/ 9540864 w 9683261"/>
              <a:gd name="connsiteY35" fmla="*/ 191313 h 335964"/>
              <a:gd name="connsiteX36" fmla="*/ 9568541 w 9683261"/>
              <a:gd name="connsiteY36" fmla="*/ 214644 h 335964"/>
              <a:gd name="connsiteX37" fmla="*/ 9540864 w 9683261"/>
              <a:gd name="connsiteY37" fmla="*/ 242641 h 335964"/>
              <a:gd name="connsiteX38" fmla="*/ 9522411 w 9683261"/>
              <a:gd name="connsiteY38" fmla="*/ 265971 h 335964"/>
              <a:gd name="connsiteX39" fmla="*/ 9540864 w 9683261"/>
              <a:gd name="connsiteY39" fmla="*/ 284636 h 335964"/>
              <a:gd name="connsiteX40" fmla="*/ 9568541 w 9683261"/>
              <a:gd name="connsiteY40" fmla="*/ 312633 h 335964"/>
              <a:gd name="connsiteX41" fmla="*/ 9540864 w 9683261"/>
              <a:gd name="connsiteY41" fmla="*/ 335964 h 335964"/>
              <a:gd name="connsiteX42" fmla="*/ 845227 w 9683261"/>
              <a:gd name="connsiteY42" fmla="*/ 335964 h 335964"/>
              <a:gd name="connsiteX43" fmla="*/ 0 w 9683261"/>
              <a:gd name="connsiteY43" fmla="*/ 335964 h 335964"/>
              <a:gd name="connsiteX44" fmla="*/ 0 w 9683261"/>
              <a:gd name="connsiteY44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586041 w 9683261"/>
              <a:gd name="connsiteY20" fmla="*/ 7450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0 w 9683261"/>
              <a:gd name="connsiteY23" fmla="*/ 0 h 335964"/>
              <a:gd name="connsiteX24" fmla="*/ 739665 w 9683261"/>
              <a:gd name="connsiteY24" fmla="*/ 0 h 335964"/>
              <a:gd name="connsiteX25" fmla="*/ 9540864 w 9683261"/>
              <a:gd name="connsiteY25" fmla="*/ 0 h 335964"/>
              <a:gd name="connsiteX26" fmla="*/ 9568541 w 9683261"/>
              <a:gd name="connsiteY26" fmla="*/ 27997 h 335964"/>
              <a:gd name="connsiteX27" fmla="*/ 9540864 w 9683261"/>
              <a:gd name="connsiteY27" fmla="*/ 55995 h 335964"/>
              <a:gd name="connsiteX28" fmla="*/ 9522411 w 9683261"/>
              <a:gd name="connsiteY28" fmla="*/ 74659 h 335964"/>
              <a:gd name="connsiteX29" fmla="*/ 9540864 w 9683261"/>
              <a:gd name="connsiteY29" fmla="*/ 97990 h 335964"/>
              <a:gd name="connsiteX30" fmla="*/ 9568541 w 9683261"/>
              <a:gd name="connsiteY30" fmla="*/ 121320 h 335964"/>
              <a:gd name="connsiteX31" fmla="*/ 9545478 w 9683261"/>
              <a:gd name="connsiteY31" fmla="*/ 149317 h 335964"/>
              <a:gd name="connsiteX32" fmla="*/ 9540864 w 9683261"/>
              <a:gd name="connsiteY32" fmla="*/ 149317 h 335964"/>
              <a:gd name="connsiteX33" fmla="*/ 9522411 w 9683261"/>
              <a:gd name="connsiteY33" fmla="*/ 167982 h 335964"/>
              <a:gd name="connsiteX34" fmla="*/ 9540864 w 9683261"/>
              <a:gd name="connsiteY34" fmla="*/ 191313 h 335964"/>
              <a:gd name="connsiteX35" fmla="*/ 9568541 w 9683261"/>
              <a:gd name="connsiteY35" fmla="*/ 214644 h 335964"/>
              <a:gd name="connsiteX36" fmla="*/ 9540864 w 9683261"/>
              <a:gd name="connsiteY36" fmla="*/ 242641 h 335964"/>
              <a:gd name="connsiteX37" fmla="*/ 9522411 w 9683261"/>
              <a:gd name="connsiteY37" fmla="*/ 265971 h 335964"/>
              <a:gd name="connsiteX38" fmla="*/ 9540864 w 9683261"/>
              <a:gd name="connsiteY38" fmla="*/ 284636 h 335964"/>
              <a:gd name="connsiteX39" fmla="*/ 9568541 w 9683261"/>
              <a:gd name="connsiteY39" fmla="*/ 312633 h 335964"/>
              <a:gd name="connsiteX40" fmla="*/ 9540864 w 9683261"/>
              <a:gd name="connsiteY40" fmla="*/ 335964 h 335964"/>
              <a:gd name="connsiteX41" fmla="*/ 845227 w 9683261"/>
              <a:gd name="connsiteY41" fmla="*/ 335964 h 335964"/>
              <a:gd name="connsiteX42" fmla="*/ 0 w 9683261"/>
              <a:gd name="connsiteY42" fmla="*/ 335964 h 335964"/>
              <a:gd name="connsiteX43" fmla="*/ 0 w 9683261"/>
              <a:gd name="connsiteY43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0 w 9683261"/>
              <a:gd name="connsiteY20" fmla="*/ 0 h 335964"/>
              <a:gd name="connsiteX21" fmla="*/ 739665 w 9683261"/>
              <a:gd name="connsiteY21" fmla="*/ 0 h 335964"/>
              <a:gd name="connsiteX22" fmla="*/ 9540864 w 9683261"/>
              <a:gd name="connsiteY22" fmla="*/ 0 h 335964"/>
              <a:gd name="connsiteX23" fmla="*/ 9568541 w 9683261"/>
              <a:gd name="connsiteY23" fmla="*/ 27997 h 335964"/>
              <a:gd name="connsiteX24" fmla="*/ 9540864 w 9683261"/>
              <a:gd name="connsiteY24" fmla="*/ 55995 h 335964"/>
              <a:gd name="connsiteX25" fmla="*/ 9522411 w 9683261"/>
              <a:gd name="connsiteY25" fmla="*/ 74659 h 335964"/>
              <a:gd name="connsiteX26" fmla="*/ 9540864 w 9683261"/>
              <a:gd name="connsiteY26" fmla="*/ 97990 h 335964"/>
              <a:gd name="connsiteX27" fmla="*/ 9568541 w 9683261"/>
              <a:gd name="connsiteY27" fmla="*/ 121320 h 335964"/>
              <a:gd name="connsiteX28" fmla="*/ 9545478 w 9683261"/>
              <a:gd name="connsiteY28" fmla="*/ 149317 h 335964"/>
              <a:gd name="connsiteX29" fmla="*/ 9540864 w 9683261"/>
              <a:gd name="connsiteY29" fmla="*/ 149317 h 335964"/>
              <a:gd name="connsiteX30" fmla="*/ 9522411 w 9683261"/>
              <a:gd name="connsiteY30" fmla="*/ 167982 h 335964"/>
              <a:gd name="connsiteX31" fmla="*/ 9540864 w 9683261"/>
              <a:gd name="connsiteY31" fmla="*/ 191313 h 335964"/>
              <a:gd name="connsiteX32" fmla="*/ 9568541 w 9683261"/>
              <a:gd name="connsiteY32" fmla="*/ 214644 h 335964"/>
              <a:gd name="connsiteX33" fmla="*/ 9540864 w 9683261"/>
              <a:gd name="connsiteY33" fmla="*/ 242641 h 335964"/>
              <a:gd name="connsiteX34" fmla="*/ 9522411 w 9683261"/>
              <a:gd name="connsiteY34" fmla="*/ 265971 h 335964"/>
              <a:gd name="connsiteX35" fmla="*/ 9540864 w 9683261"/>
              <a:gd name="connsiteY35" fmla="*/ 284636 h 335964"/>
              <a:gd name="connsiteX36" fmla="*/ 9568541 w 9683261"/>
              <a:gd name="connsiteY36" fmla="*/ 312633 h 335964"/>
              <a:gd name="connsiteX37" fmla="*/ 9540864 w 9683261"/>
              <a:gd name="connsiteY37" fmla="*/ 335964 h 335964"/>
              <a:gd name="connsiteX38" fmla="*/ 845227 w 9683261"/>
              <a:gd name="connsiteY38" fmla="*/ 335964 h 335964"/>
              <a:gd name="connsiteX39" fmla="*/ 0 w 9683261"/>
              <a:gd name="connsiteY39" fmla="*/ 335964 h 335964"/>
              <a:gd name="connsiteX40" fmla="*/ 0 w 9683261"/>
              <a:gd name="connsiteY40" fmla="*/ 0 h 335964"/>
              <a:gd name="connsiteX0" fmla="*/ 9609373 w 9683639"/>
              <a:gd name="connsiteY0" fmla="*/ 237817 h 335964"/>
              <a:gd name="connsiteX1" fmla="*/ 9632706 w 9683639"/>
              <a:gd name="connsiteY1" fmla="*/ 261358 h 335964"/>
              <a:gd name="connsiteX2" fmla="*/ 9609373 w 9683639"/>
              <a:gd name="connsiteY2" fmla="*/ 284899 h 335964"/>
              <a:gd name="connsiteX3" fmla="*/ 9586041 w 9683639"/>
              <a:gd name="connsiteY3" fmla="*/ 261358 h 335964"/>
              <a:gd name="connsiteX4" fmla="*/ 9609373 w 9683639"/>
              <a:gd name="connsiteY4" fmla="*/ 237817 h 335964"/>
              <a:gd name="connsiteX5" fmla="*/ 9669650 w 9683639"/>
              <a:gd name="connsiteY5" fmla="*/ 200069 h 335964"/>
              <a:gd name="connsiteX6" fmla="*/ 9683261 w 9683639"/>
              <a:gd name="connsiteY6" fmla="*/ 212909 h 335964"/>
              <a:gd name="connsiteX7" fmla="*/ 9669650 w 9683639"/>
              <a:gd name="connsiteY7" fmla="*/ 225749 h 335964"/>
              <a:gd name="connsiteX8" fmla="*/ 9656038 w 9683639"/>
              <a:gd name="connsiteY8" fmla="*/ 212909 h 335964"/>
              <a:gd name="connsiteX9" fmla="*/ 9669650 w 9683639"/>
              <a:gd name="connsiteY9" fmla="*/ 200069 h 335964"/>
              <a:gd name="connsiteX10" fmla="*/ 9609373 w 9683639"/>
              <a:gd name="connsiteY10" fmla="*/ 143445 h 335964"/>
              <a:gd name="connsiteX11" fmla="*/ 9632706 w 9683639"/>
              <a:gd name="connsiteY11" fmla="*/ 166987 h 335964"/>
              <a:gd name="connsiteX12" fmla="*/ 9609373 w 9683639"/>
              <a:gd name="connsiteY12" fmla="*/ 190527 h 335964"/>
              <a:gd name="connsiteX13" fmla="*/ 9586041 w 9683639"/>
              <a:gd name="connsiteY13" fmla="*/ 166987 h 335964"/>
              <a:gd name="connsiteX14" fmla="*/ 9609373 w 9683639"/>
              <a:gd name="connsiteY14" fmla="*/ 143445 h 335964"/>
              <a:gd name="connsiteX15" fmla="*/ 9656038 w 9683639"/>
              <a:gd name="connsiteY15" fmla="*/ 114762 h 335964"/>
              <a:gd name="connsiteX16" fmla="*/ 9683261 w 9683639"/>
              <a:gd name="connsiteY16" fmla="*/ 114762 h 335964"/>
              <a:gd name="connsiteX17" fmla="*/ 9669650 w 9683639"/>
              <a:gd name="connsiteY17" fmla="*/ 127602 h 335964"/>
              <a:gd name="connsiteX18" fmla="*/ 9656038 w 9683639"/>
              <a:gd name="connsiteY18" fmla="*/ 114762 h 335964"/>
              <a:gd name="connsiteX19" fmla="*/ 0 w 9683639"/>
              <a:gd name="connsiteY19" fmla="*/ 0 h 335964"/>
              <a:gd name="connsiteX20" fmla="*/ 739665 w 9683639"/>
              <a:gd name="connsiteY20" fmla="*/ 0 h 335964"/>
              <a:gd name="connsiteX21" fmla="*/ 9540864 w 9683639"/>
              <a:gd name="connsiteY21" fmla="*/ 0 h 335964"/>
              <a:gd name="connsiteX22" fmla="*/ 9568541 w 9683639"/>
              <a:gd name="connsiteY22" fmla="*/ 27997 h 335964"/>
              <a:gd name="connsiteX23" fmla="*/ 9540864 w 9683639"/>
              <a:gd name="connsiteY23" fmla="*/ 55995 h 335964"/>
              <a:gd name="connsiteX24" fmla="*/ 9522411 w 9683639"/>
              <a:gd name="connsiteY24" fmla="*/ 74659 h 335964"/>
              <a:gd name="connsiteX25" fmla="*/ 9540864 w 9683639"/>
              <a:gd name="connsiteY25" fmla="*/ 97990 h 335964"/>
              <a:gd name="connsiteX26" fmla="*/ 9568541 w 9683639"/>
              <a:gd name="connsiteY26" fmla="*/ 121320 h 335964"/>
              <a:gd name="connsiteX27" fmla="*/ 9545478 w 9683639"/>
              <a:gd name="connsiteY27" fmla="*/ 149317 h 335964"/>
              <a:gd name="connsiteX28" fmla="*/ 9540864 w 9683639"/>
              <a:gd name="connsiteY28" fmla="*/ 149317 h 335964"/>
              <a:gd name="connsiteX29" fmla="*/ 9522411 w 9683639"/>
              <a:gd name="connsiteY29" fmla="*/ 167982 h 335964"/>
              <a:gd name="connsiteX30" fmla="*/ 9540864 w 9683639"/>
              <a:gd name="connsiteY30" fmla="*/ 191313 h 335964"/>
              <a:gd name="connsiteX31" fmla="*/ 9568541 w 9683639"/>
              <a:gd name="connsiteY31" fmla="*/ 214644 h 335964"/>
              <a:gd name="connsiteX32" fmla="*/ 9540864 w 9683639"/>
              <a:gd name="connsiteY32" fmla="*/ 242641 h 335964"/>
              <a:gd name="connsiteX33" fmla="*/ 9522411 w 9683639"/>
              <a:gd name="connsiteY33" fmla="*/ 265971 h 335964"/>
              <a:gd name="connsiteX34" fmla="*/ 9540864 w 9683639"/>
              <a:gd name="connsiteY34" fmla="*/ 284636 h 335964"/>
              <a:gd name="connsiteX35" fmla="*/ 9568541 w 9683639"/>
              <a:gd name="connsiteY35" fmla="*/ 312633 h 335964"/>
              <a:gd name="connsiteX36" fmla="*/ 9540864 w 9683639"/>
              <a:gd name="connsiteY36" fmla="*/ 335964 h 335964"/>
              <a:gd name="connsiteX37" fmla="*/ 845227 w 9683639"/>
              <a:gd name="connsiteY37" fmla="*/ 335964 h 335964"/>
              <a:gd name="connsiteX38" fmla="*/ 0 w 9683639"/>
              <a:gd name="connsiteY38" fmla="*/ 335964 h 335964"/>
              <a:gd name="connsiteX39" fmla="*/ 0 w 9683639"/>
              <a:gd name="connsiteY39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56038 w 9683261"/>
              <a:gd name="connsiteY15" fmla="*/ 114762 h 335964"/>
              <a:gd name="connsiteX16" fmla="*/ 9669650 w 9683261"/>
              <a:gd name="connsiteY16" fmla="*/ 127602 h 335964"/>
              <a:gd name="connsiteX17" fmla="*/ 9656038 w 9683261"/>
              <a:gd name="connsiteY17" fmla="*/ 114762 h 335964"/>
              <a:gd name="connsiteX18" fmla="*/ 0 w 9683261"/>
              <a:gd name="connsiteY18" fmla="*/ 0 h 335964"/>
              <a:gd name="connsiteX19" fmla="*/ 739665 w 9683261"/>
              <a:gd name="connsiteY19" fmla="*/ 0 h 335964"/>
              <a:gd name="connsiteX20" fmla="*/ 9540864 w 9683261"/>
              <a:gd name="connsiteY20" fmla="*/ 0 h 335964"/>
              <a:gd name="connsiteX21" fmla="*/ 9568541 w 9683261"/>
              <a:gd name="connsiteY21" fmla="*/ 27997 h 335964"/>
              <a:gd name="connsiteX22" fmla="*/ 9540864 w 9683261"/>
              <a:gd name="connsiteY22" fmla="*/ 55995 h 335964"/>
              <a:gd name="connsiteX23" fmla="*/ 9522411 w 9683261"/>
              <a:gd name="connsiteY23" fmla="*/ 74659 h 335964"/>
              <a:gd name="connsiteX24" fmla="*/ 9540864 w 9683261"/>
              <a:gd name="connsiteY24" fmla="*/ 97990 h 335964"/>
              <a:gd name="connsiteX25" fmla="*/ 9568541 w 9683261"/>
              <a:gd name="connsiteY25" fmla="*/ 121320 h 335964"/>
              <a:gd name="connsiteX26" fmla="*/ 9545478 w 9683261"/>
              <a:gd name="connsiteY26" fmla="*/ 149317 h 335964"/>
              <a:gd name="connsiteX27" fmla="*/ 9540864 w 9683261"/>
              <a:gd name="connsiteY27" fmla="*/ 149317 h 335964"/>
              <a:gd name="connsiteX28" fmla="*/ 9522411 w 9683261"/>
              <a:gd name="connsiteY28" fmla="*/ 167982 h 335964"/>
              <a:gd name="connsiteX29" fmla="*/ 9540864 w 9683261"/>
              <a:gd name="connsiteY29" fmla="*/ 191313 h 335964"/>
              <a:gd name="connsiteX30" fmla="*/ 9568541 w 9683261"/>
              <a:gd name="connsiteY30" fmla="*/ 214644 h 335964"/>
              <a:gd name="connsiteX31" fmla="*/ 9540864 w 9683261"/>
              <a:gd name="connsiteY31" fmla="*/ 242641 h 335964"/>
              <a:gd name="connsiteX32" fmla="*/ 9522411 w 9683261"/>
              <a:gd name="connsiteY32" fmla="*/ 265971 h 335964"/>
              <a:gd name="connsiteX33" fmla="*/ 9540864 w 9683261"/>
              <a:gd name="connsiteY33" fmla="*/ 284636 h 335964"/>
              <a:gd name="connsiteX34" fmla="*/ 9568541 w 9683261"/>
              <a:gd name="connsiteY34" fmla="*/ 312633 h 335964"/>
              <a:gd name="connsiteX35" fmla="*/ 9540864 w 9683261"/>
              <a:gd name="connsiteY35" fmla="*/ 335964 h 335964"/>
              <a:gd name="connsiteX36" fmla="*/ 845227 w 9683261"/>
              <a:gd name="connsiteY36" fmla="*/ 335964 h 335964"/>
              <a:gd name="connsiteX37" fmla="*/ 0 w 9683261"/>
              <a:gd name="connsiteY37" fmla="*/ 335964 h 335964"/>
              <a:gd name="connsiteX38" fmla="*/ 0 w 9683261"/>
              <a:gd name="connsiteY38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0 w 9683261"/>
              <a:gd name="connsiteY15" fmla="*/ 0 h 335964"/>
              <a:gd name="connsiteX16" fmla="*/ 739665 w 9683261"/>
              <a:gd name="connsiteY16" fmla="*/ 0 h 335964"/>
              <a:gd name="connsiteX17" fmla="*/ 9540864 w 9683261"/>
              <a:gd name="connsiteY17" fmla="*/ 0 h 335964"/>
              <a:gd name="connsiteX18" fmla="*/ 9568541 w 9683261"/>
              <a:gd name="connsiteY18" fmla="*/ 27997 h 335964"/>
              <a:gd name="connsiteX19" fmla="*/ 9540864 w 9683261"/>
              <a:gd name="connsiteY19" fmla="*/ 55995 h 335964"/>
              <a:gd name="connsiteX20" fmla="*/ 9522411 w 9683261"/>
              <a:gd name="connsiteY20" fmla="*/ 74659 h 335964"/>
              <a:gd name="connsiteX21" fmla="*/ 9540864 w 9683261"/>
              <a:gd name="connsiteY21" fmla="*/ 97990 h 335964"/>
              <a:gd name="connsiteX22" fmla="*/ 9568541 w 9683261"/>
              <a:gd name="connsiteY22" fmla="*/ 121320 h 335964"/>
              <a:gd name="connsiteX23" fmla="*/ 9545478 w 9683261"/>
              <a:gd name="connsiteY23" fmla="*/ 149317 h 335964"/>
              <a:gd name="connsiteX24" fmla="*/ 9540864 w 9683261"/>
              <a:gd name="connsiteY24" fmla="*/ 149317 h 335964"/>
              <a:gd name="connsiteX25" fmla="*/ 9522411 w 9683261"/>
              <a:gd name="connsiteY25" fmla="*/ 167982 h 335964"/>
              <a:gd name="connsiteX26" fmla="*/ 9540864 w 9683261"/>
              <a:gd name="connsiteY26" fmla="*/ 191313 h 335964"/>
              <a:gd name="connsiteX27" fmla="*/ 9568541 w 9683261"/>
              <a:gd name="connsiteY27" fmla="*/ 214644 h 335964"/>
              <a:gd name="connsiteX28" fmla="*/ 9540864 w 9683261"/>
              <a:gd name="connsiteY28" fmla="*/ 242641 h 335964"/>
              <a:gd name="connsiteX29" fmla="*/ 9522411 w 9683261"/>
              <a:gd name="connsiteY29" fmla="*/ 265971 h 335964"/>
              <a:gd name="connsiteX30" fmla="*/ 9540864 w 9683261"/>
              <a:gd name="connsiteY30" fmla="*/ 284636 h 335964"/>
              <a:gd name="connsiteX31" fmla="*/ 9568541 w 9683261"/>
              <a:gd name="connsiteY31" fmla="*/ 312633 h 335964"/>
              <a:gd name="connsiteX32" fmla="*/ 9540864 w 9683261"/>
              <a:gd name="connsiteY32" fmla="*/ 335964 h 335964"/>
              <a:gd name="connsiteX33" fmla="*/ 845227 w 9683261"/>
              <a:gd name="connsiteY33" fmla="*/ 335964 h 335964"/>
              <a:gd name="connsiteX34" fmla="*/ 0 w 9683261"/>
              <a:gd name="connsiteY34" fmla="*/ 335964 h 335964"/>
              <a:gd name="connsiteX35" fmla="*/ 0 w 9683261"/>
              <a:gd name="connsiteY35" fmla="*/ 0 h 335964"/>
              <a:gd name="connsiteX0" fmla="*/ 9609373 w 9786569"/>
              <a:gd name="connsiteY0" fmla="*/ 237817 h 335964"/>
              <a:gd name="connsiteX1" fmla="*/ 9632706 w 9786569"/>
              <a:gd name="connsiteY1" fmla="*/ 261358 h 335964"/>
              <a:gd name="connsiteX2" fmla="*/ 9609373 w 9786569"/>
              <a:gd name="connsiteY2" fmla="*/ 284899 h 335964"/>
              <a:gd name="connsiteX3" fmla="*/ 9586041 w 9786569"/>
              <a:gd name="connsiteY3" fmla="*/ 261358 h 335964"/>
              <a:gd name="connsiteX4" fmla="*/ 9609373 w 9786569"/>
              <a:gd name="connsiteY4" fmla="*/ 237817 h 335964"/>
              <a:gd name="connsiteX5" fmla="*/ 9669650 w 9786569"/>
              <a:gd name="connsiteY5" fmla="*/ 200069 h 335964"/>
              <a:gd name="connsiteX6" fmla="*/ 9683261 w 9786569"/>
              <a:gd name="connsiteY6" fmla="*/ 212909 h 335964"/>
              <a:gd name="connsiteX7" fmla="*/ 9669650 w 9786569"/>
              <a:gd name="connsiteY7" fmla="*/ 225749 h 335964"/>
              <a:gd name="connsiteX8" fmla="*/ 9656038 w 9786569"/>
              <a:gd name="connsiteY8" fmla="*/ 212909 h 335964"/>
              <a:gd name="connsiteX9" fmla="*/ 9669650 w 9786569"/>
              <a:gd name="connsiteY9" fmla="*/ 200069 h 335964"/>
              <a:gd name="connsiteX10" fmla="*/ 9609373 w 9786569"/>
              <a:gd name="connsiteY10" fmla="*/ 143445 h 335964"/>
              <a:gd name="connsiteX11" fmla="*/ 9632706 w 9786569"/>
              <a:gd name="connsiteY11" fmla="*/ 166987 h 335964"/>
              <a:gd name="connsiteX12" fmla="*/ 9609373 w 9786569"/>
              <a:gd name="connsiteY12" fmla="*/ 190527 h 335964"/>
              <a:gd name="connsiteX13" fmla="*/ 9586041 w 9786569"/>
              <a:gd name="connsiteY13" fmla="*/ 166987 h 335964"/>
              <a:gd name="connsiteX14" fmla="*/ 9609373 w 9786569"/>
              <a:gd name="connsiteY14" fmla="*/ 143445 h 335964"/>
              <a:gd name="connsiteX15" fmla="*/ 0 w 9786569"/>
              <a:gd name="connsiteY15" fmla="*/ 0 h 335964"/>
              <a:gd name="connsiteX16" fmla="*/ 739665 w 9786569"/>
              <a:gd name="connsiteY16" fmla="*/ 0 h 335964"/>
              <a:gd name="connsiteX17" fmla="*/ 9785339 w 9786569"/>
              <a:gd name="connsiteY17" fmla="*/ 3175 h 335964"/>
              <a:gd name="connsiteX18" fmla="*/ 9568541 w 9786569"/>
              <a:gd name="connsiteY18" fmla="*/ 27997 h 335964"/>
              <a:gd name="connsiteX19" fmla="*/ 9540864 w 9786569"/>
              <a:gd name="connsiteY19" fmla="*/ 55995 h 335964"/>
              <a:gd name="connsiteX20" fmla="*/ 9522411 w 9786569"/>
              <a:gd name="connsiteY20" fmla="*/ 74659 h 335964"/>
              <a:gd name="connsiteX21" fmla="*/ 9540864 w 9786569"/>
              <a:gd name="connsiteY21" fmla="*/ 97990 h 335964"/>
              <a:gd name="connsiteX22" fmla="*/ 9568541 w 9786569"/>
              <a:gd name="connsiteY22" fmla="*/ 121320 h 335964"/>
              <a:gd name="connsiteX23" fmla="*/ 9545478 w 9786569"/>
              <a:gd name="connsiteY23" fmla="*/ 149317 h 335964"/>
              <a:gd name="connsiteX24" fmla="*/ 9540864 w 9786569"/>
              <a:gd name="connsiteY24" fmla="*/ 149317 h 335964"/>
              <a:gd name="connsiteX25" fmla="*/ 9522411 w 9786569"/>
              <a:gd name="connsiteY25" fmla="*/ 167982 h 335964"/>
              <a:gd name="connsiteX26" fmla="*/ 9540864 w 9786569"/>
              <a:gd name="connsiteY26" fmla="*/ 191313 h 335964"/>
              <a:gd name="connsiteX27" fmla="*/ 9568541 w 9786569"/>
              <a:gd name="connsiteY27" fmla="*/ 214644 h 335964"/>
              <a:gd name="connsiteX28" fmla="*/ 9540864 w 9786569"/>
              <a:gd name="connsiteY28" fmla="*/ 242641 h 335964"/>
              <a:gd name="connsiteX29" fmla="*/ 9522411 w 9786569"/>
              <a:gd name="connsiteY29" fmla="*/ 265971 h 335964"/>
              <a:gd name="connsiteX30" fmla="*/ 9540864 w 9786569"/>
              <a:gd name="connsiteY30" fmla="*/ 284636 h 335964"/>
              <a:gd name="connsiteX31" fmla="*/ 9568541 w 9786569"/>
              <a:gd name="connsiteY31" fmla="*/ 312633 h 335964"/>
              <a:gd name="connsiteX32" fmla="*/ 9540864 w 9786569"/>
              <a:gd name="connsiteY32" fmla="*/ 335964 h 335964"/>
              <a:gd name="connsiteX33" fmla="*/ 845227 w 9786569"/>
              <a:gd name="connsiteY33" fmla="*/ 335964 h 335964"/>
              <a:gd name="connsiteX34" fmla="*/ 0 w 9786569"/>
              <a:gd name="connsiteY34" fmla="*/ 335964 h 335964"/>
              <a:gd name="connsiteX35" fmla="*/ 0 w 9786569"/>
              <a:gd name="connsiteY35" fmla="*/ 0 h 335964"/>
              <a:gd name="connsiteX0" fmla="*/ 9609373 w 9786569"/>
              <a:gd name="connsiteY0" fmla="*/ 237817 h 339139"/>
              <a:gd name="connsiteX1" fmla="*/ 9632706 w 9786569"/>
              <a:gd name="connsiteY1" fmla="*/ 261358 h 339139"/>
              <a:gd name="connsiteX2" fmla="*/ 9609373 w 9786569"/>
              <a:gd name="connsiteY2" fmla="*/ 284899 h 339139"/>
              <a:gd name="connsiteX3" fmla="*/ 9586041 w 9786569"/>
              <a:gd name="connsiteY3" fmla="*/ 261358 h 339139"/>
              <a:gd name="connsiteX4" fmla="*/ 9609373 w 9786569"/>
              <a:gd name="connsiteY4" fmla="*/ 237817 h 339139"/>
              <a:gd name="connsiteX5" fmla="*/ 9669650 w 9786569"/>
              <a:gd name="connsiteY5" fmla="*/ 200069 h 339139"/>
              <a:gd name="connsiteX6" fmla="*/ 9683261 w 9786569"/>
              <a:gd name="connsiteY6" fmla="*/ 212909 h 339139"/>
              <a:gd name="connsiteX7" fmla="*/ 9669650 w 9786569"/>
              <a:gd name="connsiteY7" fmla="*/ 225749 h 339139"/>
              <a:gd name="connsiteX8" fmla="*/ 9656038 w 9786569"/>
              <a:gd name="connsiteY8" fmla="*/ 212909 h 339139"/>
              <a:gd name="connsiteX9" fmla="*/ 9669650 w 9786569"/>
              <a:gd name="connsiteY9" fmla="*/ 200069 h 339139"/>
              <a:gd name="connsiteX10" fmla="*/ 9609373 w 9786569"/>
              <a:gd name="connsiteY10" fmla="*/ 143445 h 339139"/>
              <a:gd name="connsiteX11" fmla="*/ 9632706 w 9786569"/>
              <a:gd name="connsiteY11" fmla="*/ 166987 h 339139"/>
              <a:gd name="connsiteX12" fmla="*/ 9609373 w 9786569"/>
              <a:gd name="connsiteY12" fmla="*/ 190527 h 339139"/>
              <a:gd name="connsiteX13" fmla="*/ 9586041 w 9786569"/>
              <a:gd name="connsiteY13" fmla="*/ 166987 h 339139"/>
              <a:gd name="connsiteX14" fmla="*/ 9609373 w 9786569"/>
              <a:gd name="connsiteY14" fmla="*/ 143445 h 339139"/>
              <a:gd name="connsiteX15" fmla="*/ 0 w 9786569"/>
              <a:gd name="connsiteY15" fmla="*/ 0 h 339139"/>
              <a:gd name="connsiteX16" fmla="*/ 739665 w 9786569"/>
              <a:gd name="connsiteY16" fmla="*/ 0 h 339139"/>
              <a:gd name="connsiteX17" fmla="*/ 9785339 w 9786569"/>
              <a:gd name="connsiteY17" fmla="*/ 3175 h 339139"/>
              <a:gd name="connsiteX18" fmla="*/ 9568541 w 9786569"/>
              <a:gd name="connsiteY18" fmla="*/ 27997 h 339139"/>
              <a:gd name="connsiteX19" fmla="*/ 9540864 w 9786569"/>
              <a:gd name="connsiteY19" fmla="*/ 55995 h 339139"/>
              <a:gd name="connsiteX20" fmla="*/ 9522411 w 9786569"/>
              <a:gd name="connsiteY20" fmla="*/ 74659 h 339139"/>
              <a:gd name="connsiteX21" fmla="*/ 9540864 w 9786569"/>
              <a:gd name="connsiteY21" fmla="*/ 97990 h 339139"/>
              <a:gd name="connsiteX22" fmla="*/ 9568541 w 9786569"/>
              <a:gd name="connsiteY22" fmla="*/ 121320 h 339139"/>
              <a:gd name="connsiteX23" fmla="*/ 9545478 w 9786569"/>
              <a:gd name="connsiteY23" fmla="*/ 149317 h 339139"/>
              <a:gd name="connsiteX24" fmla="*/ 9540864 w 9786569"/>
              <a:gd name="connsiteY24" fmla="*/ 149317 h 339139"/>
              <a:gd name="connsiteX25" fmla="*/ 9522411 w 9786569"/>
              <a:gd name="connsiteY25" fmla="*/ 167982 h 339139"/>
              <a:gd name="connsiteX26" fmla="*/ 9540864 w 9786569"/>
              <a:gd name="connsiteY26" fmla="*/ 191313 h 339139"/>
              <a:gd name="connsiteX27" fmla="*/ 9568541 w 9786569"/>
              <a:gd name="connsiteY27" fmla="*/ 214644 h 339139"/>
              <a:gd name="connsiteX28" fmla="*/ 9540864 w 9786569"/>
              <a:gd name="connsiteY28" fmla="*/ 242641 h 339139"/>
              <a:gd name="connsiteX29" fmla="*/ 9522411 w 9786569"/>
              <a:gd name="connsiteY29" fmla="*/ 265971 h 339139"/>
              <a:gd name="connsiteX30" fmla="*/ 9540864 w 9786569"/>
              <a:gd name="connsiteY30" fmla="*/ 284636 h 339139"/>
              <a:gd name="connsiteX31" fmla="*/ 9568541 w 9786569"/>
              <a:gd name="connsiteY31" fmla="*/ 312633 h 339139"/>
              <a:gd name="connsiteX32" fmla="*/ 9598014 w 9786569"/>
              <a:gd name="connsiteY32" fmla="*/ 339139 h 339139"/>
              <a:gd name="connsiteX33" fmla="*/ 845227 w 9786569"/>
              <a:gd name="connsiteY33" fmla="*/ 335964 h 339139"/>
              <a:gd name="connsiteX34" fmla="*/ 0 w 9786569"/>
              <a:gd name="connsiteY34" fmla="*/ 335964 h 339139"/>
              <a:gd name="connsiteX35" fmla="*/ 0 w 9786569"/>
              <a:gd name="connsiteY35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882821"/>
              <a:gd name="connsiteY0" fmla="*/ 237817 h 339158"/>
              <a:gd name="connsiteX1" fmla="*/ 9632706 w 10882821"/>
              <a:gd name="connsiteY1" fmla="*/ 261358 h 339158"/>
              <a:gd name="connsiteX2" fmla="*/ 9609373 w 10882821"/>
              <a:gd name="connsiteY2" fmla="*/ 284899 h 339158"/>
              <a:gd name="connsiteX3" fmla="*/ 9586041 w 10882821"/>
              <a:gd name="connsiteY3" fmla="*/ 261358 h 339158"/>
              <a:gd name="connsiteX4" fmla="*/ 9609373 w 10882821"/>
              <a:gd name="connsiteY4" fmla="*/ 237817 h 339158"/>
              <a:gd name="connsiteX5" fmla="*/ 9669650 w 10882821"/>
              <a:gd name="connsiteY5" fmla="*/ 200069 h 339158"/>
              <a:gd name="connsiteX6" fmla="*/ 9683261 w 10882821"/>
              <a:gd name="connsiteY6" fmla="*/ 212909 h 339158"/>
              <a:gd name="connsiteX7" fmla="*/ 9669650 w 10882821"/>
              <a:gd name="connsiteY7" fmla="*/ 225749 h 339158"/>
              <a:gd name="connsiteX8" fmla="*/ 9656038 w 10882821"/>
              <a:gd name="connsiteY8" fmla="*/ 212909 h 339158"/>
              <a:gd name="connsiteX9" fmla="*/ 9669650 w 10882821"/>
              <a:gd name="connsiteY9" fmla="*/ 200069 h 339158"/>
              <a:gd name="connsiteX10" fmla="*/ 9609373 w 10882821"/>
              <a:gd name="connsiteY10" fmla="*/ 143445 h 339158"/>
              <a:gd name="connsiteX11" fmla="*/ 9632706 w 10882821"/>
              <a:gd name="connsiteY11" fmla="*/ 166987 h 339158"/>
              <a:gd name="connsiteX12" fmla="*/ 9609373 w 10882821"/>
              <a:gd name="connsiteY12" fmla="*/ 190527 h 339158"/>
              <a:gd name="connsiteX13" fmla="*/ 9586041 w 10882821"/>
              <a:gd name="connsiteY13" fmla="*/ 166987 h 339158"/>
              <a:gd name="connsiteX14" fmla="*/ 9609373 w 10882821"/>
              <a:gd name="connsiteY14" fmla="*/ 143445 h 339158"/>
              <a:gd name="connsiteX15" fmla="*/ 0 w 10882821"/>
              <a:gd name="connsiteY15" fmla="*/ 0 h 339158"/>
              <a:gd name="connsiteX16" fmla="*/ 739665 w 10882821"/>
              <a:gd name="connsiteY16" fmla="*/ 0 h 339158"/>
              <a:gd name="connsiteX17" fmla="*/ 9785339 w 10882821"/>
              <a:gd name="connsiteY17" fmla="*/ 3175 h 339158"/>
              <a:gd name="connsiteX18" fmla="*/ 9568541 w 10882821"/>
              <a:gd name="connsiteY18" fmla="*/ 27997 h 339158"/>
              <a:gd name="connsiteX19" fmla="*/ 9540864 w 10882821"/>
              <a:gd name="connsiteY19" fmla="*/ 55995 h 339158"/>
              <a:gd name="connsiteX20" fmla="*/ 9522411 w 10882821"/>
              <a:gd name="connsiteY20" fmla="*/ 74659 h 339158"/>
              <a:gd name="connsiteX21" fmla="*/ 9540864 w 10882821"/>
              <a:gd name="connsiteY21" fmla="*/ 97990 h 339158"/>
              <a:gd name="connsiteX22" fmla="*/ 9568541 w 10882821"/>
              <a:gd name="connsiteY22" fmla="*/ 121320 h 339158"/>
              <a:gd name="connsiteX23" fmla="*/ 9545478 w 10882821"/>
              <a:gd name="connsiteY23" fmla="*/ 149317 h 339158"/>
              <a:gd name="connsiteX24" fmla="*/ 9540864 w 10882821"/>
              <a:gd name="connsiteY24" fmla="*/ 149317 h 339158"/>
              <a:gd name="connsiteX25" fmla="*/ 9522411 w 10882821"/>
              <a:gd name="connsiteY25" fmla="*/ 167982 h 339158"/>
              <a:gd name="connsiteX26" fmla="*/ 9540864 w 10882821"/>
              <a:gd name="connsiteY26" fmla="*/ 191313 h 339158"/>
              <a:gd name="connsiteX27" fmla="*/ 9568541 w 10882821"/>
              <a:gd name="connsiteY27" fmla="*/ 214644 h 339158"/>
              <a:gd name="connsiteX28" fmla="*/ 9540864 w 10882821"/>
              <a:gd name="connsiteY28" fmla="*/ 242641 h 339158"/>
              <a:gd name="connsiteX29" fmla="*/ 9522411 w 10882821"/>
              <a:gd name="connsiteY29" fmla="*/ 265971 h 339158"/>
              <a:gd name="connsiteX30" fmla="*/ 9540864 w 10882821"/>
              <a:gd name="connsiteY30" fmla="*/ 284636 h 339158"/>
              <a:gd name="connsiteX31" fmla="*/ 9598014 w 10882821"/>
              <a:gd name="connsiteY31" fmla="*/ 339139 h 339158"/>
              <a:gd name="connsiteX32" fmla="*/ 845227 w 10882821"/>
              <a:gd name="connsiteY32" fmla="*/ 335964 h 339158"/>
              <a:gd name="connsiteX33" fmla="*/ 0 w 10882821"/>
              <a:gd name="connsiteY33" fmla="*/ 335964 h 339158"/>
              <a:gd name="connsiteX34" fmla="*/ 0 w 10882821"/>
              <a:gd name="connsiteY34" fmla="*/ 0 h 339158"/>
              <a:gd name="connsiteX0" fmla="*/ 9598014 w 10910786"/>
              <a:gd name="connsiteY0" fmla="*/ 339139 h 430579"/>
              <a:gd name="connsiteX1" fmla="*/ 845227 w 10910786"/>
              <a:gd name="connsiteY1" fmla="*/ 335964 h 430579"/>
              <a:gd name="connsiteX2" fmla="*/ 0 w 10910786"/>
              <a:gd name="connsiteY2" fmla="*/ 335964 h 430579"/>
              <a:gd name="connsiteX3" fmla="*/ 0 w 10910786"/>
              <a:gd name="connsiteY3" fmla="*/ 0 h 430579"/>
              <a:gd name="connsiteX4" fmla="*/ 9632706 w 10910786"/>
              <a:gd name="connsiteY4" fmla="*/ 261358 h 430579"/>
              <a:gd name="connsiteX5" fmla="*/ 9609373 w 10910786"/>
              <a:gd name="connsiteY5" fmla="*/ 284899 h 430579"/>
              <a:gd name="connsiteX6" fmla="*/ 9586041 w 10910786"/>
              <a:gd name="connsiteY6" fmla="*/ 261358 h 430579"/>
              <a:gd name="connsiteX7" fmla="*/ 9609373 w 10910786"/>
              <a:gd name="connsiteY7" fmla="*/ 237817 h 430579"/>
              <a:gd name="connsiteX8" fmla="*/ 9669650 w 10910786"/>
              <a:gd name="connsiteY8" fmla="*/ 200069 h 430579"/>
              <a:gd name="connsiteX9" fmla="*/ 9683261 w 10910786"/>
              <a:gd name="connsiteY9" fmla="*/ 212909 h 430579"/>
              <a:gd name="connsiteX10" fmla="*/ 9669650 w 10910786"/>
              <a:gd name="connsiteY10" fmla="*/ 225749 h 430579"/>
              <a:gd name="connsiteX11" fmla="*/ 9656038 w 10910786"/>
              <a:gd name="connsiteY11" fmla="*/ 212909 h 430579"/>
              <a:gd name="connsiteX12" fmla="*/ 9669650 w 10910786"/>
              <a:gd name="connsiteY12" fmla="*/ 200069 h 430579"/>
              <a:gd name="connsiteX13" fmla="*/ 9609373 w 10910786"/>
              <a:gd name="connsiteY13" fmla="*/ 143445 h 430579"/>
              <a:gd name="connsiteX14" fmla="*/ 9632706 w 10910786"/>
              <a:gd name="connsiteY14" fmla="*/ 166987 h 430579"/>
              <a:gd name="connsiteX15" fmla="*/ 9609373 w 10910786"/>
              <a:gd name="connsiteY15" fmla="*/ 190527 h 430579"/>
              <a:gd name="connsiteX16" fmla="*/ 9586041 w 10910786"/>
              <a:gd name="connsiteY16" fmla="*/ 166987 h 430579"/>
              <a:gd name="connsiteX17" fmla="*/ 9609373 w 10910786"/>
              <a:gd name="connsiteY17" fmla="*/ 143445 h 430579"/>
              <a:gd name="connsiteX18" fmla="*/ 0 w 10910786"/>
              <a:gd name="connsiteY18" fmla="*/ 0 h 430579"/>
              <a:gd name="connsiteX19" fmla="*/ 739665 w 10910786"/>
              <a:gd name="connsiteY19" fmla="*/ 0 h 430579"/>
              <a:gd name="connsiteX20" fmla="*/ 9785339 w 10910786"/>
              <a:gd name="connsiteY20" fmla="*/ 3175 h 430579"/>
              <a:gd name="connsiteX21" fmla="*/ 9568541 w 10910786"/>
              <a:gd name="connsiteY21" fmla="*/ 27997 h 430579"/>
              <a:gd name="connsiteX22" fmla="*/ 9540864 w 10910786"/>
              <a:gd name="connsiteY22" fmla="*/ 55995 h 430579"/>
              <a:gd name="connsiteX23" fmla="*/ 9522411 w 10910786"/>
              <a:gd name="connsiteY23" fmla="*/ 74659 h 430579"/>
              <a:gd name="connsiteX24" fmla="*/ 9540864 w 10910786"/>
              <a:gd name="connsiteY24" fmla="*/ 97990 h 430579"/>
              <a:gd name="connsiteX25" fmla="*/ 9568541 w 10910786"/>
              <a:gd name="connsiteY25" fmla="*/ 121320 h 430579"/>
              <a:gd name="connsiteX26" fmla="*/ 9545478 w 10910786"/>
              <a:gd name="connsiteY26" fmla="*/ 149317 h 430579"/>
              <a:gd name="connsiteX27" fmla="*/ 9540864 w 10910786"/>
              <a:gd name="connsiteY27" fmla="*/ 149317 h 430579"/>
              <a:gd name="connsiteX28" fmla="*/ 9522411 w 10910786"/>
              <a:gd name="connsiteY28" fmla="*/ 167982 h 430579"/>
              <a:gd name="connsiteX29" fmla="*/ 9540864 w 10910786"/>
              <a:gd name="connsiteY29" fmla="*/ 191313 h 430579"/>
              <a:gd name="connsiteX30" fmla="*/ 9568541 w 10910786"/>
              <a:gd name="connsiteY30" fmla="*/ 214644 h 430579"/>
              <a:gd name="connsiteX31" fmla="*/ 9540864 w 10910786"/>
              <a:gd name="connsiteY31" fmla="*/ 242641 h 430579"/>
              <a:gd name="connsiteX32" fmla="*/ 9522411 w 10910786"/>
              <a:gd name="connsiteY32" fmla="*/ 265971 h 430579"/>
              <a:gd name="connsiteX33" fmla="*/ 9540864 w 10910786"/>
              <a:gd name="connsiteY33" fmla="*/ 284636 h 430579"/>
              <a:gd name="connsiteX34" fmla="*/ 9689454 w 10910786"/>
              <a:gd name="connsiteY34" fmla="*/ 430579 h 43057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34" fmla="*/ 9540864 w 9786569"/>
              <a:gd name="connsiteY34" fmla="*/ 284636 h 33913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73768"/>
              <a:gd name="connsiteY0" fmla="*/ 418315 h 418315"/>
              <a:gd name="connsiteX1" fmla="*/ 845227 w 10373768"/>
              <a:gd name="connsiteY1" fmla="*/ 415140 h 418315"/>
              <a:gd name="connsiteX2" fmla="*/ 0 w 10373768"/>
              <a:gd name="connsiteY2" fmla="*/ 415140 h 418315"/>
              <a:gd name="connsiteX3" fmla="*/ 0 w 10373768"/>
              <a:gd name="connsiteY3" fmla="*/ 79176 h 418315"/>
              <a:gd name="connsiteX4" fmla="*/ 9632706 w 10373768"/>
              <a:gd name="connsiteY4" fmla="*/ 340534 h 418315"/>
              <a:gd name="connsiteX5" fmla="*/ 9609373 w 10373768"/>
              <a:gd name="connsiteY5" fmla="*/ 364075 h 418315"/>
              <a:gd name="connsiteX6" fmla="*/ 9586041 w 10373768"/>
              <a:gd name="connsiteY6" fmla="*/ 340534 h 418315"/>
              <a:gd name="connsiteX7" fmla="*/ 9609373 w 10373768"/>
              <a:gd name="connsiteY7" fmla="*/ 316993 h 418315"/>
              <a:gd name="connsiteX8" fmla="*/ 9598014 w 10373768"/>
              <a:gd name="connsiteY8" fmla="*/ 418315 h 418315"/>
              <a:gd name="connsiteX9" fmla="*/ 9669650 w 10373768"/>
              <a:gd name="connsiteY9" fmla="*/ 279245 h 418315"/>
              <a:gd name="connsiteX10" fmla="*/ 9683261 w 10373768"/>
              <a:gd name="connsiteY10" fmla="*/ 292085 h 418315"/>
              <a:gd name="connsiteX11" fmla="*/ 9669650 w 10373768"/>
              <a:gd name="connsiteY11" fmla="*/ 304925 h 418315"/>
              <a:gd name="connsiteX12" fmla="*/ 9656038 w 10373768"/>
              <a:gd name="connsiteY12" fmla="*/ 292085 h 418315"/>
              <a:gd name="connsiteX13" fmla="*/ 9669650 w 10373768"/>
              <a:gd name="connsiteY13" fmla="*/ 279245 h 418315"/>
              <a:gd name="connsiteX14" fmla="*/ 9609373 w 10373768"/>
              <a:gd name="connsiteY14" fmla="*/ 222621 h 418315"/>
              <a:gd name="connsiteX15" fmla="*/ 9632706 w 10373768"/>
              <a:gd name="connsiteY15" fmla="*/ 246163 h 418315"/>
              <a:gd name="connsiteX16" fmla="*/ 9609373 w 10373768"/>
              <a:gd name="connsiteY16" fmla="*/ 269703 h 418315"/>
              <a:gd name="connsiteX17" fmla="*/ 9586041 w 10373768"/>
              <a:gd name="connsiteY17" fmla="*/ 246163 h 418315"/>
              <a:gd name="connsiteX18" fmla="*/ 9609373 w 10373768"/>
              <a:gd name="connsiteY18" fmla="*/ 222621 h 418315"/>
              <a:gd name="connsiteX19" fmla="*/ 0 w 10373768"/>
              <a:gd name="connsiteY19" fmla="*/ 79176 h 418315"/>
              <a:gd name="connsiteX20" fmla="*/ 739665 w 10373768"/>
              <a:gd name="connsiteY20" fmla="*/ 79176 h 418315"/>
              <a:gd name="connsiteX21" fmla="*/ 9785339 w 10373768"/>
              <a:gd name="connsiteY21" fmla="*/ 82351 h 418315"/>
              <a:gd name="connsiteX22" fmla="*/ 9540864 w 10373768"/>
              <a:gd name="connsiteY22" fmla="*/ 135171 h 418315"/>
              <a:gd name="connsiteX23" fmla="*/ 9522411 w 10373768"/>
              <a:gd name="connsiteY23" fmla="*/ 153835 h 418315"/>
              <a:gd name="connsiteX24" fmla="*/ 9540864 w 10373768"/>
              <a:gd name="connsiteY24" fmla="*/ 177166 h 418315"/>
              <a:gd name="connsiteX25" fmla="*/ 9568541 w 10373768"/>
              <a:gd name="connsiteY25" fmla="*/ 200496 h 418315"/>
              <a:gd name="connsiteX26" fmla="*/ 9545478 w 10373768"/>
              <a:gd name="connsiteY26" fmla="*/ 228493 h 418315"/>
              <a:gd name="connsiteX27" fmla="*/ 9540864 w 10373768"/>
              <a:gd name="connsiteY27" fmla="*/ 228493 h 418315"/>
              <a:gd name="connsiteX28" fmla="*/ 9522411 w 10373768"/>
              <a:gd name="connsiteY28" fmla="*/ 247158 h 418315"/>
              <a:gd name="connsiteX29" fmla="*/ 9540864 w 10373768"/>
              <a:gd name="connsiteY29" fmla="*/ 270489 h 418315"/>
              <a:gd name="connsiteX30" fmla="*/ 9568541 w 10373768"/>
              <a:gd name="connsiteY30" fmla="*/ 293820 h 418315"/>
              <a:gd name="connsiteX31" fmla="*/ 9540864 w 10373768"/>
              <a:gd name="connsiteY31" fmla="*/ 321817 h 418315"/>
              <a:gd name="connsiteX32" fmla="*/ 9522411 w 10373768"/>
              <a:gd name="connsiteY32" fmla="*/ 345147 h 418315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40864 w 9785339"/>
              <a:gd name="connsiteY22" fmla="*/ 55995 h 339139"/>
              <a:gd name="connsiteX23" fmla="*/ 9522411 w 9785339"/>
              <a:gd name="connsiteY23" fmla="*/ 74659 h 339139"/>
              <a:gd name="connsiteX24" fmla="*/ 9540864 w 9785339"/>
              <a:gd name="connsiteY24" fmla="*/ 97990 h 339139"/>
              <a:gd name="connsiteX25" fmla="*/ 9568541 w 9785339"/>
              <a:gd name="connsiteY25" fmla="*/ 121320 h 339139"/>
              <a:gd name="connsiteX26" fmla="*/ 9545478 w 9785339"/>
              <a:gd name="connsiteY26" fmla="*/ 149317 h 339139"/>
              <a:gd name="connsiteX27" fmla="*/ 9540864 w 9785339"/>
              <a:gd name="connsiteY27" fmla="*/ 149317 h 339139"/>
              <a:gd name="connsiteX28" fmla="*/ 9522411 w 9785339"/>
              <a:gd name="connsiteY28" fmla="*/ 167982 h 339139"/>
              <a:gd name="connsiteX29" fmla="*/ 9540864 w 9785339"/>
              <a:gd name="connsiteY29" fmla="*/ 191313 h 339139"/>
              <a:gd name="connsiteX30" fmla="*/ 9568541 w 9785339"/>
              <a:gd name="connsiteY30" fmla="*/ 214644 h 339139"/>
              <a:gd name="connsiteX31" fmla="*/ 9540864 w 9785339"/>
              <a:gd name="connsiteY31" fmla="*/ 242641 h 339139"/>
              <a:gd name="connsiteX32" fmla="*/ 9522411 w 9785339"/>
              <a:gd name="connsiteY32" fmla="*/ 265971 h 339139"/>
              <a:gd name="connsiteX0" fmla="*/ 9598014 w 10504275"/>
              <a:gd name="connsiteY0" fmla="*/ 339139 h 339139"/>
              <a:gd name="connsiteX1" fmla="*/ 845227 w 10504275"/>
              <a:gd name="connsiteY1" fmla="*/ 335964 h 339139"/>
              <a:gd name="connsiteX2" fmla="*/ 0 w 10504275"/>
              <a:gd name="connsiteY2" fmla="*/ 335964 h 339139"/>
              <a:gd name="connsiteX3" fmla="*/ 0 w 10504275"/>
              <a:gd name="connsiteY3" fmla="*/ 0 h 339139"/>
              <a:gd name="connsiteX4" fmla="*/ 9632706 w 10504275"/>
              <a:gd name="connsiteY4" fmla="*/ 261358 h 339139"/>
              <a:gd name="connsiteX5" fmla="*/ 9609373 w 10504275"/>
              <a:gd name="connsiteY5" fmla="*/ 284899 h 339139"/>
              <a:gd name="connsiteX6" fmla="*/ 9586041 w 10504275"/>
              <a:gd name="connsiteY6" fmla="*/ 261358 h 339139"/>
              <a:gd name="connsiteX7" fmla="*/ 9609373 w 10504275"/>
              <a:gd name="connsiteY7" fmla="*/ 237817 h 339139"/>
              <a:gd name="connsiteX8" fmla="*/ 9598014 w 10504275"/>
              <a:gd name="connsiteY8" fmla="*/ 339139 h 339139"/>
              <a:gd name="connsiteX9" fmla="*/ 9669650 w 10504275"/>
              <a:gd name="connsiteY9" fmla="*/ 200069 h 339139"/>
              <a:gd name="connsiteX10" fmla="*/ 9683261 w 10504275"/>
              <a:gd name="connsiteY10" fmla="*/ 212909 h 339139"/>
              <a:gd name="connsiteX11" fmla="*/ 9669650 w 10504275"/>
              <a:gd name="connsiteY11" fmla="*/ 225749 h 339139"/>
              <a:gd name="connsiteX12" fmla="*/ 9656038 w 10504275"/>
              <a:gd name="connsiteY12" fmla="*/ 212909 h 339139"/>
              <a:gd name="connsiteX13" fmla="*/ 9669650 w 10504275"/>
              <a:gd name="connsiteY13" fmla="*/ 200069 h 339139"/>
              <a:gd name="connsiteX14" fmla="*/ 9609373 w 10504275"/>
              <a:gd name="connsiteY14" fmla="*/ 143445 h 339139"/>
              <a:gd name="connsiteX15" fmla="*/ 9632706 w 10504275"/>
              <a:gd name="connsiteY15" fmla="*/ 166987 h 339139"/>
              <a:gd name="connsiteX16" fmla="*/ 9609373 w 10504275"/>
              <a:gd name="connsiteY16" fmla="*/ 190527 h 339139"/>
              <a:gd name="connsiteX17" fmla="*/ 9586041 w 10504275"/>
              <a:gd name="connsiteY17" fmla="*/ 166987 h 339139"/>
              <a:gd name="connsiteX18" fmla="*/ 9609373 w 10504275"/>
              <a:gd name="connsiteY18" fmla="*/ 143445 h 339139"/>
              <a:gd name="connsiteX19" fmla="*/ 0 w 10504275"/>
              <a:gd name="connsiteY19" fmla="*/ 0 h 339139"/>
              <a:gd name="connsiteX20" fmla="*/ 739665 w 10504275"/>
              <a:gd name="connsiteY20" fmla="*/ 0 h 339139"/>
              <a:gd name="connsiteX21" fmla="*/ 9785339 w 10504275"/>
              <a:gd name="connsiteY21" fmla="*/ 3175 h 339139"/>
              <a:gd name="connsiteX22" fmla="*/ 9896464 w 10504275"/>
              <a:gd name="connsiteY22" fmla="*/ 294120 h 339139"/>
              <a:gd name="connsiteX23" fmla="*/ 9522411 w 10504275"/>
              <a:gd name="connsiteY23" fmla="*/ 74659 h 339139"/>
              <a:gd name="connsiteX24" fmla="*/ 9540864 w 10504275"/>
              <a:gd name="connsiteY24" fmla="*/ 97990 h 339139"/>
              <a:gd name="connsiteX25" fmla="*/ 9568541 w 10504275"/>
              <a:gd name="connsiteY25" fmla="*/ 121320 h 339139"/>
              <a:gd name="connsiteX26" fmla="*/ 9545478 w 10504275"/>
              <a:gd name="connsiteY26" fmla="*/ 149317 h 339139"/>
              <a:gd name="connsiteX27" fmla="*/ 9540864 w 10504275"/>
              <a:gd name="connsiteY27" fmla="*/ 149317 h 339139"/>
              <a:gd name="connsiteX28" fmla="*/ 9522411 w 10504275"/>
              <a:gd name="connsiteY28" fmla="*/ 167982 h 339139"/>
              <a:gd name="connsiteX29" fmla="*/ 9540864 w 10504275"/>
              <a:gd name="connsiteY29" fmla="*/ 191313 h 339139"/>
              <a:gd name="connsiteX30" fmla="*/ 9568541 w 10504275"/>
              <a:gd name="connsiteY30" fmla="*/ 214644 h 339139"/>
              <a:gd name="connsiteX31" fmla="*/ 9540864 w 10504275"/>
              <a:gd name="connsiteY31" fmla="*/ 242641 h 339139"/>
              <a:gd name="connsiteX32" fmla="*/ 9522411 w 10504275"/>
              <a:gd name="connsiteY32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32" fmla="*/ 9598014 w 10381792"/>
              <a:gd name="connsiteY32" fmla="*/ 339139 h 339139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22411 w 9785339"/>
              <a:gd name="connsiteY22" fmla="*/ 74659 h 339139"/>
              <a:gd name="connsiteX23" fmla="*/ 9540864 w 9785339"/>
              <a:gd name="connsiteY23" fmla="*/ 97990 h 339139"/>
              <a:gd name="connsiteX24" fmla="*/ 9568541 w 9785339"/>
              <a:gd name="connsiteY24" fmla="*/ 121320 h 339139"/>
              <a:gd name="connsiteX25" fmla="*/ 9545478 w 9785339"/>
              <a:gd name="connsiteY25" fmla="*/ 149317 h 339139"/>
              <a:gd name="connsiteX26" fmla="*/ 9540864 w 9785339"/>
              <a:gd name="connsiteY26" fmla="*/ 149317 h 339139"/>
              <a:gd name="connsiteX27" fmla="*/ 9522411 w 9785339"/>
              <a:gd name="connsiteY27" fmla="*/ 167982 h 339139"/>
              <a:gd name="connsiteX28" fmla="*/ 9540864 w 9785339"/>
              <a:gd name="connsiteY28" fmla="*/ 191313 h 339139"/>
              <a:gd name="connsiteX29" fmla="*/ 9568541 w 9785339"/>
              <a:gd name="connsiteY29" fmla="*/ 214644 h 339139"/>
              <a:gd name="connsiteX30" fmla="*/ 9540864 w 9785339"/>
              <a:gd name="connsiteY30" fmla="*/ 242641 h 339139"/>
              <a:gd name="connsiteX31" fmla="*/ 9522411 w 9785339"/>
              <a:gd name="connsiteY31" fmla="*/ 265971 h 339139"/>
              <a:gd name="connsiteX32" fmla="*/ 9598014 w 9785339"/>
              <a:gd name="connsiteY32" fmla="*/ 339139 h 339139"/>
              <a:gd name="connsiteX33" fmla="*/ 0 w 9785339"/>
              <a:gd name="connsiteY33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609373 w 10386312"/>
              <a:gd name="connsiteY14" fmla="*/ 143445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9609373 w 10386312"/>
              <a:gd name="connsiteY18" fmla="*/ 143445 h 339139"/>
              <a:gd name="connsiteX19" fmla="*/ 0 w 10386312"/>
              <a:gd name="connsiteY19" fmla="*/ 0 h 339139"/>
              <a:gd name="connsiteX20" fmla="*/ 739665 w 10386312"/>
              <a:gd name="connsiteY20" fmla="*/ 0 h 339139"/>
              <a:gd name="connsiteX21" fmla="*/ 9785339 w 10386312"/>
              <a:gd name="connsiteY21" fmla="*/ 3175 h 339139"/>
              <a:gd name="connsiteX22" fmla="*/ 9540864 w 10386312"/>
              <a:gd name="connsiteY22" fmla="*/ 97990 h 339139"/>
              <a:gd name="connsiteX23" fmla="*/ 9568541 w 10386312"/>
              <a:gd name="connsiteY23" fmla="*/ 121320 h 339139"/>
              <a:gd name="connsiteX24" fmla="*/ 9545478 w 10386312"/>
              <a:gd name="connsiteY24" fmla="*/ 149317 h 339139"/>
              <a:gd name="connsiteX25" fmla="*/ 9540864 w 10386312"/>
              <a:gd name="connsiteY25" fmla="*/ 149317 h 339139"/>
              <a:gd name="connsiteX26" fmla="*/ 9522411 w 10386312"/>
              <a:gd name="connsiteY26" fmla="*/ 167982 h 339139"/>
              <a:gd name="connsiteX27" fmla="*/ 9540864 w 10386312"/>
              <a:gd name="connsiteY27" fmla="*/ 191313 h 339139"/>
              <a:gd name="connsiteX28" fmla="*/ 9568541 w 10386312"/>
              <a:gd name="connsiteY28" fmla="*/ 214644 h 339139"/>
              <a:gd name="connsiteX29" fmla="*/ 9540864 w 10386312"/>
              <a:gd name="connsiteY29" fmla="*/ 242641 h 339139"/>
              <a:gd name="connsiteX30" fmla="*/ 9522411 w 10386312"/>
              <a:gd name="connsiteY30" fmla="*/ 265971 h 339139"/>
              <a:gd name="connsiteX31" fmla="*/ 9598014 w 10386312"/>
              <a:gd name="connsiteY31" fmla="*/ 339139 h 339139"/>
              <a:gd name="connsiteX32" fmla="*/ 0 w 10386312"/>
              <a:gd name="connsiteY32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586041 w 10386312"/>
              <a:gd name="connsiteY14" fmla="*/ 166987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0 w 10386312"/>
              <a:gd name="connsiteY18" fmla="*/ 0 h 339139"/>
              <a:gd name="connsiteX19" fmla="*/ 739665 w 10386312"/>
              <a:gd name="connsiteY19" fmla="*/ 0 h 339139"/>
              <a:gd name="connsiteX20" fmla="*/ 9785339 w 10386312"/>
              <a:gd name="connsiteY20" fmla="*/ 3175 h 339139"/>
              <a:gd name="connsiteX21" fmla="*/ 9540864 w 10386312"/>
              <a:gd name="connsiteY21" fmla="*/ 97990 h 339139"/>
              <a:gd name="connsiteX22" fmla="*/ 9568541 w 10386312"/>
              <a:gd name="connsiteY22" fmla="*/ 121320 h 339139"/>
              <a:gd name="connsiteX23" fmla="*/ 9545478 w 10386312"/>
              <a:gd name="connsiteY23" fmla="*/ 149317 h 339139"/>
              <a:gd name="connsiteX24" fmla="*/ 9540864 w 10386312"/>
              <a:gd name="connsiteY24" fmla="*/ 149317 h 339139"/>
              <a:gd name="connsiteX25" fmla="*/ 9522411 w 10386312"/>
              <a:gd name="connsiteY25" fmla="*/ 167982 h 339139"/>
              <a:gd name="connsiteX26" fmla="*/ 9540864 w 10386312"/>
              <a:gd name="connsiteY26" fmla="*/ 191313 h 339139"/>
              <a:gd name="connsiteX27" fmla="*/ 9568541 w 10386312"/>
              <a:gd name="connsiteY27" fmla="*/ 214644 h 339139"/>
              <a:gd name="connsiteX28" fmla="*/ 9540864 w 10386312"/>
              <a:gd name="connsiteY28" fmla="*/ 242641 h 339139"/>
              <a:gd name="connsiteX29" fmla="*/ 9522411 w 10386312"/>
              <a:gd name="connsiteY29" fmla="*/ 265971 h 339139"/>
              <a:gd name="connsiteX30" fmla="*/ 9598014 w 10386312"/>
              <a:gd name="connsiteY30" fmla="*/ 339139 h 339139"/>
              <a:gd name="connsiteX31" fmla="*/ 0 w 10386312"/>
              <a:gd name="connsiteY31" fmla="*/ 0 h 339139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609373 w 10386312"/>
              <a:gd name="connsiteY5" fmla="*/ 284899 h 347620"/>
              <a:gd name="connsiteX6" fmla="*/ 9586041 w 10386312"/>
              <a:gd name="connsiteY6" fmla="*/ 261358 h 347620"/>
              <a:gd name="connsiteX7" fmla="*/ 9609373 w 10386312"/>
              <a:gd name="connsiteY7" fmla="*/ 237817 h 347620"/>
              <a:gd name="connsiteX8" fmla="*/ 9598014 w 10386312"/>
              <a:gd name="connsiteY8" fmla="*/ 339139 h 347620"/>
              <a:gd name="connsiteX9" fmla="*/ 9669650 w 10386312"/>
              <a:gd name="connsiteY9" fmla="*/ 200069 h 347620"/>
              <a:gd name="connsiteX10" fmla="*/ 9683261 w 10386312"/>
              <a:gd name="connsiteY10" fmla="*/ 212909 h 347620"/>
              <a:gd name="connsiteX11" fmla="*/ 9669650 w 10386312"/>
              <a:gd name="connsiteY11" fmla="*/ 225749 h 347620"/>
              <a:gd name="connsiteX12" fmla="*/ 9656038 w 10386312"/>
              <a:gd name="connsiteY12" fmla="*/ 212909 h 347620"/>
              <a:gd name="connsiteX13" fmla="*/ 9669650 w 10386312"/>
              <a:gd name="connsiteY13" fmla="*/ 200069 h 347620"/>
              <a:gd name="connsiteX14" fmla="*/ 9586041 w 10386312"/>
              <a:gd name="connsiteY14" fmla="*/ 166987 h 347620"/>
              <a:gd name="connsiteX15" fmla="*/ 9632706 w 10386312"/>
              <a:gd name="connsiteY15" fmla="*/ 166987 h 347620"/>
              <a:gd name="connsiteX16" fmla="*/ 9609373 w 10386312"/>
              <a:gd name="connsiteY16" fmla="*/ 190527 h 347620"/>
              <a:gd name="connsiteX17" fmla="*/ 9586041 w 10386312"/>
              <a:gd name="connsiteY17" fmla="*/ 166987 h 347620"/>
              <a:gd name="connsiteX18" fmla="*/ 0 w 10386312"/>
              <a:gd name="connsiteY18" fmla="*/ 0 h 347620"/>
              <a:gd name="connsiteX19" fmla="*/ 739665 w 10386312"/>
              <a:gd name="connsiteY19" fmla="*/ 0 h 347620"/>
              <a:gd name="connsiteX20" fmla="*/ 9785339 w 10386312"/>
              <a:gd name="connsiteY20" fmla="*/ 3175 h 347620"/>
              <a:gd name="connsiteX21" fmla="*/ 9540864 w 10386312"/>
              <a:gd name="connsiteY21" fmla="*/ 97990 h 347620"/>
              <a:gd name="connsiteX22" fmla="*/ 9568541 w 10386312"/>
              <a:gd name="connsiteY22" fmla="*/ 121320 h 347620"/>
              <a:gd name="connsiteX23" fmla="*/ 9545478 w 10386312"/>
              <a:gd name="connsiteY23" fmla="*/ 149317 h 347620"/>
              <a:gd name="connsiteX24" fmla="*/ 9540864 w 10386312"/>
              <a:gd name="connsiteY24" fmla="*/ 149317 h 347620"/>
              <a:gd name="connsiteX25" fmla="*/ 9522411 w 10386312"/>
              <a:gd name="connsiteY25" fmla="*/ 167982 h 347620"/>
              <a:gd name="connsiteX26" fmla="*/ 9540864 w 10386312"/>
              <a:gd name="connsiteY26" fmla="*/ 191313 h 347620"/>
              <a:gd name="connsiteX27" fmla="*/ 9568541 w 10386312"/>
              <a:gd name="connsiteY27" fmla="*/ 214644 h 347620"/>
              <a:gd name="connsiteX28" fmla="*/ 9540864 w 10386312"/>
              <a:gd name="connsiteY28" fmla="*/ 242641 h 347620"/>
              <a:gd name="connsiteX29" fmla="*/ 9598014 w 10386312"/>
              <a:gd name="connsiteY29" fmla="*/ 339139 h 347620"/>
              <a:gd name="connsiteX30" fmla="*/ 0 w 10386312"/>
              <a:gd name="connsiteY3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609373 w 10386312"/>
              <a:gd name="connsiteY6" fmla="*/ 237817 h 347620"/>
              <a:gd name="connsiteX7" fmla="*/ 9598014 w 10386312"/>
              <a:gd name="connsiteY7" fmla="*/ 339139 h 347620"/>
              <a:gd name="connsiteX8" fmla="*/ 9669650 w 10386312"/>
              <a:gd name="connsiteY8" fmla="*/ 200069 h 347620"/>
              <a:gd name="connsiteX9" fmla="*/ 9683261 w 10386312"/>
              <a:gd name="connsiteY9" fmla="*/ 212909 h 347620"/>
              <a:gd name="connsiteX10" fmla="*/ 9669650 w 10386312"/>
              <a:gd name="connsiteY10" fmla="*/ 225749 h 347620"/>
              <a:gd name="connsiteX11" fmla="*/ 9656038 w 10386312"/>
              <a:gd name="connsiteY11" fmla="*/ 212909 h 347620"/>
              <a:gd name="connsiteX12" fmla="*/ 9669650 w 10386312"/>
              <a:gd name="connsiteY12" fmla="*/ 200069 h 347620"/>
              <a:gd name="connsiteX13" fmla="*/ 9586041 w 10386312"/>
              <a:gd name="connsiteY13" fmla="*/ 166987 h 347620"/>
              <a:gd name="connsiteX14" fmla="*/ 9632706 w 10386312"/>
              <a:gd name="connsiteY14" fmla="*/ 166987 h 347620"/>
              <a:gd name="connsiteX15" fmla="*/ 9609373 w 10386312"/>
              <a:gd name="connsiteY15" fmla="*/ 190527 h 347620"/>
              <a:gd name="connsiteX16" fmla="*/ 9586041 w 10386312"/>
              <a:gd name="connsiteY16" fmla="*/ 166987 h 347620"/>
              <a:gd name="connsiteX17" fmla="*/ 0 w 10386312"/>
              <a:gd name="connsiteY17" fmla="*/ 0 h 347620"/>
              <a:gd name="connsiteX18" fmla="*/ 739665 w 10386312"/>
              <a:gd name="connsiteY18" fmla="*/ 0 h 347620"/>
              <a:gd name="connsiteX19" fmla="*/ 9785339 w 10386312"/>
              <a:gd name="connsiteY19" fmla="*/ 3175 h 347620"/>
              <a:gd name="connsiteX20" fmla="*/ 9540864 w 10386312"/>
              <a:gd name="connsiteY20" fmla="*/ 97990 h 347620"/>
              <a:gd name="connsiteX21" fmla="*/ 9568541 w 10386312"/>
              <a:gd name="connsiteY21" fmla="*/ 121320 h 347620"/>
              <a:gd name="connsiteX22" fmla="*/ 9545478 w 10386312"/>
              <a:gd name="connsiteY22" fmla="*/ 149317 h 347620"/>
              <a:gd name="connsiteX23" fmla="*/ 9540864 w 10386312"/>
              <a:gd name="connsiteY23" fmla="*/ 149317 h 347620"/>
              <a:gd name="connsiteX24" fmla="*/ 9522411 w 10386312"/>
              <a:gd name="connsiteY24" fmla="*/ 167982 h 347620"/>
              <a:gd name="connsiteX25" fmla="*/ 9540864 w 10386312"/>
              <a:gd name="connsiteY25" fmla="*/ 191313 h 347620"/>
              <a:gd name="connsiteX26" fmla="*/ 9568541 w 10386312"/>
              <a:gd name="connsiteY26" fmla="*/ 214644 h 347620"/>
              <a:gd name="connsiteX27" fmla="*/ 9540864 w 10386312"/>
              <a:gd name="connsiteY27" fmla="*/ 242641 h 347620"/>
              <a:gd name="connsiteX28" fmla="*/ 9598014 w 10386312"/>
              <a:gd name="connsiteY28" fmla="*/ 339139 h 347620"/>
              <a:gd name="connsiteX29" fmla="*/ 0 w 10386312"/>
              <a:gd name="connsiteY29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598014 w 10386312"/>
              <a:gd name="connsiteY6" fmla="*/ 339139 h 347620"/>
              <a:gd name="connsiteX7" fmla="*/ 9669650 w 10386312"/>
              <a:gd name="connsiteY7" fmla="*/ 200069 h 347620"/>
              <a:gd name="connsiteX8" fmla="*/ 9683261 w 10386312"/>
              <a:gd name="connsiteY8" fmla="*/ 212909 h 347620"/>
              <a:gd name="connsiteX9" fmla="*/ 9669650 w 10386312"/>
              <a:gd name="connsiteY9" fmla="*/ 225749 h 347620"/>
              <a:gd name="connsiteX10" fmla="*/ 9656038 w 10386312"/>
              <a:gd name="connsiteY10" fmla="*/ 212909 h 347620"/>
              <a:gd name="connsiteX11" fmla="*/ 9669650 w 10386312"/>
              <a:gd name="connsiteY11" fmla="*/ 200069 h 347620"/>
              <a:gd name="connsiteX12" fmla="*/ 9586041 w 10386312"/>
              <a:gd name="connsiteY12" fmla="*/ 166987 h 347620"/>
              <a:gd name="connsiteX13" fmla="*/ 9632706 w 10386312"/>
              <a:gd name="connsiteY13" fmla="*/ 166987 h 347620"/>
              <a:gd name="connsiteX14" fmla="*/ 9609373 w 10386312"/>
              <a:gd name="connsiteY14" fmla="*/ 190527 h 347620"/>
              <a:gd name="connsiteX15" fmla="*/ 9586041 w 10386312"/>
              <a:gd name="connsiteY15" fmla="*/ 166987 h 347620"/>
              <a:gd name="connsiteX16" fmla="*/ 0 w 10386312"/>
              <a:gd name="connsiteY16" fmla="*/ 0 h 347620"/>
              <a:gd name="connsiteX17" fmla="*/ 739665 w 10386312"/>
              <a:gd name="connsiteY17" fmla="*/ 0 h 347620"/>
              <a:gd name="connsiteX18" fmla="*/ 9785339 w 10386312"/>
              <a:gd name="connsiteY18" fmla="*/ 3175 h 347620"/>
              <a:gd name="connsiteX19" fmla="*/ 9540864 w 10386312"/>
              <a:gd name="connsiteY19" fmla="*/ 97990 h 347620"/>
              <a:gd name="connsiteX20" fmla="*/ 9568541 w 10386312"/>
              <a:gd name="connsiteY20" fmla="*/ 121320 h 347620"/>
              <a:gd name="connsiteX21" fmla="*/ 9545478 w 10386312"/>
              <a:gd name="connsiteY21" fmla="*/ 149317 h 347620"/>
              <a:gd name="connsiteX22" fmla="*/ 9540864 w 10386312"/>
              <a:gd name="connsiteY22" fmla="*/ 149317 h 347620"/>
              <a:gd name="connsiteX23" fmla="*/ 9522411 w 10386312"/>
              <a:gd name="connsiteY23" fmla="*/ 167982 h 347620"/>
              <a:gd name="connsiteX24" fmla="*/ 9540864 w 10386312"/>
              <a:gd name="connsiteY24" fmla="*/ 191313 h 347620"/>
              <a:gd name="connsiteX25" fmla="*/ 9568541 w 10386312"/>
              <a:gd name="connsiteY25" fmla="*/ 214644 h 347620"/>
              <a:gd name="connsiteX26" fmla="*/ 9540864 w 10386312"/>
              <a:gd name="connsiteY26" fmla="*/ 242641 h 347620"/>
              <a:gd name="connsiteX27" fmla="*/ 9598014 w 10386312"/>
              <a:gd name="connsiteY27" fmla="*/ 339139 h 347620"/>
              <a:gd name="connsiteX28" fmla="*/ 0 w 10386312"/>
              <a:gd name="connsiteY28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86041 w 10386312"/>
              <a:gd name="connsiteY4" fmla="*/ 261358 h 347620"/>
              <a:gd name="connsiteX5" fmla="*/ 9598014 w 10386312"/>
              <a:gd name="connsiteY5" fmla="*/ 339139 h 347620"/>
              <a:gd name="connsiteX6" fmla="*/ 9669650 w 10386312"/>
              <a:gd name="connsiteY6" fmla="*/ 200069 h 347620"/>
              <a:gd name="connsiteX7" fmla="*/ 9683261 w 10386312"/>
              <a:gd name="connsiteY7" fmla="*/ 212909 h 347620"/>
              <a:gd name="connsiteX8" fmla="*/ 9669650 w 10386312"/>
              <a:gd name="connsiteY8" fmla="*/ 225749 h 347620"/>
              <a:gd name="connsiteX9" fmla="*/ 9656038 w 10386312"/>
              <a:gd name="connsiteY9" fmla="*/ 212909 h 347620"/>
              <a:gd name="connsiteX10" fmla="*/ 9669650 w 10386312"/>
              <a:gd name="connsiteY10" fmla="*/ 200069 h 347620"/>
              <a:gd name="connsiteX11" fmla="*/ 9586041 w 10386312"/>
              <a:gd name="connsiteY11" fmla="*/ 166987 h 347620"/>
              <a:gd name="connsiteX12" fmla="*/ 9632706 w 10386312"/>
              <a:gd name="connsiteY12" fmla="*/ 166987 h 347620"/>
              <a:gd name="connsiteX13" fmla="*/ 9609373 w 10386312"/>
              <a:gd name="connsiteY13" fmla="*/ 190527 h 347620"/>
              <a:gd name="connsiteX14" fmla="*/ 9586041 w 10386312"/>
              <a:gd name="connsiteY14" fmla="*/ 166987 h 347620"/>
              <a:gd name="connsiteX15" fmla="*/ 0 w 10386312"/>
              <a:gd name="connsiteY15" fmla="*/ 0 h 347620"/>
              <a:gd name="connsiteX16" fmla="*/ 739665 w 10386312"/>
              <a:gd name="connsiteY16" fmla="*/ 0 h 347620"/>
              <a:gd name="connsiteX17" fmla="*/ 9785339 w 10386312"/>
              <a:gd name="connsiteY17" fmla="*/ 3175 h 347620"/>
              <a:gd name="connsiteX18" fmla="*/ 9540864 w 10386312"/>
              <a:gd name="connsiteY18" fmla="*/ 97990 h 347620"/>
              <a:gd name="connsiteX19" fmla="*/ 9568541 w 10386312"/>
              <a:gd name="connsiteY19" fmla="*/ 121320 h 347620"/>
              <a:gd name="connsiteX20" fmla="*/ 9545478 w 10386312"/>
              <a:gd name="connsiteY20" fmla="*/ 149317 h 347620"/>
              <a:gd name="connsiteX21" fmla="*/ 9540864 w 10386312"/>
              <a:gd name="connsiteY21" fmla="*/ 149317 h 347620"/>
              <a:gd name="connsiteX22" fmla="*/ 9522411 w 10386312"/>
              <a:gd name="connsiteY22" fmla="*/ 167982 h 347620"/>
              <a:gd name="connsiteX23" fmla="*/ 9540864 w 10386312"/>
              <a:gd name="connsiteY23" fmla="*/ 191313 h 347620"/>
              <a:gd name="connsiteX24" fmla="*/ 9568541 w 10386312"/>
              <a:gd name="connsiteY24" fmla="*/ 214644 h 347620"/>
              <a:gd name="connsiteX25" fmla="*/ 9540864 w 10386312"/>
              <a:gd name="connsiteY25" fmla="*/ 242641 h 347620"/>
              <a:gd name="connsiteX26" fmla="*/ 9598014 w 10386312"/>
              <a:gd name="connsiteY26" fmla="*/ 339139 h 347620"/>
              <a:gd name="connsiteX27" fmla="*/ 0 w 10386312"/>
              <a:gd name="connsiteY27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0006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669650 w 10386312"/>
              <a:gd name="connsiteY9" fmla="*/ 200069 h 347620"/>
              <a:gd name="connsiteX10" fmla="*/ 9586041 w 10386312"/>
              <a:gd name="connsiteY10" fmla="*/ 166987 h 347620"/>
              <a:gd name="connsiteX11" fmla="*/ 9632706 w 10386312"/>
              <a:gd name="connsiteY11" fmla="*/ 166987 h 347620"/>
              <a:gd name="connsiteX12" fmla="*/ 9609373 w 10386312"/>
              <a:gd name="connsiteY12" fmla="*/ 190527 h 347620"/>
              <a:gd name="connsiteX13" fmla="*/ 9586041 w 10386312"/>
              <a:gd name="connsiteY13" fmla="*/ 166987 h 347620"/>
              <a:gd name="connsiteX14" fmla="*/ 0 w 10386312"/>
              <a:gd name="connsiteY14" fmla="*/ 0 h 347620"/>
              <a:gd name="connsiteX15" fmla="*/ 739665 w 10386312"/>
              <a:gd name="connsiteY15" fmla="*/ 0 h 347620"/>
              <a:gd name="connsiteX16" fmla="*/ 9785339 w 10386312"/>
              <a:gd name="connsiteY16" fmla="*/ 3175 h 347620"/>
              <a:gd name="connsiteX17" fmla="*/ 9540864 w 10386312"/>
              <a:gd name="connsiteY17" fmla="*/ 97990 h 347620"/>
              <a:gd name="connsiteX18" fmla="*/ 9568541 w 10386312"/>
              <a:gd name="connsiteY18" fmla="*/ 121320 h 347620"/>
              <a:gd name="connsiteX19" fmla="*/ 9545478 w 10386312"/>
              <a:gd name="connsiteY19" fmla="*/ 149317 h 347620"/>
              <a:gd name="connsiteX20" fmla="*/ 9540864 w 10386312"/>
              <a:gd name="connsiteY20" fmla="*/ 149317 h 347620"/>
              <a:gd name="connsiteX21" fmla="*/ 9522411 w 10386312"/>
              <a:gd name="connsiteY21" fmla="*/ 167982 h 347620"/>
              <a:gd name="connsiteX22" fmla="*/ 9540864 w 10386312"/>
              <a:gd name="connsiteY22" fmla="*/ 191313 h 347620"/>
              <a:gd name="connsiteX23" fmla="*/ 9568541 w 10386312"/>
              <a:gd name="connsiteY23" fmla="*/ 214644 h 347620"/>
              <a:gd name="connsiteX24" fmla="*/ 9540864 w 10386312"/>
              <a:gd name="connsiteY24" fmla="*/ 242641 h 347620"/>
              <a:gd name="connsiteX25" fmla="*/ 9598014 w 10386312"/>
              <a:gd name="connsiteY25" fmla="*/ 339139 h 347620"/>
              <a:gd name="connsiteX26" fmla="*/ 0 w 10386312"/>
              <a:gd name="connsiteY26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56038 w 10386312"/>
              <a:gd name="connsiteY5" fmla="*/ 21290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586041 w 10386312"/>
              <a:gd name="connsiteY9" fmla="*/ 166987 h 347620"/>
              <a:gd name="connsiteX10" fmla="*/ 9632706 w 10386312"/>
              <a:gd name="connsiteY10" fmla="*/ 166987 h 347620"/>
              <a:gd name="connsiteX11" fmla="*/ 9609373 w 10386312"/>
              <a:gd name="connsiteY11" fmla="*/ 190527 h 347620"/>
              <a:gd name="connsiteX12" fmla="*/ 9586041 w 10386312"/>
              <a:gd name="connsiteY12" fmla="*/ 166987 h 347620"/>
              <a:gd name="connsiteX13" fmla="*/ 0 w 10386312"/>
              <a:gd name="connsiteY13" fmla="*/ 0 h 347620"/>
              <a:gd name="connsiteX14" fmla="*/ 739665 w 10386312"/>
              <a:gd name="connsiteY14" fmla="*/ 0 h 347620"/>
              <a:gd name="connsiteX15" fmla="*/ 9785339 w 10386312"/>
              <a:gd name="connsiteY15" fmla="*/ 3175 h 347620"/>
              <a:gd name="connsiteX16" fmla="*/ 9540864 w 10386312"/>
              <a:gd name="connsiteY16" fmla="*/ 97990 h 347620"/>
              <a:gd name="connsiteX17" fmla="*/ 9568541 w 10386312"/>
              <a:gd name="connsiteY17" fmla="*/ 121320 h 347620"/>
              <a:gd name="connsiteX18" fmla="*/ 9545478 w 10386312"/>
              <a:gd name="connsiteY18" fmla="*/ 149317 h 347620"/>
              <a:gd name="connsiteX19" fmla="*/ 9540864 w 10386312"/>
              <a:gd name="connsiteY19" fmla="*/ 149317 h 347620"/>
              <a:gd name="connsiteX20" fmla="*/ 9522411 w 10386312"/>
              <a:gd name="connsiteY20" fmla="*/ 167982 h 347620"/>
              <a:gd name="connsiteX21" fmla="*/ 9540864 w 10386312"/>
              <a:gd name="connsiteY21" fmla="*/ 191313 h 347620"/>
              <a:gd name="connsiteX22" fmla="*/ 9568541 w 10386312"/>
              <a:gd name="connsiteY22" fmla="*/ 214644 h 347620"/>
              <a:gd name="connsiteX23" fmla="*/ 9540864 w 10386312"/>
              <a:gd name="connsiteY23" fmla="*/ 242641 h 347620"/>
              <a:gd name="connsiteX24" fmla="*/ 9598014 w 10386312"/>
              <a:gd name="connsiteY24" fmla="*/ 339139 h 347620"/>
              <a:gd name="connsiteX25" fmla="*/ 0 w 10386312"/>
              <a:gd name="connsiteY25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2574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586041 w 10386312"/>
              <a:gd name="connsiteY8" fmla="*/ 166987 h 347620"/>
              <a:gd name="connsiteX9" fmla="*/ 9632706 w 10386312"/>
              <a:gd name="connsiteY9" fmla="*/ 166987 h 347620"/>
              <a:gd name="connsiteX10" fmla="*/ 9609373 w 10386312"/>
              <a:gd name="connsiteY10" fmla="*/ 190527 h 347620"/>
              <a:gd name="connsiteX11" fmla="*/ 9586041 w 10386312"/>
              <a:gd name="connsiteY11" fmla="*/ 166987 h 347620"/>
              <a:gd name="connsiteX12" fmla="*/ 0 w 10386312"/>
              <a:gd name="connsiteY12" fmla="*/ 0 h 347620"/>
              <a:gd name="connsiteX13" fmla="*/ 739665 w 10386312"/>
              <a:gd name="connsiteY13" fmla="*/ 0 h 347620"/>
              <a:gd name="connsiteX14" fmla="*/ 9785339 w 10386312"/>
              <a:gd name="connsiteY14" fmla="*/ 3175 h 347620"/>
              <a:gd name="connsiteX15" fmla="*/ 9540864 w 10386312"/>
              <a:gd name="connsiteY15" fmla="*/ 97990 h 347620"/>
              <a:gd name="connsiteX16" fmla="*/ 9568541 w 10386312"/>
              <a:gd name="connsiteY16" fmla="*/ 121320 h 347620"/>
              <a:gd name="connsiteX17" fmla="*/ 9545478 w 10386312"/>
              <a:gd name="connsiteY17" fmla="*/ 149317 h 347620"/>
              <a:gd name="connsiteX18" fmla="*/ 9540864 w 10386312"/>
              <a:gd name="connsiteY18" fmla="*/ 149317 h 347620"/>
              <a:gd name="connsiteX19" fmla="*/ 9522411 w 10386312"/>
              <a:gd name="connsiteY19" fmla="*/ 167982 h 347620"/>
              <a:gd name="connsiteX20" fmla="*/ 9540864 w 10386312"/>
              <a:gd name="connsiteY20" fmla="*/ 191313 h 347620"/>
              <a:gd name="connsiteX21" fmla="*/ 9568541 w 10386312"/>
              <a:gd name="connsiteY21" fmla="*/ 214644 h 347620"/>
              <a:gd name="connsiteX22" fmla="*/ 9540864 w 10386312"/>
              <a:gd name="connsiteY22" fmla="*/ 242641 h 347620"/>
              <a:gd name="connsiteX23" fmla="*/ 9598014 w 10386312"/>
              <a:gd name="connsiteY23" fmla="*/ 339139 h 347620"/>
              <a:gd name="connsiteX24" fmla="*/ 0 w 10386312"/>
              <a:gd name="connsiteY24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32706 w 10386312"/>
              <a:gd name="connsiteY6" fmla="*/ 166987 h 347620"/>
              <a:gd name="connsiteX7" fmla="*/ 9609373 w 10386312"/>
              <a:gd name="connsiteY7" fmla="*/ 190527 h 347620"/>
              <a:gd name="connsiteX8" fmla="*/ 9586041 w 10386312"/>
              <a:gd name="connsiteY8" fmla="*/ 166987 h 347620"/>
              <a:gd name="connsiteX9" fmla="*/ 0 w 10386312"/>
              <a:gd name="connsiteY9" fmla="*/ 0 h 347620"/>
              <a:gd name="connsiteX10" fmla="*/ 739665 w 10386312"/>
              <a:gd name="connsiteY10" fmla="*/ 0 h 347620"/>
              <a:gd name="connsiteX11" fmla="*/ 9785339 w 10386312"/>
              <a:gd name="connsiteY11" fmla="*/ 3175 h 347620"/>
              <a:gd name="connsiteX12" fmla="*/ 9540864 w 10386312"/>
              <a:gd name="connsiteY12" fmla="*/ 97990 h 347620"/>
              <a:gd name="connsiteX13" fmla="*/ 9568541 w 10386312"/>
              <a:gd name="connsiteY13" fmla="*/ 121320 h 347620"/>
              <a:gd name="connsiteX14" fmla="*/ 9545478 w 10386312"/>
              <a:gd name="connsiteY14" fmla="*/ 149317 h 347620"/>
              <a:gd name="connsiteX15" fmla="*/ 9540864 w 10386312"/>
              <a:gd name="connsiteY15" fmla="*/ 149317 h 347620"/>
              <a:gd name="connsiteX16" fmla="*/ 9522411 w 10386312"/>
              <a:gd name="connsiteY16" fmla="*/ 167982 h 347620"/>
              <a:gd name="connsiteX17" fmla="*/ 9540864 w 10386312"/>
              <a:gd name="connsiteY17" fmla="*/ 191313 h 347620"/>
              <a:gd name="connsiteX18" fmla="*/ 9568541 w 10386312"/>
              <a:gd name="connsiteY18" fmla="*/ 214644 h 347620"/>
              <a:gd name="connsiteX19" fmla="*/ 9540864 w 10386312"/>
              <a:gd name="connsiteY19" fmla="*/ 242641 h 347620"/>
              <a:gd name="connsiteX20" fmla="*/ 9598014 w 10386312"/>
              <a:gd name="connsiteY20" fmla="*/ 339139 h 347620"/>
              <a:gd name="connsiteX21" fmla="*/ 0 w 10386312"/>
              <a:gd name="connsiteY21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09373 w 10386312"/>
              <a:gd name="connsiteY6" fmla="*/ 190527 h 347620"/>
              <a:gd name="connsiteX7" fmla="*/ 9586041 w 10386312"/>
              <a:gd name="connsiteY7" fmla="*/ 166987 h 347620"/>
              <a:gd name="connsiteX8" fmla="*/ 0 w 10386312"/>
              <a:gd name="connsiteY8" fmla="*/ 0 h 347620"/>
              <a:gd name="connsiteX9" fmla="*/ 739665 w 10386312"/>
              <a:gd name="connsiteY9" fmla="*/ 0 h 347620"/>
              <a:gd name="connsiteX10" fmla="*/ 9785339 w 10386312"/>
              <a:gd name="connsiteY10" fmla="*/ 3175 h 347620"/>
              <a:gd name="connsiteX11" fmla="*/ 9540864 w 10386312"/>
              <a:gd name="connsiteY11" fmla="*/ 97990 h 347620"/>
              <a:gd name="connsiteX12" fmla="*/ 9568541 w 10386312"/>
              <a:gd name="connsiteY12" fmla="*/ 121320 h 347620"/>
              <a:gd name="connsiteX13" fmla="*/ 9545478 w 10386312"/>
              <a:gd name="connsiteY13" fmla="*/ 149317 h 347620"/>
              <a:gd name="connsiteX14" fmla="*/ 9540864 w 10386312"/>
              <a:gd name="connsiteY14" fmla="*/ 149317 h 347620"/>
              <a:gd name="connsiteX15" fmla="*/ 9522411 w 10386312"/>
              <a:gd name="connsiteY15" fmla="*/ 167982 h 347620"/>
              <a:gd name="connsiteX16" fmla="*/ 9540864 w 10386312"/>
              <a:gd name="connsiteY16" fmla="*/ 191313 h 347620"/>
              <a:gd name="connsiteX17" fmla="*/ 9568541 w 10386312"/>
              <a:gd name="connsiteY17" fmla="*/ 214644 h 347620"/>
              <a:gd name="connsiteX18" fmla="*/ 9540864 w 10386312"/>
              <a:gd name="connsiteY18" fmla="*/ 242641 h 347620"/>
              <a:gd name="connsiteX19" fmla="*/ 9598014 w 10386312"/>
              <a:gd name="connsiteY19" fmla="*/ 339139 h 347620"/>
              <a:gd name="connsiteX20" fmla="*/ 0 w 10386312"/>
              <a:gd name="connsiteY2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0 w 10386312"/>
              <a:gd name="connsiteY5" fmla="*/ 0 h 347620"/>
              <a:gd name="connsiteX6" fmla="*/ 739665 w 10386312"/>
              <a:gd name="connsiteY6" fmla="*/ 0 h 347620"/>
              <a:gd name="connsiteX7" fmla="*/ 9785339 w 10386312"/>
              <a:gd name="connsiteY7" fmla="*/ 3175 h 347620"/>
              <a:gd name="connsiteX8" fmla="*/ 9540864 w 10386312"/>
              <a:gd name="connsiteY8" fmla="*/ 97990 h 347620"/>
              <a:gd name="connsiteX9" fmla="*/ 9568541 w 10386312"/>
              <a:gd name="connsiteY9" fmla="*/ 121320 h 347620"/>
              <a:gd name="connsiteX10" fmla="*/ 9545478 w 10386312"/>
              <a:gd name="connsiteY10" fmla="*/ 149317 h 347620"/>
              <a:gd name="connsiteX11" fmla="*/ 9540864 w 10386312"/>
              <a:gd name="connsiteY11" fmla="*/ 149317 h 347620"/>
              <a:gd name="connsiteX12" fmla="*/ 9522411 w 10386312"/>
              <a:gd name="connsiteY12" fmla="*/ 167982 h 347620"/>
              <a:gd name="connsiteX13" fmla="*/ 9540864 w 10386312"/>
              <a:gd name="connsiteY13" fmla="*/ 191313 h 347620"/>
              <a:gd name="connsiteX14" fmla="*/ 9568541 w 10386312"/>
              <a:gd name="connsiteY14" fmla="*/ 214644 h 347620"/>
              <a:gd name="connsiteX15" fmla="*/ 9540864 w 10386312"/>
              <a:gd name="connsiteY15" fmla="*/ 242641 h 347620"/>
              <a:gd name="connsiteX16" fmla="*/ 9598014 w 10386312"/>
              <a:gd name="connsiteY16" fmla="*/ 339139 h 347620"/>
              <a:gd name="connsiteX17" fmla="*/ 0 w 10386312"/>
              <a:gd name="connsiteY17" fmla="*/ 0 h 347620"/>
              <a:gd name="connsiteX0" fmla="*/ 9598014 w 10386312"/>
              <a:gd name="connsiteY0" fmla="*/ 339139 h 347838"/>
              <a:gd name="connsiteX1" fmla="*/ 845227 w 10386312"/>
              <a:gd name="connsiteY1" fmla="*/ 335964 h 347838"/>
              <a:gd name="connsiteX2" fmla="*/ 0 w 10386312"/>
              <a:gd name="connsiteY2" fmla="*/ 335964 h 347838"/>
              <a:gd name="connsiteX3" fmla="*/ 0 w 10386312"/>
              <a:gd name="connsiteY3" fmla="*/ 0 h 347838"/>
              <a:gd name="connsiteX4" fmla="*/ 9598014 w 10386312"/>
              <a:gd name="connsiteY4" fmla="*/ 339139 h 347838"/>
              <a:gd name="connsiteX5" fmla="*/ 0 w 10386312"/>
              <a:gd name="connsiteY5" fmla="*/ 0 h 347838"/>
              <a:gd name="connsiteX6" fmla="*/ 739665 w 10386312"/>
              <a:gd name="connsiteY6" fmla="*/ 0 h 347838"/>
              <a:gd name="connsiteX7" fmla="*/ 9785339 w 10386312"/>
              <a:gd name="connsiteY7" fmla="*/ 3175 h 347838"/>
              <a:gd name="connsiteX8" fmla="*/ 9540864 w 10386312"/>
              <a:gd name="connsiteY8" fmla="*/ 97990 h 347838"/>
              <a:gd name="connsiteX9" fmla="*/ 9568541 w 10386312"/>
              <a:gd name="connsiteY9" fmla="*/ 121320 h 347838"/>
              <a:gd name="connsiteX10" fmla="*/ 9545478 w 10386312"/>
              <a:gd name="connsiteY10" fmla="*/ 149317 h 347838"/>
              <a:gd name="connsiteX11" fmla="*/ 9540864 w 10386312"/>
              <a:gd name="connsiteY11" fmla="*/ 149317 h 347838"/>
              <a:gd name="connsiteX12" fmla="*/ 9522411 w 10386312"/>
              <a:gd name="connsiteY12" fmla="*/ 167982 h 347838"/>
              <a:gd name="connsiteX13" fmla="*/ 9540864 w 10386312"/>
              <a:gd name="connsiteY13" fmla="*/ 191313 h 347838"/>
              <a:gd name="connsiteX14" fmla="*/ 9540864 w 10386312"/>
              <a:gd name="connsiteY14" fmla="*/ 242641 h 347838"/>
              <a:gd name="connsiteX15" fmla="*/ 9598014 w 10386312"/>
              <a:gd name="connsiteY15" fmla="*/ 339139 h 347838"/>
              <a:gd name="connsiteX16" fmla="*/ 0 w 10386312"/>
              <a:gd name="connsiteY16" fmla="*/ 0 h 347838"/>
              <a:gd name="connsiteX0" fmla="*/ 9598014 w 10387052"/>
              <a:gd name="connsiteY0" fmla="*/ 339139 h 347838"/>
              <a:gd name="connsiteX1" fmla="*/ 845227 w 10387052"/>
              <a:gd name="connsiteY1" fmla="*/ 335964 h 347838"/>
              <a:gd name="connsiteX2" fmla="*/ 0 w 10387052"/>
              <a:gd name="connsiteY2" fmla="*/ 335964 h 347838"/>
              <a:gd name="connsiteX3" fmla="*/ 0 w 10387052"/>
              <a:gd name="connsiteY3" fmla="*/ 0 h 347838"/>
              <a:gd name="connsiteX4" fmla="*/ 9598014 w 10387052"/>
              <a:gd name="connsiteY4" fmla="*/ 339139 h 347838"/>
              <a:gd name="connsiteX5" fmla="*/ 0 w 10387052"/>
              <a:gd name="connsiteY5" fmla="*/ 0 h 347838"/>
              <a:gd name="connsiteX6" fmla="*/ 739665 w 10387052"/>
              <a:gd name="connsiteY6" fmla="*/ 0 h 347838"/>
              <a:gd name="connsiteX7" fmla="*/ 9785339 w 10387052"/>
              <a:gd name="connsiteY7" fmla="*/ 3175 h 347838"/>
              <a:gd name="connsiteX8" fmla="*/ 9540864 w 10387052"/>
              <a:gd name="connsiteY8" fmla="*/ 97990 h 347838"/>
              <a:gd name="connsiteX9" fmla="*/ 9545478 w 10387052"/>
              <a:gd name="connsiteY9" fmla="*/ 149317 h 347838"/>
              <a:gd name="connsiteX10" fmla="*/ 9540864 w 10387052"/>
              <a:gd name="connsiteY10" fmla="*/ 149317 h 347838"/>
              <a:gd name="connsiteX11" fmla="*/ 9522411 w 10387052"/>
              <a:gd name="connsiteY11" fmla="*/ 167982 h 347838"/>
              <a:gd name="connsiteX12" fmla="*/ 9540864 w 10387052"/>
              <a:gd name="connsiteY12" fmla="*/ 191313 h 347838"/>
              <a:gd name="connsiteX13" fmla="*/ 9540864 w 10387052"/>
              <a:gd name="connsiteY13" fmla="*/ 242641 h 347838"/>
              <a:gd name="connsiteX14" fmla="*/ 9598014 w 10387052"/>
              <a:gd name="connsiteY14" fmla="*/ 339139 h 347838"/>
              <a:gd name="connsiteX15" fmla="*/ 0 w 10387052"/>
              <a:gd name="connsiteY15" fmla="*/ 0 h 347838"/>
              <a:gd name="connsiteX0" fmla="*/ 9598014 w 10388562"/>
              <a:gd name="connsiteY0" fmla="*/ 339139 h 347838"/>
              <a:gd name="connsiteX1" fmla="*/ 845227 w 10388562"/>
              <a:gd name="connsiteY1" fmla="*/ 335964 h 347838"/>
              <a:gd name="connsiteX2" fmla="*/ 0 w 10388562"/>
              <a:gd name="connsiteY2" fmla="*/ 335964 h 347838"/>
              <a:gd name="connsiteX3" fmla="*/ 0 w 10388562"/>
              <a:gd name="connsiteY3" fmla="*/ 0 h 347838"/>
              <a:gd name="connsiteX4" fmla="*/ 9598014 w 10388562"/>
              <a:gd name="connsiteY4" fmla="*/ 339139 h 347838"/>
              <a:gd name="connsiteX5" fmla="*/ 0 w 10388562"/>
              <a:gd name="connsiteY5" fmla="*/ 0 h 347838"/>
              <a:gd name="connsiteX6" fmla="*/ 739665 w 10388562"/>
              <a:gd name="connsiteY6" fmla="*/ 0 h 347838"/>
              <a:gd name="connsiteX7" fmla="*/ 9785339 w 10388562"/>
              <a:gd name="connsiteY7" fmla="*/ 3175 h 347838"/>
              <a:gd name="connsiteX8" fmla="*/ 9545478 w 10388562"/>
              <a:gd name="connsiteY8" fmla="*/ 149317 h 347838"/>
              <a:gd name="connsiteX9" fmla="*/ 9540864 w 10388562"/>
              <a:gd name="connsiteY9" fmla="*/ 149317 h 347838"/>
              <a:gd name="connsiteX10" fmla="*/ 9522411 w 10388562"/>
              <a:gd name="connsiteY10" fmla="*/ 167982 h 347838"/>
              <a:gd name="connsiteX11" fmla="*/ 9540864 w 10388562"/>
              <a:gd name="connsiteY11" fmla="*/ 191313 h 347838"/>
              <a:gd name="connsiteX12" fmla="*/ 9540864 w 10388562"/>
              <a:gd name="connsiteY12" fmla="*/ 242641 h 347838"/>
              <a:gd name="connsiteX13" fmla="*/ 9598014 w 10388562"/>
              <a:gd name="connsiteY13" fmla="*/ 339139 h 347838"/>
              <a:gd name="connsiteX14" fmla="*/ 0 w 10388562"/>
              <a:gd name="connsiteY14" fmla="*/ 0 h 347838"/>
              <a:gd name="connsiteX0" fmla="*/ 9598014 w 10389157"/>
              <a:gd name="connsiteY0" fmla="*/ 339139 h 347838"/>
              <a:gd name="connsiteX1" fmla="*/ 845227 w 10389157"/>
              <a:gd name="connsiteY1" fmla="*/ 335964 h 347838"/>
              <a:gd name="connsiteX2" fmla="*/ 0 w 10389157"/>
              <a:gd name="connsiteY2" fmla="*/ 335964 h 347838"/>
              <a:gd name="connsiteX3" fmla="*/ 0 w 10389157"/>
              <a:gd name="connsiteY3" fmla="*/ 0 h 347838"/>
              <a:gd name="connsiteX4" fmla="*/ 9598014 w 10389157"/>
              <a:gd name="connsiteY4" fmla="*/ 339139 h 347838"/>
              <a:gd name="connsiteX5" fmla="*/ 0 w 10389157"/>
              <a:gd name="connsiteY5" fmla="*/ 0 h 347838"/>
              <a:gd name="connsiteX6" fmla="*/ 739665 w 10389157"/>
              <a:gd name="connsiteY6" fmla="*/ 0 h 347838"/>
              <a:gd name="connsiteX7" fmla="*/ 9785339 w 10389157"/>
              <a:gd name="connsiteY7" fmla="*/ 3175 h 347838"/>
              <a:gd name="connsiteX8" fmla="*/ 9545478 w 10389157"/>
              <a:gd name="connsiteY8" fmla="*/ 149317 h 347838"/>
              <a:gd name="connsiteX9" fmla="*/ 9522411 w 10389157"/>
              <a:gd name="connsiteY9" fmla="*/ 167982 h 347838"/>
              <a:gd name="connsiteX10" fmla="*/ 9540864 w 10389157"/>
              <a:gd name="connsiteY10" fmla="*/ 191313 h 347838"/>
              <a:gd name="connsiteX11" fmla="*/ 9540864 w 10389157"/>
              <a:gd name="connsiteY11" fmla="*/ 242641 h 347838"/>
              <a:gd name="connsiteX12" fmla="*/ 9598014 w 10389157"/>
              <a:gd name="connsiteY12" fmla="*/ 339139 h 347838"/>
              <a:gd name="connsiteX13" fmla="*/ 0 w 10389157"/>
              <a:gd name="connsiteY13" fmla="*/ 0 h 347838"/>
              <a:gd name="connsiteX0" fmla="*/ 9598014 w 10381792"/>
              <a:gd name="connsiteY0" fmla="*/ 339139 h 347838"/>
              <a:gd name="connsiteX1" fmla="*/ 845227 w 10381792"/>
              <a:gd name="connsiteY1" fmla="*/ 335964 h 347838"/>
              <a:gd name="connsiteX2" fmla="*/ 0 w 10381792"/>
              <a:gd name="connsiteY2" fmla="*/ 335964 h 347838"/>
              <a:gd name="connsiteX3" fmla="*/ 0 w 10381792"/>
              <a:gd name="connsiteY3" fmla="*/ 0 h 347838"/>
              <a:gd name="connsiteX4" fmla="*/ 9598014 w 10381792"/>
              <a:gd name="connsiteY4" fmla="*/ 339139 h 347838"/>
              <a:gd name="connsiteX5" fmla="*/ 0 w 10381792"/>
              <a:gd name="connsiteY5" fmla="*/ 0 h 347838"/>
              <a:gd name="connsiteX6" fmla="*/ 739665 w 10381792"/>
              <a:gd name="connsiteY6" fmla="*/ 0 h 347838"/>
              <a:gd name="connsiteX7" fmla="*/ 9785339 w 10381792"/>
              <a:gd name="connsiteY7" fmla="*/ 3175 h 347838"/>
              <a:gd name="connsiteX8" fmla="*/ 9522411 w 10381792"/>
              <a:gd name="connsiteY8" fmla="*/ 167982 h 347838"/>
              <a:gd name="connsiteX9" fmla="*/ 9540864 w 10381792"/>
              <a:gd name="connsiteY9" fmla="*/ 191313 h 347838"/>
              <a:gd name="connsiteX10" fmla="*/ 9540864 w 10381792"/>
              <a:gd name="connsiteY10" fmla="*/ 242641 h 347838"/>
              <a:gd name="connsiteX11" fmla="*/ 9598014 w 10381792"/>
              <a:gd name="connsiteY11" fmla="*/ 339139 h 347838"/>
              <a:gd name="connsiteX12" fmla="*/ 0 w 10381792"/>
              <a:gd name="connsiteY12" fmla="*/ 0 h 347838"/>
              <a:gd name="connsiteX0" fmla="*/ 9598014 w 10387201"/>
              <a:gd name="connsiteY0" fmla="*/ 339139 h 347838"/>
              <a:gd name="connsiteX1" fmla="*/ 845227 w 10387201"/>
              <a:gd name="connsiteY1" fmla="*/ 335964 h 347838"/>
              <a:gd name="connsiteX2" fmla="*/ 0 w 10387201"/>
              <a:gd name="connsiteY2" fmla="*/ 335964 h 347838"/>
              <a:gd name="connsiteX3" fmla="*/ 0 w 10387201"/>
              <a:gd name="connsiteY3" fmla="*/ 0 h 347838"/>
              <a:gd name="connsiteX4" fmla="*/ 9598014 w 10387201"/>
              <a:gd name="connsiteY4" fmla="*/ 339139 h 347838"/>
              <a:gd name="connsiteX5" fmla="*/ 0 w 10387201"/>
              <a:gd name="connsiteY5" fmla="*/ 0 h 347838"/>
              <a:gd name="connsiteX6" fmla="*/ 739665 w 10387201"/>
              <a:gd name="connsiteY6" fmla="*/ 0 h 347838"/>
              <a:gd name="connsiteX7" fmla="*/ 9785339 w 10387201"/>
              <a:gd name="connsiteY7" fmla="*/ 3175 h 347838"/>
              <a:gd name="connsiteX8" fmla="*/ 9540864 w 10387201"/>
              <a:gd name="connsiteY8" fmla="*/ 191313 h 347838"/>
              <a:gd name="connsiteX9" fmla="*/ 9540864 w 10387201"/>
              <a:gd name="connsiteY9" fmla="*/ 242641 h 347838"/>
              <a:gd name="connsiteX10" fmla="*/ 9598014 w 10387201"/>
              <a:gd name="connsiteY10" fmla="*/ 339139 h 347838"/>
              <a:gd name="connsiteX11" fmla="*/ 0 w 10387201"/>
              <a:gd name="connsiteY11" fmla="*/ 0 h 347838"/>
              <a:gd name="connsiteX0" fmla="*/ 9598014 w 10385367"/>
              <a:gd name="connsiteY0" fmla="*/ 339139 h 350048"/>
              <a:gd name="connsiteX1" fmla="*/ 845227 w 10385367"/>
              <a:gd name="connsiteY1" fmla="*/ 335964 h 350048"/>
              <a:gd name="connsiteX2" fmla="*/ 0 w 10385367"/>
              <a:gd name="connsiteY2" fmla="*/ 335964 h 350048"/>
              <a:gd name="connsiteX3" fmla="*/ 0 w 10385367"/>
              <a:gd name="connsiteY3" fmla="*/ 0 h 350048"/>
              <a:gd name="connsiteX4" fmla="*/ 9598014 w 10385367"/>
              <a:gd name="connsiteY4" fmla="*/ 339139 h 350048"/>
              <a:gd name="connsiteX5" fmla="*/ 0 w 10385367"/>
              <a:gd name="connsiteY5" fmla="*/ 0 h 350048"/>
              <a:gd name="connsiteX6" fmla="*/ 739665 w 10385367"/>
              <a:gd name="connsiteY6" fmla="*/ 0 h 350048"/>
              <a:gd name="connsiteX7" fmla="*/ 9785339 w 10385367"/>
              <a:gd name="connsiteY7" fmla="*/ 3175 h 350048"/>
              <a:gd name="connsiteX8" fmla="*/ 9540864 w 10385367"/>
              <a:gd name="connsiteY8" fmla="*/ 242641 h 350048"/>
              <a:gd name="connsiteX9" fmla="*/ 9598014 w 10385367"/>
              <a:gd name="connsiteY9" fmla="*/ 339139 h 350048"/>
              <a:gd name="connsiteX10" fmla="*/ 0 w 10385367"/>
              <a:gd name="connsiteY10" fmla="*/ 0 h 350048"/>
              <a:gd name="connsiteX0" fmla="*/ 9598014 w 10858369"/>
              <a:gd name="connsiteY0" fmla="*/ 339139 h 339139"/>
              <a:gd name="connsiteX1" fmla="*/ 845227 w 10858369"/>
              <a:gd name="connsiteY1" fmla="*/ 335964 h 339139"/>
              <a:gd name="connsiteX2" fmla="*/ 0 w 10858369"/>
              <a:gd name="connsiteY2" fmla="*/ 335964 h 339139"/>
              <a:gd name="connsiteX3" fmla="*/ 0 w 10858369"/>
              <a:gd name="connsiteY3" fmla="*/ 0 h 339139"/>
              <a:gd name="connsiteX4" fmla="*/ 9598014 w 10858369"/>
              <a:gd name="connsiteY4" fmla="*/ 339139 h 339139"/>
              <a:gd name="connsiteX5" fmla="*/ 0 w 10858369"/>
              <a:gd name="connsiteY5" fmla="*/ 0 h 339139"/>
              <a:gd name="connsiteX6" fmla="*/ 739665 w 10858369"/>
              <a:gd name="connsiteY6" fmla="*/ 0 h 339139"/>
              <a:gd name="connsiteX7" fmla="*/ 9785339 w 10858369"/>
              <a:gd name="connsiteY7" fmla="*/ 3175 h 339139"/>
              <a:gd name="connsiteX8" fmla="*/ 9598014 w 10858369"/>
              <a:gd name="connsiteY8" fmla="*/ 339139 h 339139"/>
              <a:gd name="connsiteX9" fmla="*/ 0 w 10858369"/>
              <a:gd name="connsiteY9" fmla="*/ 0 h 339139"/>
              <a:gd name="connsiteX0" fmla="*/ 9598014 w 10374035"/>
              <a:gd name="connsiteY0" fmla="*/ 339139 h 339139"/>
              <a:gd name="connsiteX1" fmla="*/ 845227 w 10374035"/>
              <a:gd name="connsiteY1" fmla="*/ 335964 h 339139"/>
              <a:gd name="connsiteX2" fmla="*/ 0 w 10374035"/>
              <a:gd name="connsiteY2" fmla="*/ 335964 h 339139"/>
              <a:gd name="connsiteX3" fmla="*/ 0 w 10374035"/>
              <a:gd name="connsiteY3" fmla="*/ 0 h 339139"/>
              <a:gd name="connsiteX4" fmla="*/ 9598014 w 10374035"/>
              <a:gd name="connsiteY4" fmla="*/ 339139 h 339139"/>
              <a:gd name="connsiteX5" fmla="*/ 0 w 10374035"/>
              <a:gd name="connsiteY5" fmla="*/ 0 h 339139"/>
              <a:gd name="connsiteX6" fmla="*/ 739665 w 10374035"/>
              <a:gd name="connsiteY6" fmla="*/ 0 h 339139"/>
              <a:gd name="connsiteX7" fmla="*/ 9785339 w 10374035"/>
              <a:gd name="connsiteY7" fmla="*/ 3175 h 339139"/>
              <a:gd name="connsiteX8" fmla="*/ 9598014 w 10374035"/>
              <a:gd name="connsiteY8" fmla="*/ 339139 h 339139"/>
              <a:gd name="connsiteX9" fmla="*/ 0 w 10374035"/>
              <a:gd name="connsiteY9" fmla="*/ 0 h 339139"/>
              <a:gd name="connsiteX0" fmla="*/ 9598014 w 10398682"/>
              <a:gd name="connsiteY0" fmla="*/ 339139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9598014 w 10398682"/>
              <a:gd name="connsiteY5" fmla="*/ 339139 h 430579"/>
              <a:gd name="connsiteX6" fmla="*/ 0 w 10398682"/>
              <a:gd name="connsiteY6" fmla="*/ 0 h 430579"/>
              <a:gd name="connsiteX7" fmla="*/ 739665 w 10398682"/>
              <a:gd name="connsiteY7" fmla="*/ 0 h 430579"/>
              <a:gd name="connsiteX8" fmla="*/ 9785339 w 10398682"/>
              <a:gd name="connsiteY8" fmla="*/ 3175 h 430579"/>
              <a:gd name="connsiteX9" fmla="*/ 9689454 w 10398682"/>
              <a:gd name="connsiteY9" fmla="*/ 430579 h 430579"/>
              <a:gd name="connsiteX0" fmla="*/ 0 w 10398682"/>
              <a:gd name="connsiteY0" fmla="*/ 0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0 w 10398682"/>
              <a:gd name="connsiteY5" fmla="*/ 0 h 430579"/>
              <a:gd name="connsiteX6" fmla="*/ 739665 w 10398682"/>
              <a:gd name="connsiteY6" fmla="*/ 0 h 430579"/>
              <a:gd name="connsiteX7" fmla="*/ 9785339 w 10398682"/>
              <a:gd name="connsiteY7" fmla="*/ 3175 h 430579"/>
              <a:gd name="connsiteX8" fmla="*/ 9689454 w 10398682"/>
              <a:gd name="connsiteY8" fmla="*/ 430579 h 430579"/>
              <a:gd name="connsiteX0" fmla="*/ 0 w 10867773"/>
              <a:gd name="connsiteY0" fmla="*/ 0 h 336082"/>
              <a:gd name="connsiteX1" fmla="*/ 0 w 10867773"/>
              <a:gd name="connsiteY1" fmla="*/ 0 h 336082"/>
              <a:gd name="connsiteX2" fmla="*/ 845227 w 10867773"/>
              <a:gd name="connsiteY2" fmla="*/ 335964 h 336082"/>
              <a:gd name="connsiteX3" fmla="*/ 0 w 10867773"/>
              <a:gd name="connsiteY3" fmla="*/ 335964 h 336082"/>
              <a:gd name="connsiteX4" fmla="*/ 0 w 10867773"/>
              <a:gd name="connsiteY4" fmla="*/ 0 h 336082"/>
              <a:gd name="connsiteX5" fmla="*/ 0 w 10867773"/>
              <a:gd name="connsiteY5" fmla="*/ 0 h 336082"/>
              <a:gd name="connsiteX6" fmla="*/ 739665 w 10867773"/>
              <a:gd name="connsiteY6" fmla="*/ 0 h 336082"/>
              <a:gd name="connsiteX7" fmla="*/ 9785339 w 10867773"/>
              <a:gd name="connsiteY7" fmla="*/ 3175 h 336082"/>
              <a:gd name="connsiteX8" fmla="*/ 9676754 w 10867773"/>
              <a:gd name="connsiteY8" fmla="*/ 230554 h 336082"/>
              <a:gd name="connsiteX0" fmla="*/ 0 w 10840435"/>
              <a:gd name="connsiteY0" fmla="*/ 0 h 336082"/>
              <a:gd name="connsiteX1" fmla="*/ 0 w 10840435"/>
              <a:gd name="connsiteY1" fmla="*/ 0 h 336082"/>
              <a:gd name="connsiteX2" fmla="*/ 845227 w 10840435"/>
              <a:gd name="connsiteY2" fmla="*/ 335964 h 336082"/>
              <a:gd name="connsiteX3" fmla="*/ 0 w 10840435"/>
              <a:gd name="connsiteY3" fmla="*/ 335964 h 336082"/>
              <a:gd name="connsiteX4" fmla="*/ 0 w 10840435"/>
              <a:gd name="connsiteY4" fmla="*/ 0 h 336082"/>
              <a:gd name="connsiteX5" fmla="*/ 0 w 10840435"/>
              <a:gd name="connsiteY5" fmla="*/ 0 h 336082"/>
              <a:gd name="connsiteX6" fmla="*/ 739665 w 10840435"/>
              <a:gd name="connsiteY6" fmla="*/ 0 h 336082"/>
              <a:gd name="connsiteX7" fmla="*/ 9785339 w 10840435"/>
              <a:gd name="connsiteY7" fmla="*/ 3175 h 336082"/>
              <a:gd name="connsiteX8" fmla="*/ 9625954 w 10840435"/>
              <a:gd name="connsiteY8" fmla="*/ 335329 h 336082"/>
              <a:gd name="connsiteX0" fmla="*/ 0 w 10403938"/>
              <a:gd name="connsiteY0" fmla="*/ 0 h 336082"/>
              <a:gd name="connsiteX1" fmla="*/ 0 w 10403938"/>
              <a:gd name="connsiteY1" fmla="*/ 0 h 336082"/>
              <a:gd name="connsiteX2" fmla="*/ 845227 w 10403938"/>
              <a:gd name="connsiteY2" fmla="*/ 335964 h 336082"/>
              <a:gd name="connsiteX3" fmla="*/ 0 w 10403938"/>
              <a:gd name="connsiteY3" fmla="*/ 335964 h 336082"/>
              <a:gd name="connsiteX4" fmla="*/ 0 w 10403938"/>
              <a:gd name="connsiteY4" fmla="*/ 0 h 336082"/>
              <a:gd name="connsiteX5" fmla="*/ 0 w 10403938"/>
              <a:gd name="connsiteY5" fmla="*/ 0 h 336082"/>
              <a:gd name="connsiteX6" fmla="*/ 739665 w 10403938"/>
              <a:gd name="connsiteY6" fmla="*/ 0 h 336082"/>
              <a:gd name="connsiteX7" fmla="*/ 9785339 w 10403938"/>
              <a:gd name="connsiteY7" fmla="*/ 3175 h 336082"/>
              <a:gd name="connsiteX8" fmla="*/ 9625954 w 10403938"/>
              <a:gd name="connsiteY8" fmla="*/ 335329 h 336082"/>
              <a:gd name="connsiteX0" fmla="*/ 0 w 9785601"/>
              <a:gd name="connsiteY0" fmla="*/ 0 h 336082"/>
              <a:gd name="connsiteX1" fmla="*/ 0 w 9785601"/>
              <a:gd name="connsiteY1" fmla="*/ 0 h 336082"/>
              <a:gd name="connsiteX2" fmla="*/ 845227 w 9785601"/>
              <a:gd name="connsiteY2" fmla="*/ 335964 h 336082"/>
              <a:gd name="connsiteX3" fmla="*/ 0 w 9785601"/>
              <a:gd name="connsiteY3" fmla="*/ 335964 h 336082"/>
              <a:gd name="connsiteX4" fmla="*/ 0 w 9785601"/>
              <a:gd name="connsiteY4" fmla="*/ 0 h 336082"/>
              <a:gd name="connsiteX5" fmla="*/ 0 w 9785601"/>
              <a:gd name="connsiteY5" fmla="*/ 0 h 336082"/>
              <a:gd name="connsiteX6" fmla="*/ 739665 w 9785601"/>
              <a:gd name="connsiteY6" fmla="*/ 0 h 336082"/>
              <a:gd name="connsiteX7" fmla="*/ 9785339 w 9785601"/>
              <a:gd name="connsiteY7" fmla="*/ 3175 h 336082"/>
              <a:gd name="connsiteX8" fmla="*/ 9625954 w 9785601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6350 h 336082"/>
              <a:gd name="connsiteX8" fmla="*/ 9625954 w 9798283"/>
              <a:gd name="connsiteY8" fmla="*/ 335329 h 336082"/>
              <a:gd name="connsiteX0" fmla="*/ 0 w 9941053"/>
              <a:gd name="connsiteY0" fmla="*/ 60328 h 396410"/>
              <a:gd name="connsiteX1" fmla="*/ 0 w 9941053"/>
              <a:gd name="connsiteY1" fmla="*/ 60328 h 396410"/>
              <a:gd name="connsiteX2" fmla="*/ 845227 w 9941053"/>
              <a:gd name="connsiteY2" fmla="*/ 396292 h 396410"/>
              <a:gd name="connsiteX3" fmla="*/ 0 w 9941053"/>
              <a:gd name="connsiteY3" fmla="*/ 396292 h 396410"/>
              <a:gd name="connsiteX4" fmla="*/ 0 w 9941053"/>
              <a:gd name="connsiteY4" fmla="*/ 60328 h 396410"/>
              <a:gd name="connsiteX5" fmla="*/ 0 w 9941053"/>
              <a:gd name="connsiteY5" fmla="*/ 60328 h 396410"/>
              <a:gd name="connsiteX6" fmla="*/ 739665 w 9941053"/>
              <a:gd name="connsiteY6" fmla="*/ 60328 h 396410"/>
              <a:gd name="connsiteX7" fmla="*/ 9940914 w 9941053"/>
              <a:gd name="connsiteY7" fmla="*/ 3 h 396410"/>
              <a:gd name="connsiteX8" fmla="*/ 9625954 w 9941053"/>
              <a:gd name="connsiteY8" fmla="*/ 395657 h 396410"/>
              <a:gd name="connsiteX0" fmla="*/ 0 w 9625954"/>
              <a:gd name="connsiteY0" fmla="*/ 0 h 336082"/>
              <a:gd name="connsiteX1" fmla="*/ 0 w 9625954"/>
              <a:gd name="connsiteY1" fmla="*/ 0 h 336082"/>
              <a:gd name="connsiteX2" fmla="*/ 845227 w 9625954"/>
              <a:gd name="connsiteY2" fmla="*/ 335964 h 336082"/>
              <a:gd name="connsiteX3" fmla="*/ 0 w 9625954"/>
              <a:gd name="connsiteY3" fmla="*/ 335964 h 336082"/>
              <a:gd name="connsiteX4" fmla="*/ 0 w 9625954"/>
              <a:gd name="connsiteY4" fmla="*/ 0 h 336082"/>
              <a:gd name="connsiteX5" fmla="*/ 0 w 9625954"/>
              <a:gd name="connsiteY5" fmla="*/ 0 h 336082"/>
              <a:gd name="connsiteX6" fmla="*/ 739665 w 9625954"/>
              <a:gd name="connsiteY6" fmla="*/ 0 h 336082"/>
              <a:gd name="connsiteX7" fmla="*/ 9229714 w 9625954"/>
              <a:gd name="connsiteY7" fmla="*/ 177800 h 336082"/>
              <a:gd name="connsiteX8" fmla="*/ 9625954 w 9625954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3175 h 336082"/>
              <a:gd name="connsiteX8" fmla="*/ 9625954 w 9798283"/>
              <a:gd name="connsiteY8" fmla="*/ 335329 h 336082"/>
              <a:gd name="connsiteX0" fmla="*/ 0 w 10332581"/>
              <a:gd name="connsiteY0" fmla="*/ 0 h 336082"/>
              <a:gd name="connsiteX1" fmla="*/ 0 w 10332581"/>
              <a:gd name="connsiteY1" fmla="*/ 0 h 336082"/>
              <a:gd name="connsiteX2" fmla="*/ 845227 w 10332581"/>
              <a:gd name="connsiteY2" fmla="*/ 335964 h 336082"/>
              <a:gd name="connsiteX3" fmla="*/ 0 w 10332581"/>
              <a:gd name="connsiteY3" fmla="*/ 335964 h 336082"/>
              <a:gd name="connsiteX4" fmla="*/ 0 w 10332581"/>
              <a:gd name="connsiteY4" fmla="*/ 0 h 336082"/>
              <a:gd name="connsiteX5" fmla="*/ 0 w 10332581"/>
              <a:gd name="connsiteY5" fmla="*/ 0 h 336082"/>
              <a:gd name="connsiteX6" fmla="*/ 739665 w 10332581"/>
              <a:gd name="connsiteY6" fmla="*/ 0 h 336082"/>
              <a:gd name="connsiteX7" fmla="*/ 9798039 w 10332581"/>
              <a:gd name="connsiteY7" fmla="*/ 3175 h 336082"/>
              <a:gd name="connsiteX8" fmla="*/ 9333854 w 10332581"/>
              <a:gd name="connsiteY8" fmla="*/ 243254 h 336082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739665 w 10410875"/>
              <a:gd name="connsiteY6" fmla="*/ 0 h 338504"/>
              <a:gd name="connsiteX7" fmla="*/ 9798039 w 10410875"/>
              <a:gd name="connsiteY7" fmla="*/ 3175 h 338504"/>
              <a:gd name="connsiteX8" fmla="*/ 9616429 w 10410875"/>
              <a:gd name="connsiteY8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9798039"/>
              <a:gd name="connsiteY0" fmla="*/ 0 h 335964"/>
              <a:gd name="connsiteX1" fmla="*/ 0 w 9798039"/>
              <a:gd name="connsiteY1" fmla="*/ 0 h 335964"/>
              <a:gd name="connsiteX2" fmla="*/ 4450166 w 9798039"/>
              <a:gd name="connsiteY2" fmla="*/ 331176 h 335964"/>
              <a:gd name="connsiteX3" fmla="*/ 0 w 9798039"/>
              <a:gd name="connsiteY3" fmla="*/ 335964 h 335964"/>
              <a:gd name="connsiteX4" fmla="*/ 0 w 9798039"/>
              <a:gd name="connsiteY4" fmla="*/ 0 h 335964"/>
              <a:gd name="connsiteX5" fmla="*/ 0 w 9798039"/>
              <a:gd name="connsiteY5" fmla="*/ 0 h 335964"/>
              <a:gd name="connsiteX6" fmla="*/ 9798039 w 9798039"/>
              <a:gd name="connsiteY6" fmla="*/ 3175 h 335964"/>
              <a:gd name="connsiteX0" fmla="*/ 0 w 4808553"/>
              <a:gd name="connsiteY0" fmla="*/ 0 h 335964"/>
              <a:gd name="connsiteX1" fmla="*/ 0 w 4808553"/>
              <a:gd name="connsiteY1" fmla="*/ 0 h 335964"/>
              <a:gd name="connsiteX2" fmla="*/ 4450166 w 4808553"/>
              <a:gd name="connsiteY2" fmla="*/ 331176 h 335964"/>
              <a:gd name="connsiteX3" fmla="*/ 0 w 4808553"/>
              <a:gd name="connsiteY3" fmla="*/ 335964 h 335964"/>
              <a:gd name="connsiteX4" fmla="*/ 0 w 4808553"/>
              <a:gd name="connsiteY4" fmla="*/ 0 h 335964"/>
              <a:gd name="connsiteX0" fmla="*/ 77078 w 4528022"/>
              <a:gd name="connsiteY0" fmla="*/ 10269 h 365804"/>
              <a:gd name="connsiteX1" fmla="*/ 77078 w 4528022"/>
              <a:gd name="connsiteY1" fmla="*/ 10269 h 365804"/>
              <a:gd name="connsiteX2" fmla="*/ 436136 w 4528022"/>
              <a:gd name="connsiteY2" fmla="*/ 29857 h 365804"/>
              <a:gd name="connsiteX3" fmla="*/ 4527244 w 4528022"/>
              <a:gd name="connsiteY3" fmla="*/ 341445 h 365804"/>
              <a:gd name="connsiteX4" fmla="*/ 77078 w 4528022"/>
              <a:gd name="connsiteY4" fmla="*/ 346233 h 365804"/>
              <a:gd name="connsiteX5" fmla="*/ 77078 w 4528022"/>
              <a:gd name="connsiteY5" fmla="*/ 10269 h 365804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973015"/>
              <a:gd name="connsiteY0" fmla="*/ 0 h 356920"/>
              <a:gd name="connsiteX1" fmla="*/ 0 w 4973015"/>
              <a:gd name="connsiteY1" fmla="*/ 0 h 356920"/>
              <a:gd name="connsiteX2" fmla="*/ 4035808 w 4973015"/>
              <a:gd name="connsiteY2" fmla="*/ 48312 h 356920"/>
              <a:gd name="connsiteX3" fmla="*/ 4673465 w 4973015"/>
              <a:gd name="connsiteY3" fmla="*/ 335963 h 356920"/>
              <a:gd name="connsiteX4" fmla="*/ 0 w 4973015"/>
              <a:gd name="connsiteY4" fmla="*/ 335964 h 356920"/>
              <a:gd name="connsiteX5" fmla="*/ 0 w 4973015"/>
              <a:gd name="connsiteY5" fmla="*/ 0 h 356920"/>
              <a:gd name="connsiteX0" fmla="*/ 0 w 4971985"/>
              <a:gd name="connsiteY0" fmla="*/ 0 h 339915"/>
              <a:gd name="connsiteX1" fmla="*/ 0 w 4971985"/>
              <a:gd name="connsiteY1" fmla="*/ 0 h 339915"/>
              <a:gd name="connsiteX2" fmla="*/ 4035808 w 4971985"/>
              <a:gd name="connsiteY2" fmla="*/ 48312 h 339915"/>
              <a:gd name="connsiteX3" fmla="*/ 4673465 w 4971985"/>
              <a:gd name="connsiteY3" fmla="*/ 335963 h 339915"/>
              <a:gd name="connsiteX4" fmla="*/ 0 w 4971985"/>
              <a:gd name="connsiteY4" fmla="*/ 335964 h 339915"/>
              <a:gd name="connsiteX5" fmla="*/ 0 w 4971985"/>
              <a:gd name="connsiteY5" fmla="*/ 0 h 339915"/>
              <a:gd name="connsiteX0" fmla="*/ 0 w 4977139"/>
              <a:gd name="connsiteY0" fmla="*/ 0 h 335964"/>
              <a:gd name="connsiteX1" fmla="*/ 0 w 4977139"/>
              <a:gd name="connsiteY1" fmla="*/ 0 h 335964"/>
              <a:gd name="connsiteX2" fmla="*/ 4035808 w 4977139"/>
              <a:gd name="connsiteY2" fmla="*/ 48312 h 335964"/>
              <a:gd name="connsiteX3" fmla="*/ 4673465 w 4977139"/>
              <a:gd name="connsiteY3" fmla="*/ 335963 h 335964"/>
              <a:gd name="connsiteX4" fmla="*/ 0 w 4977139"/>
              <a:gd name="connsiteY4" fmla="*/ 335964 h 335964"/>
              <a:gd name="connsiteX5" fmla="*/ 0 w 4977139"/>
              <a:gd name="connsiteY5" fmla="*/ 0 h 335964"/>
              <a:gd name="connsiteX0" fmla="*/ 0 w 4680500"/>
              <a:gd name="connsiteY0" fmla="*/ 0 h 335993"/>
              <a:gd name="connsiteX1" fmla="*/ 0 w 4680500"/>
              <a:gd name="connsiteY1" fmla="*/ 0 h 335993"/>
              <a:gd name="connsiteX2" fmla="*/ 4035808 w 4680500"/>
              <a:gd name="connsiteY2" fmla="*/ 48312 h 335993"/>
              <a:gd name="connsiteX3" fmla="*/ 4673465 w 4680500"/>
              <a:gd name="connsiteY3" fmla="*/ 335963 h 335993"/>
              <a:gd name="connsiteX4" fmla="*/ 0 w 4680500"/>
              <a:gd name="connsiteY4" fmla="*/ 335964 h 335993"/>
              <a:gd name="connsiteX5" fmla="*/ 0 w 4680500"/>
              <a:gd name="connsiteY5" fmla="*/ 0 h 335993"/>
              <a:gd name="connsiteX0" fmla="*/ 0 w 4673495"/>
              <a:gd name="connsiteY0" fmla="*/ 0 h 335993"/>
              <a:gd name="connsiteX1" fmla="*/ 0 w 4673495"/>
              <a:gd name="connsiteY1" fmla="*/ 0 h 335993"/>
              <a:gd name="connsiteX2" fmla="*/ 4035808 w 4673495"/>
              <a:gd name="connsiteY2" fmla="*/ 48312 h 335993"/>
              <a:gd name="connsiteX3" fmla="*/ 4673465 w 4673495"/>
              <a:gd name="connsiteY3" fmla="*/ 335963 h 335993"/>
              <a:gd name="connsiteX4" fmla="*/ 0 w 4673495"/>
              <a:gd name="connsiteY4" fmla="*/ 335964 h 335993"/>
              <a:gd name="connsiteX5" fmla="*/ 0 w 4673495"/>
              <a:gd name="connsiteY5" fmla="*/ 0 h 335993"/>
              <a:gd name="connsiteX0" fmla="*/ 0 w 5049349"/>
              <a:gd name="connsiteY0" fmla="*/ 0 h 360817"/>
              <a:gd name="connsiteX1" fmla="*/ 0 w 5049349"/>
              <a:gd name="connsiteY1" fmla="*/ 0 h 360817"/>
              <a:gd name="connsiteX2" fmla="*/ 4752225 w 5049349"/>
              <a:gd name="connsiteY2" fmla="*/ 438 h 360817"/>
              <a:gd name="connsiteX3" fmla="*/ 4673465 w 5049349"/>
              <a:gd name="connsiteY3" fmla="*/ 335963 h 360817"/>
              <a:gd name="connsiteX4" fmla="*/ 0 w 5049349"/>
              <a:gd name="connsiteY4" fmla="*/ 335964 h 360817"/>
              <a:gd name="connsiteX5" fmla="*/ 0 w 5049349"/>
              <a:gd name="connsiteY5" fmla="*/ 0 h 360817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317112"/>
              <a:gd name="connsiteY0" fmla="*/ 0 h 354433"/>
              <a:gd name="connsiteX1" fmla="*/ 0 w 5317112"/>
              <a:gd name="connsiteY1" fmla="*/ 0 h 354433"/>
              <a:gd name="connsiteX2" fmla="*/ 4775485 w 5317112"/>
              <a:gd name="connsiteY2" fmla="*/ 86612 h 354433"/>
              <a:gd name="connsiteX3" fmla="*/ 4673465 w 5317112"/>
              <a:gd name="connsiteY3" fmla="*/ 335963 h 354433"/>
              <a:gd name="connsiteX4" fmla="*/ 0 w 5317112"/>
              <a:gd name="connsiteY4" fmla="*/ 335964 h 354433"/>
              <a:gd name="connsiteX5" fmla="*/ 0 w 5317112"/>
              <a:gd name="connsiteY5" fmla="*/ 0 h 354433"/>
              <a:gd name="connsiteX0" fmla="*/ 0 w 5286704"/>
              <a:gd name="connsiteY0" fmla="*/ 0 h 354433"/>
              <a:gd name="connsiteX1" fmla="*/ 0 w 5286704"/>
              <a:gd name="connsiteY1" fmla="*/ 0 h 354433"/>
              <a:gd name="connsiteX2" fmla="*/ 4775485 w 5286704"/>
              <a:gd name="connsiteY2" fmla="*/ 86612 h 354433"/>
              <a:gd name="connsiteX3" fmla="*/ 4673465 w 5286704"/>
              <a:gd name="connsiteY3" fmla="*/ 335963 h 354433"/>
              <a:gd name="connsiteX4" fmla="*/ 0 w 5286704"/>
              <a:gd name="connsiteY4" fmla="*/ 335964 h 354433"/>
              <a:gd name="connsiteX5" fmla="*/ 0 w 5286704"/>
              <a:gd name="connsiteY5" fmla="*/ 0 h 354433"/>
              <a:gd name="connsiteX0" fmla="*/ 0 w 5097113"/>
              <a:gd name="connsiteY0" fmla="*/ 0 h 354433"/>
              <a:gd name="connsiteX1" fmla="*/ 0 w 5097113"/>
              <a:gd name="connsiteY1" fmla="*/ 0 h 354433"/>
              <a:gd name="connsiteX2" fmla="*/ 4775485 w 5097113"/>
              <a:gd name="connsiteY2" fmla="*/ 86612 h 354433"/>
              <a:gd name="connsiteX3" fmla="*/ 4673465 w 5097113"/>
              <a:gd name="connsiteY3" fmla="*/ 335963 h 354433"/>
              <a:gd name="connsiteX4" fmla="*/ 0 w 5097113"/>
              <a:gd name="connsiteY4" fmla="*/ 335964 h 354433"/>
              <a:gd name="connsiteX5" fmla="*/ 0 w 5097113"/>
              <a:gd name="connsiteY5" fmla="*/ 0 h 354433"/>
              <a:gd name="connsiteX0" fmla="*/ 0 w 5059613"/>
              <a:gd name="connsiteY0" fmla="*/ 269184 h 623617"/>
              <a:gd name="connsiteX1" fmla="*/ 0 w 5059613"/>
              <a:gd name="connsiteY1" fmla="*/ 269184 h 623617"/>
              <a:gd name="connsiteX2" fmla="*/ 4775485 w 5059613"/>
              <a:gd name="connsiteY2" fmla="*/ 355796 h 623617"/>
              <a:gd name="connsiteX3" fmla="*/ 4673465 w 5059613"/>
              <a:gd name="connsiteY3" fmla="*/ 605147 h 623617"/>
              <a:gd name="connsiteX4" fmla="*/ 0 w 5059613"/>
              <a:gd name="connsiteY4" fmla="*/ 605148 h 623617"/>
              <a:gd name="connsiteX5" fmla="*/ 0 w 5059613"/>
              <a:gd name="connsiteY5" fmla="*/ 269184 h 623617"/>
              <a:gd name="connsiteX0" fmla="*/ 0 w 5080032"/>
              <a:gd name="connsiteY0" fmla="*/ 0 h 606920"/>
              <a:gd name="connsiteX1" fmla="*/ 0 w 5080032"/>
              <a:gd name="connsiteY1" fmla="*/ 0 h 606920"/>
              <a:gd name="connsiteX2" fmla="*/ 4775485 w 5080032"/>
              <a:gd name="connsiteY2" fmla="*/ 86612 h 606920"/>
              <a:gd name="connsiteX3" fmla="*/ 4673465 w 5080032"/>
              <a:gd name="connsiteY3" fmla="*/ 335963 h 606920"/>
              <a:gd name="connsiteX4" fmla="*/ 0 w 5080032"/>
              <a:gd name="connsiteY4" fmla="*/ 335964 h 606920"/>
              <a:gd name="connsiteX5" fmla="*/ 0 w 5080032"/>
              <a:gd name="connsiteY5" fmla="*/ 0 h 606920"/>
              <a:gd name="connsiteX0" fmla="*/ 0 w 5042821"/>
              <a:gd name="connsiteY0" fmla="*/ 38486 h 645406"/>
              <a:gd name="connsiteX1" fmla="*/ 0 w 5042821"/>
              <a:gd name="connsiteY1" fmla="*/ 38486 h 645406"/>
              <a:gd name="connsiteX2" fmla="*/ 4775485 w 5042821"/>
              <a:gd name="connsiteY2" fmla="*/ 125098 h 645406"/>
              <a:gd name="connsiteX3" fmla="*/ 4673465 w 5042821"/>
              <a:gd name="connsiteY3" fmla="*/ 374449 h 645406"/>
              <a:gd name="connsiteX4" fmla="*/ 0 w 5042821"/>
              <a:gd name="connsiteY4" fmla="*/ 374450 h 645406"/>
              <a:gd name="connsiteX5" fmla="*/ 0 w 5042821"/>
              <a:gd name="connsiteY5" fmla="*/ 38486 h 645406"/>
              <a:gd name="connsiteX0" fmla="*/ 0 w 5185081"/>
              <a:gd name="connsiteY0" fmla="*/ 0 h 606920"/>
              <a:gd name="connsiteX1" fmla="*/ 0 w 5185081"/>
              <a:gd name="connsiteY1" fmla="*/ 0 h 606920"/>
              <a:gd name="connsiteX2" fmla="*/ 4775485 w 5185081"/>
              <a:gd name="connsiteY2" fmla="*/ 86612 h 606920"/>
              <a:gd name="connsiteX3" fmla="*/ 4673465 w 5185081"/>
              <a:gd name="connsiteY3" fmla="*/ 335963 h 606920"/>
              <a:gd name="connsiteX4" fmla="*/ 0 w 5185081"/>
              <a:gd name="connsiteY4" fmla="*/ 335964 h 606920"/>
              <a:gd name="connsiteX5" fmla="*/ 0 w 5185081"/>
              <a:gd name="connsiteY5" fmla="*/ 0 h 606920"/>
              <a:gd name="connsiteX0" fmla="*/ 0 w 5185081"/>
              <a:gd name="connsiteY0" fmla="*/ 0 h 354433"/>
              <a:gd name="connsiteX1" fmla="*/ 0 w 5185081"/>
              <a:gd name="connsiteY1" fmla="*/ 0 h 354433"/>
              <a:gd name="connsiteX2" fmla="*/ 4775485 w 5185081"/>
              <a:gd name="connsiteY2" fmla="*/ 86612 h 354433"/>
              <a:gd name="connsiteX3" fmla="*/ 4673465 w 5185081"/>
              <a:gd name="connsiteY3" fmla="*/ 335963 h 354433"/>
              <a:gd name="connsiteX4" fmla="*/ 0 w 5185081"/>
              <a:gd name="connsiteY4" fmla="*/ 335964 h 354433"/>
              <a:gd name="connsiteX5" fmla="*/ 0 w 5185081"/>
              <a:gd name="connsiteY5" fmla="*/ 0 h 354433"/>
              <a:gd name="connsiteX0" fmla="*/ 0 w 5056051"/>
              <a:gd name="connsiteY0" fmla="*/ 0 h 354433"/>
              <a:gd name="connsiteX1" fmla="*/ 0 w 5056051"/>
              <a:gd name="connsiteY1" fmla="*/ 0 h 354433"/>
              <a:gd name="connsiteX2" fmla="*/ 4775485 w 5056051"/>
              <a:gd name="connsiteY2" fmla="*/ 86612 h 354433"/>
              <a:gd name="connsiteX3" fmla="*/ 4673465 w 5056051"/>
              <a:gd name="connsiteY3" fmla="*/ 335963 h 354433"/>
              <a:gd name="connsiteX4" fmla="*/ 0 w 5056051"/>
              <a:gd name="connsiteY4" fmla="*/ 335964 h 354433"/>
              <a:gd name="connsiteX5" fmla="*/ 0 w 5056051"/>
              <a:gd name="connsiteY5" fmla="*/ 0 h 354433"/>
              <a:gd name="connsiteX0" fmla="*/ 0 w 4775496"/>
              <a:gd name="connsiteY0" fmla="*/ 0 h 354433"/>
              <a:gd name="connsiteX1" fmla="*/ 0 w 4775496"/>
              <a:gd name="connsiteY1" fmla="*/ 0 h 354433"/>
              <a:gd name="connsiteX2" fmla="*/ 4775485 w 4775496"/>
              <a:gd name="connsiteY2" fmla="*/ 86612 h 354433"/>
              <a:gd name="connsiteX3" fmla="*/ 4673465 w 4775496"/>
              <a:gd name="connsiteY3" fmla="*/ 335963 h 354433"/>
              <a:gd name="connsiteX4" fmla="*/ 0 w 4775496"/>
              <a:gd name="connsiteY4" fmla="*/ 335964 h 354433"/>
              <a:gd name="connsiteX5" fmla="*/ 0 w 4775496"/>
              <a:gd name="connsiteY5" fmla="*/ 0 h 354433"/>
              <a:gd name="connsiteX0" fmla="*/ 0 w 4775496"/>
              <a:gd name="connsiteY0" fmla="*/ 0 h 335964"/>
              <a:gd name="connsiteX1" fmla="*/ 0 w 4775496"/>
              <a:gd name="connsiteY1" fmla="*/ 0 h 335964"/>
              <a:gd name="connsiteX2" fmla="*/ 4775485 w 4775496"/>
              <a:gd name="connsiteY2" fmla="*/ 86612 h 335964"/>
              <a:gd name="connsiteX3" fmla="*/ 4673465 w 4775496"/>
              <a:gd name="connsiteY3" fmla="*/ 335963 h 335964"/>
              <a:gd name="connsiteX4" fmla="*/ 0 w 4775496"/>
              <a:gd name="connsiteY4" fmla="*/ 335964 h 335964"/>
              <a:gd name="connsiteX5" fmla="*/ 0 w 4775496"/>
              <a:gd name="connsiteY5" fmla="*/ 0 h 335964"/>
              <a:gd name="connsiteX0" fmla="*/ 0 w 4759216"/>
              <a:gd name="connsiteY0" fmla="*/ 0 h 335964"/>
              <a:gd name="connsiteX1" fmla="*/ 0 w 4759216"/>
              <a:gd name="connsiteY1" fmla="*/ 0 h 335964"/>
              <a:gd name="connsiteX2" fmla="*/ 4759203 w 4759216"/>
              <a:gd name="connsiteY2" fmla="*/ 5225 h 335964"/>
              <a:gd name="connsiteX3" fmla="*/ 4673465 w 4759216"/>
              <a:gd name="connsiteY3" fmla="*/ 335963 h 335964"/>
              <a:gd name="connsiteX4" fmla="*/ 0 w 4759216"/>
              <a:gd name="connsiteY4" fmla="*/ 335964 h 335964"/>
              <a:gd name="connsiteX5" fmla="*/ 0 w 4759216"/>
              <a:gd name="connsiteY5" fmla="*/ 0 h 335964"/>
              <a:gd name="connsiteX0" fmla="*/ 0 w 4759208"/>
              <a:gd name="connsiteY0" fmla="*/ 0 h 335964"/>
              <a:gd name="connsiteX1" fmla="*/ 0 w 4759208"/>
              <a:gd name="connsiteY1" fmla="*/ 0 h 335964"/>
              <a:gd name="connsiteX2" fmla="*/ 4759203 w 4759208"/>
              <a:gd name="connsiteY2" fmla="*/ 5225 h 335964"/>
              <a:gd name="connsiteX3" fmla="*/ 4559490 w 4759208"/>
              <a:gd name="connsiteY3" fmla="*/ 206702 h 335964"/>
              <a:gd name="connsiteX4" fmla="*/ 0 w 4759208"/>
              <a:gd name="connsiteY4" fmla="*/ 335964 h 335964"/>
              <a:gd name="connsiteX5" fmla="*/ 0 w 4759208"/>
              <a:gd name="connsiteY5" fmla="*/ 0 h 335964"/>
              <a:gd name="connsiteX0" fmla="*/ 0 w 4759215"/>
              <a:gd name="connsiteY0" fmla="*/ 0 h 335964"/>
              <a:gd name="connsiteX1" fmla="*/ 0 w 4759215"/>
              <a:gd name="connsiteY1" fmla="*/ 0 h 335964"/>
              <a:gd name="connsiteX2" fmla="*/ 4759203 w 4759215"/>
              <a:gd name="connsiteY2" fmla="*/ 5225 h 335964"/>
              <a:gd name="connsiteX3" fmla="*/ 4668814 w 4759215"/>
              <a:gd name="connsiteY3" fmla="*/ 335963 h 335964"/>
              <a:gd name="connsiteX4" fmla="*/ 0 w 4759215"/>
              <a:gd name="connsiteY4" fmla="*/ 335964 h 335964"/>
              <a:gd name="connsiteX5" fmla="*/ 0 w 4759215"/>
              <a:gd name="connsiteY5" fmla="*/ 0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9215" h="335964">
                <a:moveTo>
                  <a:pt x="0" y="0"/>
                </a:moveTo>
                <a:lnTo>
                  <a:pt x="0" y="0"/>
                </a:lnTo>
                <a:lnTo>
                  <a:pt x="4759203" y="5225"/>
                </a:lnTo>
                <a:cubicBezTo>
                  <a:pt x="4760433" y="13511"/>
                  <a:pt x="4673878" y="332704"/>
                  <a:pt x="4668814" y="335963"/>
                </a:cubicBezTo>
                <a:cubicBezTo>
                  <a:pt x="4670728" y="334435"/>
                  <a:pt x="1557822" y="335964"/>
                  <a:pt x="0" y="3359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54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43434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highlighti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997200" y="3898800"/>
            <a:ext cx="2520000" cy="133200"/>
          </a:xfrm>
          <a:prstGeom prst="rect">
            <a:avLst/>
          </a:prstGeom>
        </p:spPr>
        <p:txBody>
          <a:bodyPr/>
          <a:lstStyle/>
          <a:p>
            <a:r>
              <a:rPr lang="en-US" b="0" noProof="0"/>
              <a:t>Talent Acquisition Global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43890" y="1128410"/>
            <a:ext cx="5454000" cy="503920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15" name="Titre 14">
            <a:extLst>
              <a:ext uri="{FF2B5EF4-FFF2-40B4-BE49-F238E27FC236}">
                <a16:creationId xmlns:a16="http://schemas.microsoft.com/office/drawing/2014/main" id="{135F8181-64D0-4B6F-93D7-8C10D48D5C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800" y="1128410"/>
            <a:ext cx="5500800" cy="5039202"/>
          </a:xfrm>
          <a:custGeom>
            <a:avLst/>
            <a:gdLst>
              <a:gd name="connsiteX0" fmla="*/ 0 w 5500800"/>
              <a:gd name="connsiteY0" fmla="*/ 0 h 5039202"/>
              <a:gd name="connsiteX1" fmla="*/ 5500800 w 5500800"/>
              <a:gd name="connsiteY1" fmla="*/ 0 h 5039202"/>
              <a:gd name="connsiteX2" fmla="*/ 5500800 w 5500800"/>
              <a:gd name="connsiteY2" fmla="*/ 5039202 h 5039202"/>
              <a:gd name="connsiteX3" fmla="*/ 0 w 550080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00800" h="5039202">
                <a:moveTo>
                  <a:pt x="0" y="0"/>
                </a:moveTo>
                <a:lnTo>
                  <a:pt x="5500800" y="0"/>
                </a:lnTo>
                <a:lnTo>
                  <a:pt x="550080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648000" tIns="360000" rIns="360000" bIns="360000" anchor="ctr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0B1F49C4-DCB1-96F8-2BE8-EDBF7591D12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-1" y="449848"/>
            <a:ext cx="9795419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9609373 w 9683261"/>
              <a:gd name="connsiteY23" fmla="*/ 50961 h 335964"/>
              <a:gd name="connsiteX24" fmla="*/ 0 w 9683261"/>
              <a:gd name="connsiteY24" fmla="*/ 0 h 335964"/>
              <a:gd name="connsiteX25" fmla="*/ 739665 w 9683261"/>
              <a:gd name="connsiteY25" fmla="*/ 0 h 335964"/>
              <a:gd name="connsiteX26" fmla="*/ 9540864 w 9683261"/>
              <a:gd name="connsiteY26" fmla="*/ 0 h 335964"/>
              <a:gd name="connsiteX27" fmla="*/ 9568541 w 9683261"/>
              <a:gd name="connsiteY27" fmla="*/ 27997 h 335964"/>
              <a:gd name="connsiteX28" fmla="*/ 9540864 w 9683261"/>
              <a:gd name="connsiteY28" fmla="*/ 55995 h 335964"/>
              <a:gd name="connsiteX29" fmla="*/ 9522411 w 9683261"/>
              <a:gd name="connsiteY29" fmla="*/ 74659 h 335964"/>
              <a:gd name="connsiteX30" fmla="*/ 9540864 w 9683261"/>
              <a:gd name="connsiteY30" fmla="*/ 97990 h 335964"/>
              <a:gd name="connsiteX31" fmla="*/ 9568541 w 9683261"/>
              <a:gd name="connsiteY31" fmla="*/ 121320 h 335964"/>
              <a:gd name="connsiteX32" fmla="*/ 9545478 w 9683261"/>
              <a:gd name="connsiteY32" fmla="*/ 149317 h 335964"/>
              <a:gd name="connsiteX33" fmla="*/ 9540864 w 9683261"/>
              <a:gd name="connsiteY33" fmla="*/ 149317 h 335964"/>
              <a:gd name="connsiteX34" fmla="*/ 9522411 w 9683261"/>
              <a:gd name="connsiteY34" fmla="*/ 167982 h 335964"/>
              <a:gd name="connsiteX35" fmla="*/ 9540864 w 9683261"/>
              <a:gd name="connsiteY35" fmla="*/ 191313 h 335964"/>
              <a:gd name="connsiteX36" fmla="*/ 9568541 w 9683261"/>
              <a:gd name="connsiteY36" fmla="*/ 214644 h 335964"/>
              <a:gd name="connsiteX37" fmla="*/ 9540864 w 9683261"/>
              <a:gd name="connsiteY37" fmla="*/ 242641 h 335964"/>
              <a:gd name="connsiteX38" fmla="*/ 9522411 w 9683261"/>
              <a:gd name="connsiteY38" fmla="*/ 265971 h 335964"/>
              <a:gd name="connsiteX39" fmla="*/ 9540864 w 9683261"/>
              <a:gd name="connsiteY39" fmla="*/ 284636 h 335964"/>
              <a:gd name="connsiteX40" fmla="*/ 9568541 w 9683261"/>
              <a:gd name="connsiteY40" fmla="*/ 312633 h 335964"/>
              <a:gd name="connsiteX41" fmla="*/ 9540864 w 9683261"/>
              <a:gd name="connsiteY41" fmla="*/ 335964 h 335964"/>
              <a:gd name="connsiteX42" fmla="*/ 845227 w 9683261"/>
              <a:gd name="connsiteY42" fmla="*/ 335964 h 335964"/>
              <a:gd name="connsiteX43" fmla="*/ 0 w 9683261"/>
              <a:gd name="connsiteY43" fmla="*/ 335964 h 335964"/>
              <a:gd name="connsiteX44" fmla="*/ 0 w 9683261"/>
              <a:gd name="connsiteY44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586041 w 9683261"/>
              <a:gd name="connsiteY20" fmla="*/ 7450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0 w 9683261"/>
              <a:gd name="connsiteY23" fmla="*/ 0 h 335964"/>
              <a:gd name="connsiteX24" fmla="*/ 739665 w 9683261"/>
              <a:gd name="connsiteY24" fmla="*/ 0 h 335964"/>
              <a:gd name="connsiteX25" fmla="*/ 9540864 w 9683261"/>
              <a:gd name="connsiteY25" fmla="*/ 0 h 335964"/>
              <a:gd name="connsiteX26" fmla="*/ 9568541 w 9683261"/>
              <a:gd name="connsiteY26" fmla="*/ 27997 h 335964"/>
              <a:gd name="connsiteX27" fmla="*/ 9540864 w 9683261"/>
              <a:gd name="connsiteY27" fmla="*/ 55995 h 335964"/>
              <a:gd name="connsiteX28" fmla="*/ 9522411 w 9683261"/>
              <a:gd name="connsiteY28" fmla="*/ 74659 h 335964"/>
              <a:gd name="connsiteX29" fmla="*/ 9540864 w 9683261"/>
              <a:gd name="connsiteY29" fmla="*/ 97990 h 335964"/>
              <a:gd name="connsiteX30" fmla="*/ 9568541 w 9683261"/>
              <a:gd name="connsiteY30" fmla="*/ 121320 h 335964"/>
              <a:gd name="connsiteX31" fmla="*/ 9545478 w 9683261"/>
              <a:gd name="connsiteY31" fmla="*/ 149317 h 335964"/>
              <a:gd name="connsiteX32" fmla="*/ 9540864 w 9683261"/>
              <a:gd name="connsiteY32" fmla="*/ 149317 h 335964"/>
              <a:gd name="connsiteX33" fmla="*/ 9522411 w 9683261"/>
              <a:gd name="connsiteY33" fmla="*/ 167982 h 335964"/>
              <a:gd name="connsiteX34" fmla="*/ 9540864 w 9683261"/>
              <a:gd name="connsiteY34" fmla="*/ 191313 h 335964"/>
              <a:gd name="connsiteX35" fmla="*/ 9568541 w 9683261"/>
              <a:gd name="connsiteY35" fmla="*/ 214644 h 335964"/>
              <a:gd name="connsiteX36" fmla="*/ 9540864 w 9683261"/>
              <a:gd name="connsiteY36" fmla="*/ 242641 h 335964"/>
              <a:gd name="connsiteX37" fmla="*/ 9522411 w 9683261"/>
              <a:gd name="connsiteY37" fmla="*/ 265971 h 335964"/>
              <a:gd name="connsiteX38" fmla="*/ 9540864 w 9683261"/>
              <a:gd name="connsiteY38" fmla="*/ 284636 h 335964"/>
              <a:gd name="connsiteX39" fmla="*/ 9568541 w 9683261"/>
              <a:gd name="connsiteY39" fmla="*/ 312633 h 335964"/>
              <a:gd name="connsiteX40" fmla="*/ 9540864 w 9683261"/>
              <a:gd name="connsiteY40" fmla="*/ 335964 h 335964"/>
              <a:gd name="connsiteX41" fmla="*/ 845227 w 9683261"/>
              <a:gd name="connsiteY41" fmla="*/ 335964 h 335964"/>
              <a:gd name="connsiteX42" fmla="*/ 0 w 9683261"/>
              <a:gd name="connsiteY42" fmla="*/ 335964 h 335964"/>
              <a:gd name="connsiteX43" fmla="*/ 0 w 9683261"/>
              <a:gd name="connsiteY43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0 w 9683261"/>
              <a:gd name="connsiteY20" fmla="*/ 0 h 335964"/>
              <a:gd name="connsiteX21" fmla="*/ 739665 w 9683261"/>
              <a:gd name="connsiteY21" fmla="*/ 0 h 335964"/>
              <a:gd name="connsiteX22" fmla="*/ 9540864 w 9683261"/>
              <a:gd name="connsiteY22" fmla="*/ 0 h 335964"/>
              <a:gd name="connsiteX23" fmla="*/ 9568541 w 9683261"/>
              <a:gd name="connsiteY23" fmla="*/ 27997 h 335964"/>
              <a:gd name="connsiteX24" fmla="*/ 9540864 w 9683261"/>
              <a:gd name="connsiteY24" fmla="*/ 55995 h 335964"/>
              <a:gd name="connsiteX25" fmla="*/ 9522411 w 9683261"/>
              <a:gd name="connsiteY25" fmla="*/ 74659 h 335964"/>
              <a:gd name="connsiteX26" fmla="*/ 9540864 w 9683261"/>
              <a:gd name="connsiteY26" fmla="*/ 97990 h 335964"/>
              <a:gd name="connsiteX27" fmla="*/ 9568541 w 9683261"/>
              <a:gd name="connsiteY27" fmla="*/ 121320 h 335964"/>
              <a:gd name="connsiteX28" fmla="*/ 9545478 w 9683261"/>
              <a:gd name="connsiteY28" fmla="*/ 149317 h 335964"/>
              <a:gd name="connsiteX29" fmla="*/ 9540864 w 9683261"/>
              <a:gd name="connsiteY29" fmla="*/ 149317 h 335964"/>
              <a:gd name="connsiteX30" fmla="*/ 9522411 w 9683261"/>
              <a:gd name="connsiteY30" fmla="*/ 167982 h 335964"/>
              <a:gd name="connsiteX31" fmla="*/ 9540864 w 9683261"/>
              <a:gd name="connsiteY31" fmla="*/ 191313 h 335964"/>
              <a:gd name="connsiteX32" fmla="*/ 9568541 w 9683261"/>
              <a:gd name="connsiteY32" fmla="*/ 214644 h 335964"/>
              <a:gd name="connsiteX33" fmla="*/ 9540864 w 9683261"/>
              <a:gd name="connsiteY33" fmla="*/ 242641 h 335964"/>
              <a:gd name="connsiteX34" fmla="*/ 9522411 w 9683261"/>
              <a:gd name="connsiteY34" fmla="*/ 265971 h 335964"/>
              <a:gd name="connsiteX35" fmla="*/ 9540864 w 9683261"/>
              <a:gd name="connsiteY35" fmla="*/ 284636 h 335964"/>
              <a:gd name="connsiteX36" fmla="*/ 9568541 w 9683261"/>
              <a:gd name="connsiteY36" fmla="*/ 312633 h 335964"/>
              <a:gd name="connsiteX37" fmla="*/ 9540864 w 9683261"/>
              <a:gd name="connsiteY37" fmla="*/ 335964 h 335964"/>
              <a:gd name="connsiteX38" fmla="*/ 845227 w 9683261"/>
              <a:gd name="connsiteY38" fmla="*/ 335964 h 335964"/>
              <a:gd name="connsiteX39" fmla="*/ 0 w 9683261"/>
              <a:gd name="connsiteY39" fmla="*/ 335964 h 335964"/>
              <a:gd name="connsiteX40" fmla="*/ 0 w 9683261"/>
              <a:gd name="connsiteY40" fmla="*/ 0 h 335964"/>
              <a:gd name="connsiteX0" fmla="*/ 9609373 w 9683639"/>
              <a:gd name="connsiteY0" fmla="*/ 237817 h 335964"/>
              <a:gd name="connsiteX1" fmla="*/ 9632706 w 9683639"/>
              <a:gd name="connsiteY1" fmla="*/ 261358 h 335964"/>
              <a:gd name="connsiteX2" fmla="*/ 9609373 w 9683639"/>
              <a:gd name="connsiteY2" fmla="*/ 284899 h 335964"/>
              <a:gd name="connsiteX3" fmla="*/ 9586041 w 9683639"/>
              <a:gd name="connsiteY3" fmla="*/ 261358 h 335964"/>
              <a:gd name="connsiteX4" fmla="*/ 9609373 w 9683639"/>
              <a:gd name="connsiteY4" fmla="*/ 237817 h 335964"/>
              <a:gd name="connsiteX5" fmla="*/ 9669650 w 9683639"/>
              <a:gd name="connsiteY5" fmla="*/ 200069 h 335964"/>
              <a:gd name="connsiteX6" fmla="*/ 9683261 w 9683639"/>
              <a:gd name="connsiteY6" fmla="*/ 212909 h 335964"/>
              <a:gd name="connsiteX7" fmla="*/ 9669650 w 9683639"/>
              <a:gd name="connsiteY7" fmla="*/ 225749 h 335964"/>
              <a:gd name="connsiteX8" fmla="*/ 9656038 w 9683639"/>
              <a:gd name="connsiteY8" fmla="*/ 212909 h 335964"/>
              <a:gd name="connsiteX9" fmla="*/ 9669650 w 9683639"/>
              <a:gd name="connsiteY9" fmla="*/ 200069 h 335964"/>
              <a:gd name="connsiteX10" fmla="*/ 9609373 w 9683639"/>
              <a:gd name="connsiteY10" fmla="*/ 143445 h 335964"/>
              <a:gd name="connsiteX11" fmla="*/ 9632706 w 9683639"/>
              <a:gd name="connsiteY11" fmla="*/ 166987 h 335964"/>
              <a:gd name="connsiteX12" fmla="*/ 9609373 w 9683639"/>
              <a:gd name="connsiteY12" fmla="*/ 190527 h 335964"/>
              <a:gd name="connsiteX13" fmla="*/ 9586041 w 9683639"/>
              <a:gd name="connsiteY13" fmla="*/ 166987 h 335964"/>
              <a:gd name="connsiteX14" fmla="*/ 9609373 w 9683639"/>
              <a:gd name="connsiteY14" fmla="*/ 143445 h 335964"/>
              <a:gd name="connsiteX15" fmla="*/ 9656038 w 9683639"/>
              <a:gd name="connsiteY15" fmla="*/ 114762 h 335964"/>
              <a:gd name="connsiteX16" fmla="*/ 9683261 w 9683639"/>
              <a:gd name="connsiteY16" fmla="*/ 114762 h 335964"/>
              <a:gd name="connsiteX17" fmla="*/ 9669650 w 9683639"/>
              <a:gd name="connsiteY17" fmla="*/ 127602 h 335964"/>
              <a:gd name="connsiteX18" fmla="*/ 9656038 w 9683639"/>
              <a:gd name="connsiteY18" fmla="*/ 114762 h 335964"/>
              <a:gd name="connsiteX19" fmla="*/ 0 w 9683639"/>
              <a:gd name="connsiteY19" fmla="*/ 0 h 335964"/>
              <a:gd name="connsiteX20" fmla="*/ 739665 w 9683639"/>
              <a:gd name="connsiteY20" fmla="*/ 0 h 335964"/>
              <a:gd name="connsiteX21" fmla="*/ 9540864 w 9683639"/>
              <a:gd name="connsiteY21" fmla="*/ 0 h 335964"/>
              <a:gd name="connsiteX22" fmla="*/ 9568541 w 9683639"/>
              <a:gd name="connsiteY22" fmla="*/ 27997 h 335964"/>
              <a:gd name="connsiteX23" fmla="*/ 9540864 w 9683639"/>
              <a:gd name="connsiteY23" fmla="*/ 55995 h 335964"/>
              <a:gd name="connsiteX24" fmla="*/ 9522411 w 9683639"/>
              <a:gd name="connsiteY24" fmla="*/ 74659 h 335964"/>
              <a:gd name="connsiteX25" fmla="*/ 9540864 w 9683639"/>
              <a:gd name="connsiteY25" fmla="*/ 97990 h 335964"/>
              <a:gd name="connsiteX26" fmla="*/ 9568541 w 9683639"/>
              <a:gd name="connsiteY26" fmla="*/ 121320 h 335964"/>
              <a:gd name="connsiteX27" fmla="*/ 9545478 w 9683639"/>
              <a:gd name="connsiteY27" fmla="*/ 149317 h 335964"/>
              <a:gd name="connsiteX28" fmla="*/ 9540864 w 9683639"/>
              <a:gd name="connsiteY28" fmla="*/ 149317 h 335964"/>
              <a:gd name="connsiteX29" fmla="*/ 9522411 w 9683639"/>
              <a:gd name="connsiteY29" fmla="*/ 167982 h 335964"/>
              <a:gd name="connsiteX30" fmla="*/ 9540864 w 9683639"/>
              <a:gd name="connsiteY30" fmla="*/ 191313 h 335964"/>
              <a:gd name="connsiteX31" fmla="*/ 9568541 w 9683639"/>
              <a:gd name="connsiteY31" fmla="*/ 214644 h 335964"/>
              <a:gd name="connsiteX32" fmla="*/ 9540864 w 9683639"/>
              <a:gd name="connsiteY32" fmla="*/ 242641 h 335964"/>
              <a:gd name="connsiteX33" fmla="*/ 9522411 w 9683639"/>
              <a:gd name="connsiteY33" fmla="*/ 265971 h 335964"/>
              <a:gd name="connsiteX34" fmla="*/ 9540864 w 9683639"/>
              <a:gd name="connsiteY34" fmla="*/ 284636 h 335964"/>
              <a:gd name="connsiteX35" fmla="*/ 9568541 w 9683639"/>
              <a:gd name="connsiteY35" fmla="*/ 312633 h 335964"/>
              <a:gd name="connsiteX36" fmla="*/ 9540864 w 9683639"/>
              <a:gd name="connsiteY36" fmla="*/ 335964 h 335964"/>
              <a:gd name="connsiteX37" fmla="*/ 845227 w 9683639"/>
              <a:gd name="connsiteY37" fmla="*/ 335964 h 335964"/>
              <a:gd name="connsiteX38" fmla="*/ 0 w 9683639"/>
              <a:gd name="connsiteY38" fmla="*/ 335964 h 335964"/>
              <a:gd name="connsiteX39" fmla="*/ 0 w 9683639"/>
              <a:gd name="connsiteY39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56038 w 9683261"/>
              <a:gd name="connsiteY15" fmla="*/ 114762 h 335964"/>
              <a:gd name="connsiteX16" fmla="*/ 9669650 w 9683261"/>
              <a:gd name="connsiteY16" fmla="*/ 127602 h 335964"/>
              <a:gd name="connsiteX17" fmla="*/ 9656038 w 9683261"/>
              <a:gd name="connsiteY17" fmla="*/ 114762 h 335964"/>
              <a:gd name="connsiteX18" fmla="*/ 0 w 9683261"/>
              <a:gd name="connsiteY18" fmla="*/ 0 h 335964"/>
              <a:gd name="connsiteX19" fmla="*/ 739665 w 9683261"/>
              <a:gd name="connsiteY19" fmla="*/ 0 h 335964"/>
              <a:gd name="connsiteX20" fmla="*/ 9540864 w 9683261"/>
              <a:gd name="connsiteY20" fmla="*/ 0 h 335964"/>
              <a:gd name="connsiteX21" fmla="*/ 9568541 w 9683261"/>
              <a:gd name="connsiteY21" fmla="*/ 27997 h 335964"/>
              <a:gd name="connsiteX22" fmla="*/ 9540864 w 9683261"/>
              <a:gd name="connsiteY22" fmla="*/ 55995 h 335964"/>
              <a:gd name="connsiteX23" fmla="*/ 9522411 w 9683261"/>
              <a:gd name="connsiteY23" fmla="*/ 74659 h 335964"/>
              <a:gd name="connsiteX24" fmla="*/ 9540864 w 9683261"/>
              <a:gd name="connsiteY24" fmla="*/ 97990 h 335964"/>
              <a:gd name="connsiteX25" fmla="*/ 9568541 w 9683261"/>
              <a:gd name="connsiteY25" fmla="*/ 121320 h 335964"/>
              <a:gd name="connsiteX26" fmla="*/ 9545478 w 9683261"/>
              <a:gd name="connsiteY26" fmla="*/ 149317 h 335964"/>
              <a:gd name="connsiteX27" fmla="*/ 9540864 w 9683261"/>
              <a:gd name="connsiteY27" fmla="*/ 149317 h 335964"/>
              <a:gd name="connsiteX28" fmla="*/ 9522411 w 9683261"/>
              <a:gd name="connsiteY28" fmla="*/ 167982 h 335964"/>
              <a:gd name="connsiteX29" fmla="*/ 9540864 w 9683261"/>
              <a:gd name="connsiteY29" fmla="*/ 191313 h 335964"/>
              <a:gd name="connsiteX30" fmla="*/ 9568541 w 9683261"/>
              <a:gd name="connsiteY30" fmla="*/ 214644 h 335964"/>
              <a:gd name="connsiteX31" fmla="*/ 9540864 w 9683261"/>
              <a:gd name="connsiteY31" fmla="*/ 242641 h 335964"/>
              <a:gd name="connsiteX32" fmla="*/ 9522411 w 9683261"/>
              <a:gd name="connsiteY32" fmla="*/ 265971 h 335964"/>
              <a:gd name="connsiteX33" fmla="*/ 9540864 w 9683261"/>
              <a:gd name="connsiteY33" fmla="*/ 284636 h 335964"/>
              <a:gd name="connsiteX34" fmla="*/ 9568541 w 9683261"/>
              <a:gd name="connsiteY34" fmla="*/ 312633 h 335964"/>
              <a:gd name="connsiteX35" fmla="*/ 9540864 w 9683261"/>
              <a:gd name="connsiteY35" fmla="*/ 335964 h 335964"/>
              <a:gd name="connsiteX36" fmla="*/ 845227 w 9683261"/>
              <a:gd name="connsiteY36" fmla="*/ 335964 h 335964"/>
              <a:gd name="connsiteX37" fmla="*/ 0 w 9683261"/>
              <a:gd name="connsiteY37" fmla="*/ 335964 h 335964"/>
              <a:gd name="connsiteX38" fmla="*/ 0 w 9683261"/>
              <a:gd name="connsiteY38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0 w 9683261"/>
              <a:gd name="connsiteY15" fmla="*/ 0 h 335964"/>
              <a:gd name="connsiteX16" fmla="*/ 739665 w 9683261"/>
              <a:gd name="connsiteY16" fmla="*/ 0 h 335964"/>
              <a:gd name="connsiteX17" fmla="*/ 9540864 w 9683261"/>
              <a:gd name="connsiteY17" fmla="*/ 0 h 335964"/>
              <a:gd name="connsiteX18" fmla="*/ 9568541 w 9683261"/>
              <a:gd name="connsiteY18" fmla="*/ 27997 h 335964"/>
              <a:gd name="connsiteX19" fmla="*/ 9540864 w 9683261"/>
              <a:gd name="connsiteY19" fmla="*/ 55995 h 335964"/>
              <a:gd name="connsiteX20" fmla="*/ 9522411 w 9683261"/>
              <a:gd name="connsiteY20" fmla="*/ 74659 h 335964"/>
              <a:gd name="connsiteX21" fmla="*/ 9540864 w 9683261"/>
              <a:gd name="connsiteY21" fmla="*/ 97990 h 335964"/>
              <a:gd name="connsiteX22" fmla="*/ 9568541 w 9683261"/>
              <a:gd name="connsiteY22" fmla="*/ 121320 h 335964"/>
              <a:gd name="connsiteX23" fmla="*/ 9545478 w 9683261"/>
              <a:gd name="connsiteY23" fmla="*/ 149317 h 335964"/>
              <a:gd name="connsiteX24" fmla="*/ 9540864 w 9683261"/>
              <a:gd name="connsiteY24" fmla="*/ 149317 h 335964"/>
              <a:gd name="connsiteX25" fmla="*/ 9522411 w 9683261"/>
              <a:gd name="connsiteY25" fmla="*/ 167982 h 335964"/>
              <a:gd name="connsiteX26" fmla="*/ 9540864 w 9683261"/>
              <a:gd name="connsiteY26" fmla="*/ 191313 h 335964"/>
              <a:gd name="connsiteX27" fmla="*/ 9568541 w 9683261"/>
              <a:gd name="connsiteY27" fmla="*/ 214644 h 335964"/>
              <a:gd name="connsiteX28" fmla="*/ 9540864 w 9683261"/>
              <a:gd name="connsiteY28" fmla="*/ 242641 h 335964"/>
              <a:gd name="connsiteX29" fmla="*/ 9522411 w 9683261"/>
              <a:gd name="connsiteY29" fmla="*/ 265971 h 335964"/>
              <a:gd name="connsiteX30" fmla="*/ 9540864 w 9683261"/>
              <a:gd name="connsiteY30" fmla="*/ 284636 h 335964"/>
              <a:gd name="connsiteX31" fmla="*/ 9568541 w 9683261"/>
              <a:gd name="connsiteY31" fmla="*/ 312633 h 335964"/>
              <a:gd name="connsiteX32" fmla="*/ 9540864 w 9683261"/>
              <a:gd name="connsiteY32" fmla="*/ 335964 h 335964"/>
              <a:gd name="connsiteX33" fmla="*/ 845227 w 9683261"/>
              <a:gd name="connsiteY33" fmla="*/ 335964 h 335964"/>
              <a:gd name="connsiteX34" fmla="*/ 0 w 9683261"/>
              <a:gd name="connsiteY34" fmla="*/ 335964 h 335964"/>
              <a:gd name="connsiteX35" fmla="*/ 0 w 9683261"/>
              <a:gd name="connsiteY35" fmla="*/ 0 h 335964"/>
              <a:gd name="connsiteX0" fmla="*/ 9609373 w 9786569"/>
              <a:gd name="connsiteY0" fmla="*/ 237817 h 335964"/>
              <a:gd name="connsiteX1" fmla="*/ 9632706 w 9786569"/>
              <a:gd name="connsiteY1" fmla="*/ 261358 h 335964"/>
              <a:gd name="connsiteX2" fmla="*/ 9609373 w 9786569"/>
              <a:gd name="connsiteY2" fmla="*/ 284899 h 335964"/>
              <a:gd name="connsiteX3" fmla="*/ 9586041 w 9786569"/>
              <a:gd name="connsiteY3" fmla="*/ 261358 h 335964"/>
              <a:gd name="connsiteX4" fmla="*/ 9609373 w 9786569"/>
              <a:gd name="connsiteY4" fmla="*/ 237817 h 335964"/>
              <a:gd name="connsiteX5" fmla="*/ 9669650 w 9786569"/>
              <a:gd name="connsiteY5" fmla="*/ 200069 h 335964"/>
              <a:gd name="connsiteX6" fmla="*/ 9683261 w 9786569"/>
              <a:gd name="connsiteY6" fmla="*/ 212909 h 335964"/>
              <a:gd name="connsiteX7" fmla="*/ 9669650 w 9786569"/>
              <a:gd name="connsiteY7" fmla="*/ 225749 h 335964"/>
              <a:gd name="connsiteX8" fmla="*/ 9656038 w 9786569"/>
              <a:gd name="connsiteY8" fmla="*/ 212909 h 335964"/>
              <a:gd name="connsiteX9" fmla="*/ 9669650 w 9786569"/>
              <a:gd name="connsiteY9" fmla="*/ 200069 h 335964"/>
              <a:gd name="connsiteX10" fmla="*/ 9609373 w 9786569"/>
              <a:gd name="connsiteY10" fmla="*/ 143445 h 335964"/>
              <a:gd name="connsiteX11" fmla="*/ 9632706 w 9786569"/>
              <a:gd name="connsiteY11" fmla="*/ 166987 h 335964"/>
              <a:gd name="connsiteX12" fmla="*/ 9609373 w 9786569"/>
              <a:gd name="connsiteY12" fmla="*/ 190527 h 335964"/>
              <a:gd name="connsiteX13" fmla="*/ 9586041 w 9786569"/>
              <a:gd name="connsiteY13" fmla="*/ 166987 h 335964"/>
              <a:gd name="connsiteX14" fmla="*/ 9609373 w 9786569"/>
              <a:gd name="connsiteY14" fmla="*/ 143445 h 335964"/>
              <a:gd name="connsiteX15" fmla="*/ 0 w 9786569"/>
              <a:gd name="connsiteY15" fmla="*/ 0 h 335964"/>
              <a:gd name="connsiteX16" fmla="*/ 739665 w 9786569"/>
              <a:gd name="connsiteY16" fmla="*/ 0 h 335964"/>
              <a:gd name="connsiteX17" fmla="*/ 9785339 w 9786569"/>
              <a:gd name="connsiteY17" fmla="*/ 3175 h 335964"/>
              <a:gd name="connsiteX18" fmla="*/ 9568541 w 9786569"/>
              <a:gd name="connsiteY18" fmla="*/ 27997 h 335964"/>
              <a:gd name="connsiteX19" fmla="*/ 9540864 w 9786569"/>
              <a:gd name="connsiteY19" fmla="*/ 55995 h 335964"/>
              <a:gd name="connsiteX20" fmla="*/ 9522411 w 9786569"/>
              <a:gd name="connsiteY20" fmla="*/ 74659 h 335964"/>
              <a:gd name="connsiteX21" fmla="*/ 9540864 w 9786569"/>
              <a:gd name="connsiteY21" fmla="*/ 97990 h 335964"/>
              <a:gd name="connsiteX22" fmla="*/ 9568541 w 9786569"/>
              <a:gd name="connsiteY22" fmla="*/ 121320 h 335964"/>
              <a:gd name="connsiteX23" fmla="*/ 9545478 w 9786569"/>
              <a:gd name="connsiteY23" fmla="*/ 149317 h 335964"/>
              <a:gd name="connsiteX24" fmla="*/ 9540864 w 9786569"/>
              <a:gd name="connsiteY24" fmla="*/ 149317 h 335964"/>
              <a:gd name="connsiteX25" fmla="*/ 9522411 w 9786569"/>
              <a:gd name="connsiteY25" fmla="*/ 167982 h 335964"/>
              <a:gd name="connsiteX26" fmla="*/ 9540864 w 9786569"/>
              <a:gd name="connsiteY26" fmla="*/ 191313 h 335964"/>
              <a:gd name="connsiteX27" fmla="*/ 9568541 w 9786569"/>
              <a:gd name="connsiteY27" fmla="*/ 214644 h 335964"/>
              <a:gd name="connsiteX28" fmla="*/ 9540864 w 9786569"/>
              <a:gd name="connsiteY28" fmla="*/ 242641 h 335964"/>
              <a:gd name="connsiteX29" fmla="*/ 9522411 w 9786569"/>
              <a:gd name="connsiteY29" fmla="*/ 265971 h 335964"/>
              <a:gd name="connsiteX30" fmla="*/ 9540864 w 9786569"/>
              <a:gd name="connsiteY30" fmla="*/ 284636 h 335964"/>
              <a:gd name="connsiteX31" fmla="*/ 9568541 w 9786569"/>
              <a:gd name="connsiteY31" fmla="*/ 312633 h 335964"/>
              <a:gd name="connsiteX32" fmla="*/ 9540864 w 9786569"/>
              <a:gd name="connsiteY32" fmla="*/ 335964 h 335964"/>
              <a:gd name="connsiteX33" fmla="*/ 845227 w 9786569"/>
              <a:gd name="connsiteY33" fmla="*/ 335964 h 335964"/>
              <a:gd name="connsiteX34" fmla="*/ 0 w 9786569"/>
              <a:gd name="connsiteY34" fmla="*/ 335964 h 335964"/>
              <a:gd name="connsiteX35" fmla="*/ 0 w 9786569"/>
              <a:gd name="connsiteY35" fmla="*/ 0 h 335964"/>
              <a:gd name="connsiteX0" fmla="*/ 9609373 w 9786569"/>
              <a:gd name="connsiteY0" fmla="*/ 237817 h 339139"/>
              <a:gd name="connsiteX1" fmla="*/ 9632706 w 9786569"/>
              <a:gd name="connsiteY1" fmla="*/ 261358 h 339139"/>
              <a:gd name="connsiteX2" fmla="*/ 9609373 w 9786569"/>
              <a:gd name="connsiteY2" fmla="*/ 284899 h 339139"/>
              <a:gd name="connsiteX3" fmla="*/ 9586041 w 9786569"/>
              <a:gd name="connsiteY3" fmla="*/ 261358 h 339139"/>
              <a:gd name="connsiteX4" fmla="*/ 9609373 w 9786569"/>
              <a:gd name="connsiteY4" fmla="*/ 237817 h 339139"/>
              <a:gd name="connsiteX5" fmla="*/ 9669650 w 9786569"/>
              <a:gd name="connsiteY5" fmla="*/ 200069 h 339139"/>
              <a:gd name="connsiteX6" fmla="*/ 9683261 w 9786569"/>
              <a:gd name="connsiteY6" fmla="*/ 212909 h 339139"/>
              <a:gd name="connsiteX7" fmla="*/ 9669650 w 9786569"/>
              <a:gd name="connsiteY7" fmla="*/ 225749 h 339139"/>
              <a:gd name="connsiteX8" fmla="*/ 9656038 w 9786569"/>
              <a:gd name="connsiteY8" fmla="*/ 212909 h 339139"/>
              <a:gd name="connsiteX9" fmla="*/ 9669650 w 9786569"/>
              <a:gd name="connsiteY9" fmla="*/ 200069 h 339139"/>
              <a:gd name="connsiteX10" fmla="*/ 9609373 w 9786569"/>
              <a:gd name="connsiteY10" fmla="*/ 143445 h 339139"/>
              <a:gd name="connsiteX11" fmla="*/ 9632706 w 9786569"/>
              <a:gd name="connsiteY11" fmla="*/ 166987 h 339139"/>
              <a:gd name="connsiteX12" fmla="*/ 9609373 w 9786569"/>
              <a:gd name="connsiteY12" fmla="*/ 190527 h 339139"/>
              <a:gd name="connsiteX13" fmla="*/ 9586041 w 9786569"/>
              <a:gd name="connsiteY13" fmla="*/ 166987 h 339139"/>
              <a:gd name="connsiteX14" fmla="*/ 9609373 w 9786569"/>
              <a:gd name="connsiteY14" fmla="*/ 143445 h 339139"/>
              <a:gd name="connsiteX15" fmla="*/ 0 w 9786569"/>
              <a:gd name="connsiteY15" fmla="*/ 0 h 339139"/>
              <a:gd name="connsiteX16" fmla="*/ 739665 w 9786569"/>
              <a:gd name="connsiteY16" fmla="*/ 0 h 339139"/>
              <a:gd name="connsiteX17" fmla="*/ 9785339 w 9786569"/>
              <a:gd name="connsiteY17" fmla="*/ 3175 h 339139"/>
              <a:gd name="connsiteX18" fmla="*/ 9568541 w 9786569"/>
              <a:gd name="connsiteY18" fmla="*/ 27997 h 339139"/>
              <a:gd name="connsiteX19" fmla="*/ 9540864 w 9786569"/>
              <a:gd name="connsiteY19" fmla="*/ 55995 h 339139"/>
              <a:gd name="connsiteX20" fmla="*/ 9522411 w 9786569"/>
              <a:gd name="connsiteY20" fmla="*/ 74659 h 339139"/>
              <a:gd name="connsiteX21" fmla="*/ 9540864 w 9786569"/>
              <a:gd name="connsiteY21" fmla="*/ 97990 h 339139"/>
              <a:gd name="connsiteX22" fmla="*/ 9568541 w 9786569"/>
              <a:gd name="connsiteY22" fmla="*/ 121320 h 339139"/>
              <a:gd name="connsiteX23" fmla="*/ 9545478 w 9786569"/>
              <a:gd name="connsiteY23" fmla="*/ 149317 h 339139"/>
              <a:gd name="connsiteX24" fmla="*/ 9540864 w 9786569"/>
              <a:gd name="connsiteY24" fmla="*/ 149317 h 339139"/>
              <a:gd name="connsiteX25" fmla="*/ 9522411 w 9786569"/>
              <a:gd name="connsiteY25" fmla="*/ 167982 h 339139"/>
              <a:gd name="connsiteX26" fmla="*/ 9540864 w 9786569"/>
              <a:gd name="connsiteY26" fmla="*/ 191313 h 339139"/>
              <a:gd name="connsiteX27" fmla="*/ 9568541 w 9786569"/>
              <a:gd name="connsiteY27" fmla="*/ 214644 h 339139"/>
              <a:gd name="connsiteX28" fmla="*/ 9540864 w 9786569"/>
              <a:gd name="connsiteY28" fmla="*/ 242641 h 339139"/>
              <a:gd name="connsiteX29" fmla="*/ 9522411 w 9786569"/>
              <a:gd name="connsiteY29" fmla="*/ 265971 h 339139"/>
              <a:gd name="connsiteX30" fmla="*/ 9540864 w 9786569"/>
              <a:gd name="connsiteY30" fmla="*/ 284636 h 339139"/>
              <a:gd name="connsiteX31" fmla="*/ 9568541 w 9786569"/>
              <a:gd name="connsiteY31" fmla="*/ 312633 h 339139"/>
              <a:gd name="connsiteX32" fmla="*/ 9598014 w 9786569"/>
              <a:gd name="connsiteY32" fmla="*/ 339139 h 339139"/>
              <a:gd name="connsiteX33" fmla="*/ 845227 w 9786569"/>
              <a:gd name="connsiteY33" fmla="*/ 335964 h 339139"/>
              <a:gd name="connsiteX34" fmla="*/ 0 w 9786569"/>
              <a:gd name="connsiteY34" fmla="*/ 335964 h 339139"/>
              <a:gd name="connsiteX35" fmla="*/ 0 w 9786569"/>
              <a:gd name="connsiteY35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882821"/>
              <a:gd name="connsiteY0" fmla="*/ 237817 h 339158"/>
              <a:gd name="connsiteX1" fmla="*/ 9632706 w 10882821"/>
              <a:gd name="connsiteY1" fmla="*/ 261358 h 339158"/>
              <a:gd name="connsiteX2" fmla="*/ 9609373 w 10882821"/>
              <a:gd name="connsiteY2" fmla="*/ 284899 h 339158"/>
              <a:gd name="connsiteX3" fmla="*/ 9586041 w 10882821"/>
              <a:gd name="connsiteY3" fmla="*/ 261358 h 339158"/>
              <a:gd name="connsiteX4" fmla="*/ 9609373 w 10882821"/>
              <a:gd name="connsiteY4" fmla="*/ 237817 h 339158"/>
              <a:gd name="connsiteX5" fmla="*/ 9669650 w 10882821"/>
              <a:gd name="connsiteY5" fmla="*/ 200069 h 339158"/>
              <a:gd name="connsiteX6" fmla="*/ 9683261 w 10882821"/>
              <a:gd name="connsiteY6" fmla="*/ 212909 h 339158"/>
              <a:gd name="connsiteX7" fmla="*/ 9669650 w 10882821"/>
              <a:gd name="connsiteY7" fmla="*/ 225749 h 339158"/>
              <a:gd name="connsiteX8" fmla="*/ 9656038 w 10882821"/>
              <a:gd name="connsiteY8" fmla="*/ 212909 h 339158"/>
              <a:gd name="connsiteX9" fmla="*/ 9669650 w 10882821"/>
              <a:gd name="connsiteY9" fmla="*/ 200069 h 339158"/>
              <a:gd name="connsiteX10" fmla="*/ 9609373 w 10882821"/>
              <a:gd name="connsiteY10" fmla="*/ 143445 h 339158"/>
              <a:gd name="connsiteX11" fmla="*/ 9632706 w 10882821"/>
              <a:gd name="connsiteY11" fmla="*/ 166987 h 339158"/>
              <a:gd name="connsiteX12" fmla="*/ 9609373 w 10882821"/>
              <a:gd name="connsiteY12" fmla="*/ 190527 h 339158"/>
              <a:gd name="connsiteX13" fmla="*/ 9586041 w 10882821"/>
              <a:gd name="connsiteY13" fmla="*/ 166987 h 339158"/>
              <a:gd name="connsiteX14" fmla="*/ 9609373 w 10882821"/>
              <a:gd name="connsiteY14" fmla="*/ 143445 h 339158"/>
              <a:gd name="connsiteX15" fmla="*/ 0 w 10882821"/>
              <a:gd name="connsiteY15" fmla="*/ 0 h 339158"/>
              <a:gd name="connsiteX16" fmla="*/ 739665 w 10882821"/>
              <a:gd name="connsiteY16" fmla="*/ 0 h 339158"/>
              <a:gd name="connsiteX17" fmla="*/ 9785339 w 10882821"/>
              <a:gd name="connsiteY17" fmla="*/ 3175 h 339158"/>
              <a:gd name="connsiteX18" fmla="*/ 9568541 w 10882821"/>
              <a:gd name="connsiteY18" fmla="*/ 27997 h 339158"/>
              <a:gd name="connsiteX19" fmla="*/ 9540864 w 10882821"/>
              <a:gd name="connsiteY19" fmla="*/ 55995 h 339158"/>
              <a:gd name="connsiteX20" fmla="*/ 9522411 w 10882821"/>
              <a:gd name="connsiteY20" fmla="*/ 74659 h 339158"/>
              <a:gd name="connsiteX21" fmla="*/ 9540864 w 10882821"/>
              <a:gd name="connsiteY21" fmla="*/ 97990 h 339158"/>
              <a:gd name="connsiteX22" fmla="*/ 9568541 w 10882821"/>
              <a:gd name="connsiteY22" fmla="*/ 121320 h 339158"/>
              <a:gd name="connsiteX23" fmla="*/ 9545478 w 10882821"/>
              <a:gd name="connsiteY23" fmla="*/ 149317 h 339158"/>
              <a:gd name="connsiteX24" fmla="*/ 9540864 w 10882821"/>
              <a:gd name="connsiteY24" fmla="*/ 149317 h 339158"/>
              <a:gd name="connsiteX25" fmla="*/ 9522411 w 10882821"/>
              <a:gd name="connsiteY25" fmla="*/ 167982 h 339158"/>
              <a:gd name="connsiteX26" fmla="*/ 9540864 w 10882821"/>
              <a:gd name="connsiteY26" fmla="*/ 191313 h 339158"/>
              <a:gd name="connsiteX27" fmla="*/ 9568541 w 10882821"/>
              <a:gd name="connsiteY27" fmla="*/ 214644 h 339158"/>
              <a:gd name="connsiteX28" fmla="*/ 9540864 w 10882821"/>
              <a:gd name="connsiteY28" fmla="*/ 242641 h 339158"/>
              <a:gd name="connsiteX29" fmla="*/ 9522411 w 10882821"/>
              <a:gd name="connsiteY29" fmla="*/ 265971 h 339158"/>
              <a:gd name="connsiteX30" fmla="*/ 9540864 w 10882821"/>
              <a:gd name="connsiteY30" fmla="*/ 284636 h 339158"/>
              <a:gd name="connsiteX31" fmla="*/ 9598014 w 10882821"/>
              <a:gd name="connsiteY31" fmla="*/ 339139 h 339158"/>
              <a:gd name="connsiteX32" fmla="*/ 845227 w 10882821"/>
              <a:gd name="connsiteY32" fmla="*/ 335964 h 339158"/>
              <a:gd name="connsiteX33" fmla="*/ 0 w 10882821"/>
              <a:gd name="connsiteY33" fmla="*/ 335964 h 339158"/>
              <a:gd name="connsiteX34" fmla="*/ 0 w 10882821"/>
              <a:gd name="connsiteY34" fmla="*/ 0 h 339158"/>
              <a:gd name="connsiteX0" fmla="*/ 9598014 w 10910786"/>
              <a:gd name="connsiteY0" fmla="*/ 339139 h 430579"/>
              <a:gd name="connsiteX1" fmla="*/ 845227 w 10910786"/>
              <a:gd name="connsiteY1" fmla="*/ 335964 h 430579"/>
              <a:gd name="connsiteX2" fmla="*/ 0 w 10910786"/>
              <a:gd name="connsiteY2" fmla="*/ 335964 h 430579"/>
              <a:gd name="connsiteX3" fmla="*/ 0 w 10910786"/>
              <a:gd name="connsiteY3" fmla="*/ 0 h 430579"/>
              <a:gd name="connsiteX4" fmla="*/ 9632706 w 10910786"/>
              <a:gd name="connsiteY4" fmla="*/ 261358 h 430579"/>
              <a:gd name="connsiteX5" fmla="*/ 9609373 w 10910786"/>
              <a:gd name="connsiteY5" fmla="*/ 284899 h 430579"/>
              <a:gd name="connsiteX6" fmla="*/ 9586041 w 10910786"/>
              <a:gd name="connsiteY6" fmla="*/ 261358 h 430579"/>
              <a:gd name="connsiteX7" fmla="*/ 9609373 w 10910786"/>
              <a:gd name="connsiteY7" fmla="*/ 237817 h 430579"/>
              <a:gd name="connsiteX8" fmla="*/ 9669650 w 10910786"/>
              <a:gd name="connsiteY8" fmla="*/ 200069 h 430579"/>
              <a:gd name="connsiteX9" fmla="*/ 9683261 w 10910786"/>
              <a:gd name="connsiteY9" fmla="*/ 212909 h 430579"/>
              <a:gd name="connsiteX10" fmla="*/ 9669650 w 10910786"/>
              <a:gd name="connsiteY10" fmla="*/ 225749 h 430579"/>
              <a:gd name="connsiteX11" fmla="*/ 9656038 w 10910786"/>
              <a:gd name="connsiteY11" fmla="*/ 212909 h 430579"/>
              <a:gd name="connsiteX12" fmla="*/ 9669650 w 10910786"/>
              <a:gd name="connsiteY12" fmla="*/ 200069 h 430579"/>
              <a:gd name="connsiteX13" fmla="*/ 9609373 w 10910786"/>
              <a:gd name="connsiteY13" fmla="*/ 143445 h 430579"/>
              <a:gd name="connsiteX14" fmla="*/ 9632706 w 10910786"/>
              <a:gd name="connsiteY14" fmla="*/ 166987 h 430579"/>
              <a:gd name="connsiteX15" fmla="*/ 9609373 w 10910786"/>
              <a:gd name="connsiteY15" fmla="*/ 190527 h 430579"/>
              <a:gd name="connsiteX16" fmla="*/ 9586041 w 10910786"/>
              <a:gd name="connsiteY16" fmla="*/ 166987 h 430579"/>
              <a:gd name="connsiteX17" fmla="*/ 9609373 w 10910786"/>
              <a:gd name="connsiteY17" fmla="*/ 143445 h 430579"/>
              <a:gd name="connsiteX18" fmla="*/ 0 w 10910786"/>
              <a:gd name="connsiteY18" fmla="*/ 0 h 430579"/>
              <a:gd name="connsiteX19" fmla="*/ 739665 w 10910786"/>
              <a:gd name="connsiteY19" fmla="*/ 0 h 430579"/>
              <a:gd name="connsiteX20" fmla="*/ 9785339 w 10910786"/>
              <a:gd name="connsiteY20" fmla="*/ 3175 h 430579"/>
              <a:gd name="connsiteX21" fmla="*/ 9568541 w 10910786"/>
              <a:gd name="connsiteY21" fmla="*/ 27997 h 430579"/>
              <a:gd name="connsiteX22" fmla="*/ 9540864 w 10910786"/>
              <a:gd name="connsiteY22" fmla="*/ 55995 h 430579"/>
              <a:gd name="connsiteX23" fmla="*/ 9522411 w 10910786"/>
              <a:gd name="connsiteY23" fmla="*/ 74659 h 430579"/>
              <a:gd name="connsiteX24" fmla="*/ 9540864 w 10910786"/>
              <a:gd name="connsiteY24" fmla="*/ 97990 h 430579"/>
              <a:gd name="connsiteX25" fmla="*/ 9568541 w 10910786"/>
              <a:gd name="connsiteY25" fmla="*/ 121320 h 430579"/>
              <a:gd name="connsiteX26" fmla="*/ 9545478 w 10910786"/>
              <a:gd name="connsiteY26" fmla="*/ 149317 h 430579"/>
              <a:gd name="connsiteX27" fmla="*/ 9540864 w 10910786"/>
              <a:gd name="connsiteY27" fmla="*/ 149317 h 430579"/>
              <a:gd name="connsiteX28" fmla="*/ 9522411 w 10910786"/>
              <a:gd name="connsiteY28" fmla="*/ 167982 h 430579"/>
              <a:gd name="connsiteX29" fmla="*/ 9540864 w 10910786"/>
              <a:gd name="connsiteY29" fmla="*/ 191313 h 430579"/>
              <a:gd name="connsiteX30" fmla="*/ 9568541 w 10910786"/>
              <a:gd name="connsiteY30" fmla="*/ 214644 h 430579"/>
              <a:gd name="connsiteX31" fmla="*/ 9540864 w 10910786"/>
              <a:gd name="connsiteY31" fmla="*/ 242641 h 430579"/>
              <a:gd name="connsiteX32" fmla="*/ 9522411 w 10910786"/>
              <a:gd name="connsiteY32" fmla="*/ 265971 h 430579"/>
              <a:gd name="connsiteX33" fmla="*/ 9540864 w 10910786"/>
              <a:gd name="connsiteY33" fmla="*/ 284636 h 430579"/>
              <a:gd name="connsiteX34" fmla="*/ 9689454 w 10910786"/>
              <a:gd name="connsiteY34" fmla="*/ 430579 h 43057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34" fmla="*/ 9540864 w 9786569"/>
              <a:gd name="connsiteY34" fmla="*/ 284636 h 33913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73768"/>
              <a:gd name="connsiteY0" fmla="*/ 418315 h 418315"/>
              <a:gd name="connsiteX1" fmla="*/ 845227 w 10373768"/>
              <a:gd name="connsiteY1" fmla="*/ 415140 h 418315"/>
              <a:gd name="connsiteX2" fmla="*/ 0 w 10373768"/>
              <a:gd name="connsiteY2" fmla="*/ 415140 h 418315"/>
              <a:gd name="connsiteX3" fmla="*/ 0 w 10373768"/>
              <a:gd name="connsiteY3" fmla="*/ 79176 h 418315"/>
              <a:gd name="connsiteX4" fmla="*/ 9632706 w 10373768"/>
              <a:gd name="connsiteY4" fmla="*/ 340534 h 418315"/>
              <a:gd name="connsiteX5" fmla="*/ 9609373 w 10373768"/>
              <a:gd name="connsiteY5" fmla="*/ 364075 h 418315"/>
              <a:gd name="connsiteX6" fmla="*/ 9586041 w 10373768"/>
              <a:gd name="connsiteY6" fmla="*/ 340534 h 418315"/>
              <a:gd name="connsiteX7" fmla="*/ 9609373 w 10373768"/>
              <a:gd name="connsiteY7" fmla="*/ 316993 h 418315"/>
              <a:gd name="connsiteX8" fmla="*/ 9598014 w 10373768"/>
              <a:gd name="connsiteY8" fmla="*/ 418315 h 418315"/>
              <a:gd name="connsiteX9" fmla="*/ 9669650 w 10373768"/>
              <a:gd name="connsiteY9" fmla="*/ 279245 h 418315"/>
              <a:gd name="connsiteX10" fmla="*/ 9683261 w 10373768"/>
              <a:gd name="connsiteY10" fmla="*/ 292085 h 418315"/>
              <a:gd name="connsiteX11" fmla="*/ 9669650 w 10373768"/>
              <a:gd name="connsiteY11" fmla="*/ 304925 h 418315"/>
              <a:gd name="connsiteX12" fmla="*/ 9656038 w 10373768"/>
              <a:gd name="connsiteY12" fmla="*/ 292085 h 418315"/>
              <a:gd name="connsiteX13" fmla="*/ 9669650 w 10373768"/>
              <a:gd name="connsiteY13" fmla="*/ 279245 h 418315"/>
              <a:gd name="connsiteX14" fmla="*/ 9609373 w 10373768"/>
              <a:gd name="connsiteY14" fmla="*/ 222621 h 418315"/>
              <a:gd name="connsiteX15" fmla="*/ 9632706 w 10373768"/>
              <a:gd name="connsiteY15" fmla="*/ 246163 h 418315"/>
              <a:gd name="connsiteX16" fmla="*/ 9609373 w 10373768"/>
              <a:gd name="connsiteY16" fmla="*/ 269703 h 418315"/>
              <a:gd name="connsiteX17" fmla="*/ 9586041 w 10373768"/>
              <a:gd name="connsiteY17" fmla="*/ 246163 h 418315"/>
              <a:gd name="connsiteX18" fmla="*/ 9609373 w 10373768"/>
              <a:gd name="connsiteY18" fmla="*/ 222621 h 418315"/>
              <a:gd name="connsiteX19" fmla="*/ 0 w 10373768"/>
              <a:gd name="connsiteY19" fmla="*/ 79176 h 418315"/>
              <a:gd name="connsiteX20" fmla="*/ 739665 w 10373768"/>
              <a:gd name="connsiteY20" fmla="*/ 79176 h 418315"/>
              <a:gd name="connsiteX21" fmla="*/ 9785339 w 10373768"/>
              <a:gd name="connsiteY21" fmla="*/ 82351 h 418315"/>
              <a:gd name="connsiteX22" fmla="*/ 9540864 w 10373768"/>
              <a:gd name="connsiteY22" fmla="*/ 135171 h 418315"/>
              <a:gd name="connsiteX23" fmla="*/ 9522411 w 10373768"/>
              <a:gd name="connsiteY23" fmla="*/ 153835 h 418315"/>
              <a:gd name="connsiteX24" fmla="*/ 9540864 w 10373768"/>
              <a:gd name="connsiteY24" fmla="*/ 177166 h 418315"/>
              <a:gd name="connsiteX25" fmla="*/ 9568541 w 10373768"/>
              <a:gd name="connsiteY25" fmla="*/ 200496 h 418315"/>
              <a:gd name="connsiteX26" fmla="*/ 9545478 w 10373768"/>
              <a:gd name="connsiteY26" fmla="*/ 228493 h 418315"/>
              <a:gd name="connsiteX27" fmla="*/ 9540864 w 10373768"/>
              <a:gd name="connsiteY27" fmla="*/ 228493 h 418315"/>
              <a:gd name="connsiteX28" fmla="*/ 9522411 w 10373768"/>
              <a:gd name="connsiteY28" fmla="*/ 247158 h 418315"/>
              <a:gd name="connsiteX29" fmla="*/ 9540864 w 10373768"/>
              <a:gd name="connsiteY29" fmla="*/ 270489 h 418315"/>
              <a:gd name="connsiteX30" fmla="*/ 9568541 w 10373768"/>
              <a:gd name="connsiteY30" fmla="*/ 293820 h 418315"/>
              <a:gd name="connsiteX31" fmla="*/ 9540864 w 10373768"/>
              <a:gd name="connsiteY31" fmla="*/ 321817 h 418315"/>
              <a:gd name="connsiteX32" fmla="*/ 9522411 w 10373768"/>
              <a:gd name="connsiteY32" fmla="*/ 345147 h 418315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40864 w 9785339"/>
              <a:gd name="connsiteY22" fmla="*/ 55995 h 339139"/>
              <a:gd name="connsiteX23" fmla="*/ 9522411 w 9785339"/>
              <a:gd name="connsiteY23" fmla="*/ 74659 h 339139"/>
              <a:gd name="connsiteX24" fmla="*/ 9540864 w 9785339"/>
              <a:gd name="connsiteY24" fmla="*/ 97990 h 339139"/>
              <a:gd name="connsiteX25" fmla="*/ 9568541 w 9785339"/>
              <a:gd name="connsiteY25" fmla="*/ 121320 h 339139"/>
              <a:gd name="connsiteX26" fmla="*/ 9545478 w 9785339"/>
              <a:gd name="connsiteY26" fmla="*/ 149317 h 339139"/>
              <a:gd name="connsiteX27" fmla="*/ 9540864 w 9785339"/>
              <a:gd name="connsiteY27" fmla="*/ 149317 h 339139"/>
              <a:gd name="connsiteX28" fmla="*/ 9522411 w 9785339"/>
              <a:gd name="connsiteY28" fmla="*/ 167982 h 339139"/>
              <a:gd name="connsiteX29" fmla="*/ 9540864 w 9785339"/>
              <a:gd name="connsiteY29" fmla="*/ 191313 h 339139"/>
              <a:gd name="connsiteX30" fmla="*/ 9568541 w 9785339"/>
              <a:gd name="connsiteY30" fmla="*/ 214644 h 339139"/>
              <a:gd name="connsiteX31" fmla="*/ 9540864 w 9785339"/>
              <a:gd name="connsiteY31" fmla="*/ 242641 h 339139"/>
              <a:gd name="connsiteX32" fmla="*/ 9522411 w 9785339"/>
              <a:gd name="connsiteY32" fmla="*/ 265971 h 339139"/>
              <a:gd name="connsiteX0" fmla="*/ 9598014 w 10504275"/>
              <a:gd name="connsiteY0" fmla="*/ 339139 h 339139"/>
              <a:gd name="connsiteX1" fmla="*/ 845227 w 10504275"/>
              <a:gd name="connsiteY1" fmla="*/ 335964 h 339139"/>
              <a:gd name="connsiteX2" fmla="*/ 0 w 10504275"/>
              <a:gd name="connsiteY2" fmla="*/ 335964 h 339139"/>
              <a:gd name="connsiteX3" fmla="*/ 0 w 10504275"/>
              <a:gd name="connsiteY3" fmla="*/ 0 h 339139"/>
              <a:gd name="connsiteX4" fmla="*/ 9632706 w 10504275"/>
              <a:gd name="connsiteY4" fmla="*/ 261358 h 339139"/>
              <a:gd name="connsiteX5" fmla="*/ 9609373 w 10504275"/>
              <a:gd name="connsiteY5" fmla="*/ 284899 h 339139"/>
              <a:gd name="connsiteX6" fmla="*/ 9586041 w 10504275"/>
              <a:gd name="connsiteY6" fmla="*/ 261358 h 339139"/>
              <a:gd name="connsiteX7" fmla="*/ 9609373 w 10504275"/>
              <a:gd name="connsiteY7" fmla="*/ 237817 h 339139"/>
              <a:gd name="connsiteX8" fmla="*/ 9598014 w 10504275"/>
              <a:gd name="connsiteY8" fmla="*/ 339139 h 339139"/>
              <a:gd name="connsiteX9" fmla="*/ 9669650 w 10504275"/>
              <a:gd name="connsiteY9" fmla="*/ 200069 h 339139"/>
              <a:gd name="connsiteX10" fmla="*/ 9683261 w 10504275"/>
              <a:gd name="connsiteY10" fmla="*/ 212909 h 339139"/>
              <a:gd name="connsiteX11" fmla="*/ 9669650 w 10504275"/>
              <a:gd name="connsiteY11" fmla="*/ 225749 h 339139"/>
              <a:gd name="connsiteX12" fmla="*/ 9656038 w 10504275"/>
              <a:gd name="connsiteY12" fmla="*/ 212909 h 339139"/>
              <a:gd name="connsiteX13" fmla="*/ 9669650 w 10504275"/>
              <a:gd name="connsiteY13" fmla="*/ 200069 h 339139"/>
              <a:gd name="connsiteX14" fmla="*/ 9609373 w 10504275"/>
              <a:gd name="connsiteY14" fmla="*/ 143445 h 339139"/>
              <a:gd name="connsiteX15" fmla="*/ 9632706 w 10504275"/>
              <a:gd name="connsiteY15" fmla="*/ 166987 h 339139"/>
              <a:gd name="connsiteX16" fmla="*/ 9609373 w 10504275"/>
              <a:gd name="connsiteY16" fmla="*/ 190527 h 339139"/>
              <a:gd name="connsiteX17" fmla="*/ 9586041 w 10504275"/>
              <a:gd name="connsiteY17" fmla="*/ 166987 h 339139"/>
              <a:gd name="connsiteX18" fmla="*/ 9609373 w 10504275"/>
              <a:gd name="connsiteY18" fmla="*/ 143445 h 339139"/>
              <a:gd name="connsiteX19" fmla="*/ 0 w 10504275"/>
              <a:gd name="connsiteY19" fmla="*/ 0 h 339139"/>
              <a:gd name="connsiteX20" fmla="*/ 739665 w 10504275"/>
              <a:gd name="connsiteY20" fmla="*/ 0 h 339139"/>
              <a:gd name="connsiteX21" fmla="*/ 9785339 w 10504275"/>
              <a:gd name="connsiteY21" fmla="*/ 3175 h 339139"/>
              <a:gd name="connsiteX22" fmla="*/ 9896464 w 10504275"/>
              <a:gd name="connsiteY22" fmla="*/ 294120 h 339139"/>
              <a:gd name="connsiteX23" fmla="*/ 9522411 w 10504275"/>
              <a:gd name="connsiteY23" fmla="*/ 74659 h 339139"/>
              <a:gd name="connsiteX24" fmla="*/ 9540864 w 10504275"/>
              <a:gd name="connsiteY24" fmla="*/ 97990 h 339139"/>
              <a:gd name="connsiteX25" fmla="*/ 9568541 w 10504275"/>
              <a:gd name="connsiteY25" fmla="*/ 121320 h 339139"/>
              <a:gd name="connsiteX26" fmla="*/ 9545478 w 10504275"/>
              <a:gd name="connsiteY26" fmla="*/ 149317 h 339139"/>
              <a:gd name="connsiteX27" fmla="*/ 9540864 w 10504275"/>
              <a:gd name="connsiteY27" fmla="*/ 149317 h 339139"/>
              <a:gd name="connsiteX28" fmla="*/ 9522411 w 10504275"/>
              <a:gd name="connsiteY28" fmla="*/ 167982 h 339139"/>
              <a:gd name="connsiteX29" fmla="*/ 9540864 w 10504275"/>
              <a:gd name="connsiteY29" fmla="*/ 191313 h 339139"/>
              <a:gd name="connsiteX30" fmla="*/ 9568541 w 10504275"/>
              <a:gd name="connsiteY30" fmla="*/ 214644 h 339139"/>
              <a:gd name="connsiteX31" fmla="*/ 9540864 w 10504275"/>
              <a:gd name="connsiteY31" fmla="*/ 242641 h 339139"/>
              <a:gd name="connsiteX32" fmla="*/ 9522411 w 10504275"/>
              <a:gd name="connsiteY32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32" fmla="*/ 9598014 w 10381792"/>
              <a:gd name="connsiteY32" fmla="*/ 339139 h 339139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22411 w 9785339"/>
              <a:gd name="connsiteY22" fmla="*/ 74659 h 339139"/>
              <a:gd name="connsiteX23" fmla="*/ 9540864 w 9785339"/>
              <a:gd name="connsiteY23" fmla="*/ 97990 h 339139"/>
              <a:gd name="connsiteX24" fmla="*/ 9568541 w 9785339"/>
              <a:gd name="connsiteY24" fmla="*/ 121320 h 339139"/>
              <a:gd name="connsiteX25" fmla="*/ 9545478 w 9785339"/>
              <a:gd name="connsiteY25" fmla="*/ 149317 h 339139"/>
              <a:gd name="connsiteX26" fmla="*/ 9540864 w 9785339"/>
              <a:gd name="connsiteY26" fmla="*/ 149317 h 339139"/>
              <a:gd name="connsiteX27" fmla="*/ 9522411 w 9785339"/>
              <a:gd name="connsiteY27" fmla="*/ 167982 h 339139"/>
              <a:gd name="connsiteX28" fmla="*/ 9540864 w 9785339"/>
              <a:gd name="connsiteY28" fmla="*/ 191313 h 339139"/>
              <a:gd name="connsiteX29" fmla="*/ 9568541 w 9785339"/>
              <a:gd name="connsiteY29" fmla="*/ 214644 h 339139"/>
              <a:gd name="connsiteX30" fmla="*/ 9540864 w 9785339"/>
              <a:gd name="connsiteY30" fmla="*/ 242641 h 339139"/>
              <a:gd name="connsiteX31" fmla="*/ 9522411 w 9785339"/>
              <a:gd name="connsiteY31" fmla="*/ 265971 h 339139"/>
              <a:gd name="connsiteX32" fmla="*/ 9598014 w 9785339"/>
              <a:gd name="connsiteY32" fmla="*/ 339139 h 339139"/>
              <a:gd name="connsiteX33" fmla="*/ 0 w 9785339"/>
              <a:gd name="connsiteY33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609373 w 10386312"/>
              <a:gd name="connsiteY14" fmla="*/ 143445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9609373 w 10386312"/>
              <a:gd name="connsiteY18" fmla="*/ 143445 h 339139"/>
              <a:gd name="connsiteX19" fmla="*/ 0 w 10386312"/>
              <a:gd name="connsiteY19" fmla="*/ 0 h 339139"/>
              <a:gd name="connsiteX20" fmla="*/ 739665 w 10386312"/>
              <a:gd name="connsiteY20" fmla="*/ 0 h 339139"/>
              <a:gd name="connsiteX21" fmla="*/ 9785339 w 10386312"/>
              <a:gd name="connsiteY21" fmla="*/ 3175 h 339139"/>
              <a:gd name="connsiteX22" fmla="*/ 9540864 w 10386312"/>
              <a:gd name="connsiteY22" fmla="*/ 97990 h 339139"/>
              <a:gd name="connsiteX23" fmla="*/ 9568541 w 10386312"/>
              <a:gd name="connsiteY23" fmla="*/ 121320 h 339139"/>
              <a:gd name="connsiteX24" fmla="*/ 9545478 w 10386312"/>
              <a:gd name="connsiteY24" fmla="*/ 149317 h 339139"/>
              <a:gd name="connsiteX25" fmla="*/ 9540864 w 10386312"/>
              <a:gd name="connsiteY25" fmla="*/ 149317 h 339139"/>
              <a:gd name="connsiteX26" fmla="*/ 9522411 w 10386312"/>
              <a:gd name="connsiteY26" fmla="*/ 167982 h 339139"/>
              <a:gd name="connsiteX27" fmla="*/ 9540864 w 10386312"/>
              <a:gd name="connsiteY27" fmla="*/ 191313 h 339139"/>
              <a:gd name="connsiteX28" fmla="*/ 9568541 w 10386312"/>
              <a:gd name="connsiteY28" fmla="*/ 214644 h 339139"/>
              <a:gd name="connsiteX29" fmla="*/ 9540864 w 10386312"/>
              <a:gd name="connsiteY29" fmla="*/ 242641 h 339139"/>
              <a:gd name="connsiteX30" fmla="*/ 9522411 w 10386312"/>
              <a:gd name="connsiteY30" fmla="*/ 265971 h 339139"/>
              <a:gd name="connsiteX31" fmla="*/ 9598014 w 10386312"/>
              <a:gd name="connsiteY31" fmla="*/ 339139 h 339139"/>
              <a:gd name="connsiteX32" fmla="*/ 0 w 10386312"/>
              <a:gd name="connsiteY32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586041 w 10386312"/>
              <a:gd name="connsiteY14" fmla="*/ 166987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0 w 10386312"/>
              <a:gd name="connsiteY18" fmla="*/ 0 h 339139"/>
              <a:gd name="connsiteX19" fmla="*/ 739665 w 10386312"/>
              <a:gd name="connsiteY19" fmla="*/ 0 h 339139"/>
              <a:gd name="connsiteX20" fmla="*/ 9785339 w 10386312"/>
              <a:gd name="connsiteY20" fmla="*/ 3175 h 339139"/>
              <a:gd name="connsiteX21" fmla="*/ 9540864 w 10386312"/>
              <a:gd name="connsiteY21" fmla="*/ 97990 h 339139"/>
              <a:gd name="connsiteX22" fmla="*/ 9568541 w 10386312"/>
              <a:gd name="connsiteY22" fmla="*/ 121320 h 339139"/>
              <a:gd name="connsiteX23" fmla="*/ 9545478 w 10386312"/>
              <a:gd name="connsiteY23" fmla="*/ 149317 h 339139"/>
              <a:gd name="connsiteX24" fmla="*/ 9540864 w 10386312"/>
              <a:gd name="connsiteY24" fmla="*/ 149317 h 339139"/>
              <a:gd name="connsiteX25" fmla="*/ 9522411 w 10386312"/>
              <a:gd name="connsiteY25" fmla="*/ 167982 h 339139"/>
              <a:gd name="connsiteX26" fmla="*/ 9540864 w 10386312"/>
              <a:gd name="connsiteY26" fmla="*/ 191313 h 339139"/>
              <a:gd name="connsiteX27" fmla="*/ 9568541 w 10386312"/>
              <a:gd name="connsiteY27" fmla="*/ 214644 h 339139"/>
              <a:gd name="connsiteX28" fmla="*/ 9540864 w 10386312"/>
              <a:gd name="connsiteY28" fmla="*/ 242641 h 339139"/>
              <a:gd name="connsiteX29" fmla="*/ 9522411 w 10386312"/>
              <a:gd name="connsiteY29" fmla="*/ 265971 h 339139"/>
              <a:gd name="connsiteX30" fmla="*/ 9598014 w 10386312"/>
              <a:gd name="connsiteY30" fmla="*/ 339139 h 339139"/>
              <a:gd name="connsiteX31" fmla="*/ 0 w 10386312"/>
              <a:gd name="connsiteY31" fmla="*/ 0 h 339139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609373 w 10386312"/>
              <a:gd name="connsiteY5" fmla="*/ 284899 h 347620"/>
              <a:gd name="connsiteX6" fmla="*/ 9586041 w 10386312"/>
              <a:gd name="connsiteY6" fmla="*/ 261358 h 347620"/>
              <a:gd name="connsiteX7" fmla="*/ 9609373 w 10386312"/>
              <a:gd name="connsiteY7" fmla="*/ 237817 h 347620"/>
              <a:gd name="connsiteX8" fmla="*/ 9598014 w 10386312"/>
              <a:gd name="connsiteY8" fmla="*/ 339139 h 347620"/>
              <a:gd name="connsiteX9" fmla="*/ 9669650 w 10386312"/>
              <a:gd name="connsiteY9" fmla="*/ 200069 h 347620"/>
              <a:gd name="connsiteX10" fmla="*/ 9683261 w 10386312"/>
              <a:gd name="connsiteY10" fmla="*/ 212909 h 347620"/>
              <a:gd name="connsiteX11" fmla="*/ 9669650 w 10386312"/>
              <a:gd name="connsiteY11" fmla="*/ 225749 h 347620"/>
              <a:gd name="connsiteX12" fmla="*/ 9656038 w 10386312"/>
              <a:gd name="connsiteY12" fmla="*/ 212909 h 347620"/>
              <a:gd name="connsiteX13" fmla="*/ 9669650 w 10386312"/>
              <a:gd name="connsiteY13" fmla="*/ 200069 h 347620"/>
              <a:gd name="connsiteX14" fmla="*/ 9586041 w 10386312"/>
              <a:gd name="connsiteY14" fmla="*/ 166987 h 347620"/>
              <a:gd name="connsiteX15" fmla="*/ 9632706 w 10386312"/>
              <a:gd name="connsiteY15" fmla="*/ 166987 h 347620"/>
              <a:gd name="connsiteX16" fmla="*/ 9609373 w 10386312"/>
              <a:gd name="connsiteY16" fmla="*/ 190527 h 347620"/>
              <a:gd name="connsiteX17" fmla="*/ 9586041 w 10386312"/>
              <a:gd name="connsiteY17" fmla="*/ 166987 h 347620"/>
              <a:gd name="connsiteX18" fmla="*/ 0 w 10386312"/>
              <a:gd name="connsiteY18" fmla="*/ 0 h 347620"/>
              <a:gd name="connsiteX19" fmla="*/ 739665 w 10386312"/>
              <a:gd name="connsiteY19" fmla="*/ 0 h 347620"/>
              <a:gd name="connsiteX20" fmla="*/ 9785339 w 10386312"/>
              <a:gd name="connsiteY20" fmla="*/ 3175 h 347620"/>
              <a:gd name="connsiteX21" fmla="*/ 9540864 w 10386312"/>
              <a:gd name="connsiteY21" fmla="*/ 97990 h 347620"/>
              <a:gd name="connsiteX22" fmla="*/ 9568541 w 10386312"/>
              <a:gd name="connsiteY22" fmla="*/ 121320 h 347620"/>
              <a:gd name="connsiteX23" fmla="*/ 9545478 w 10386312"/>
              <a:gd name="connsiteY23" fmla="*/ 149317 h 347620"/>
              <a:gd name="connsiteX24" fmla="*/ 9540864 w 10386312"/>
              <a:gd name="connsiteY24" fmla="*/ 149317 h 347620"/>
              <a:gd name="connsiteX25" fmla="*/ 9522411 w 10386312"/>
              <a:gd name="connsiteY25" fmla="*/ 167982 h 347620"/>
              <a:gd name="connsiteX26" fmla="*/ 9540864 w 10386312"/>
              <a:gd name="connsiteY26" fmla="*/ 191313 h 347620"/>
              <a:gd name="connsiteX27" fmla="*/ 9568541 w 10386312"/>
              <a:gd name="connsiteY27" fmla="*/ 214644 h 347620"/>
              <a:gd name="connsiteX28" fmla="*/ 9540864 w 10386312"/>
              <a:gd name="connsiteY28" fmla="*/ 242641 h 347620"/>
              <a:gd name="connsiteX29" fmla="*/ 9598014 w 10386312"/>
              <a:gd name="connsiteY29" fmla="*/ 339139 h 347620"/>
              <a:gd name="connsiteX30" fmla="*/ 0 w 10386312"/>
              <a:gd name="connsiteY3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609373 w 10386312"/>
              <a:gd name="connsiteY6" fmla="*/ 237817 h 347620"/>
              <a:gd name="connsiteX7" fmla="*/ 9598014 w 10386312"/>
              <a:gd name="connsiteY7" fmla="*/ 339139 h 347620"/>
              <a:gd name="connsiteX8" fmla="*/ 9669650 w 10386312"/>
              <a:gd name="connsiteY8" fmla="*/ 200069 h 347620"/>
              <a:gd name="connsiteX9" fmla="*/ 9683261 w 10386312"/>
              <a:gd name="connsiteY9" fmla="*/ 212909 h 347620"/>
              <a:gd name="connsiteX10" fmla="*/ 9669650 w 10386312"/>
              <a:gd name="connsiteY10" fmla="*/ 225749 h 347620"/>
              <a:gd name="connsiteX11" fmla="*/ 9656038 w 10386312"/>
              <a:gd name="connsiteY11" fmla="*/ 212909 h 347620"/>
              <a:gd name="connsiteX12" fmla="*/ 9669650 w 10386312"/>
              <a:gd name="connsiteY12" fmla="*/ 200069 h 347620"/>
              <a:gd name="connsiteX13" fmla="*/ 9586041 w 10386312"/>
              <a:gd name="connsiteY13" fmla="*/ 166987 h 347620"/>
              <a:gd name="connsiteX14" fmla="*/ 9632706 w 10386312"/>
              <a:gd name="connsiteY14" fmla="*/ 166987 h 347620"/>
              <a:gd name="connsiteX15" fmla="*/ 9609373 w 10386312"/>
              <a:gd name="connsiteY15" fmla="*/ 190527 h 347620"/>
              <a:gd name="connsiteX16" fmla="*/ 9586041 w 10386312"/>
              <a:gd name="connsiteY16" fmla="*/ 166987 h 347620"/>
              <a:gd name="connsiteX17" fmla="*/ 0 w 10386312"/>
              <a:gd name="connsiteY17" fmla="*/ 0 h 347620"/>
              <a:gd name="connsiteX18" fmla="*/ 739665 w 10386312"/>
              <a:gd name="connsiteY18" fmla="*/ 0 h 347620"/>
              <a:gd name="connsiteX19" fmla="*/ 9785339 w 10386312"/>
              <a:gd name="connsiteY19" fmla="*/ 3175 h 347620"/>
              <a:gd name="connsiteX20" fmla="*/ 9540864 w 10386312"/>
              <a:gd name="connsiteY20" fmla="*/ 97990 h 347620"/>
              <a:gd name="connsiteX21" fmla="*/ 9568541 w 10386312"/>
              <a:gd name="connsiteY21" fmla="*/ 121320 h 347620"/>
              <a:gd name="connsiteX22" fmla="*/ 9545478 w 10386312"/>
              <a:gd name="connsiteY22" fmla="*/ 149317 h 347620"/>
              <a:gd name="connsiteX23" fmla="*/ 9540864 w 10386312"/>
              <a:gd name="connsiteY23" fmla="*/ 149317 h 347620"/>
              <a:gd name="connsiteX24" fmla="*/ 9522411 w 10386312"/>
              <a:gd name="connsiteY24" fmla="*/ 167982 h 347620"/>
              <a:gd name="connsiteX25" fmla="*/ 9540864 w 10386312"/>
              <a:gd name="connsiteY25" fmla="*/ 191313 h 347620"/>
              <a:gd name="connsiteX26" fmla="*/ 9568541 w 10386312"/>
              <a:gd name="connsiteY26" fmla="*/ 214644 h 347620"/>
              <a:gd name="connsiteX27" fmla="*/ 9540864 w 10386312"/>
              <a:gd name="connsiteY27" fmla="*/ 242641 h 347620"/>
              <a:gd name="connsiteX28" fmla="*/ 9598014 w 10386312"/>
              <a:gd name="connsiteY28" fmla="*/ 339139 h 347620"/>
              <a:gd name="connsiteX29" fmla="*/ 0 w 10386312"/>
              <a:gd name="connsiteY29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598014 w 10386312"/>
              <a:gd name="connsiteY6" fmla="*/ 339139 h 347620"/>
              <a:gd name="connsiteX7" fmla="*/ 9669650 w 10386312"/>
              <a:gd name="connsiteY7" fmla="*/ 200069 h 347620"/>
              <a:gd name="connsiteX8" fmla="*/ 9683261 w 10386312"/>
              <a:gd name="connsiteY8" fmla="*/ 212909 h 347620"/>
              <a:gd name="connsiteX9" fmla="*/ 9669650 w 10386312"/>
              <a:gd name="connsiteY9" fmla="*/ 225749 h 347620"/>
              <a:gd name="connsiteX10" fmla="*/ 9656038 w 10386312"/>
              <a:gd name="connsiteY10" fmla="*/ 212909 h 347620"/>
              <a:gd name="connsiteX11" fmla="*/ 9669650 w 10386312"/>
              <a:gd name="connsiteY11" fmla="*/ 200069 h 347620"/>
              <a:gd name="connsiteX12" fmla="*/ 9586041 w 10386312"/>
              <a:gd name="connsiteY12" fmla="*/ 166987 h 347620"/>
              <a:gd name="connsiteX13" fmla="*/ 9632706 w 10386312"/>
              <a:gd name="connsiteY13" fmla="*/ 166987 h 347620"/>
              <a:gd name="connsiteX14" fmla="*/ 9609373 w 10386312"/>
              <a:gd name="connsiteY14" fmla="*/ 190527 h 347620"/>
              <a:gd name="connsiteX15" fmla="*/ 9586041 w 10386312"/>
              <a:gd name="connsiteY15" fmla="*/ 166987 h 347620"/>
              <a:gd name="connsiteX16" fmla="*/ 0 w 10386312"/>
              <a:gd name="connsiteY16" fmla="*/ 0 h 347620"/>
              <a:gd name="connsiteX17" fmla="*/ 739665 w 10386312"/>
              <a:gd name="connsiteY17" fmla="*/ 0 h 347620"/>
              <a:gd name="connsiteX18" fmla="*/ 9785339 w 10386312"/>
              <a:gd name="connsiteY18" fmla="*/ 3175 h 347620"/>
              <a:gd name="connsiteX19" fmla="*/ 9540864 w 10386312"/>
              <a:gd name="connsiteY19" fmla="*/ 97990 h 347620"/>
              <a:gd name="connsiteX20" fmla="*/ 9568541 w 10386312"/>
              <a:gd name="connsiteY20" fmla="*/ 121320 h 347620"/>
              <a:gd name="connsiteX21" fmla="*/ 9545478 w 10386312"/>
              <a:gd name="connsiteY21" fmla="*/ 149317 h 347620"/>
              <a:gd name="connsiteX22" fmla="*/ 9540864 w 10386312"/>
              <a:gd name="connsiteY22" fmla="*/ 149317 h 347620"/>
              <a:gd name="connsiteX23" fmla="*/ 9522411 w 10386312"/>
              <a:gd name="connsiteY23" fmla="*/ 167982 h 347620"/>
              <a:gd name="connsiteX24" fmla="*/ 9540864 w 10386312"/>
              <a:gd name="connsiteY24" fmla="*/ 191313 h 347620"/>
              <a:gd name="connsiteX25" fmla="*/ 9568541 w 10386312"/>
              <a:gd name="connsiteY25" fmla="*/ 214644 h 347620"/>
              <a:gd name="connsiteX26" fmla="*/ 9540864 w 10386312"/>
              <a:gd name="connsiteY26" fmla="*/ 242641 h 347620"/>
              <a:gd name="connsiteX27" fmla="*/ 9598014 w 10386312"/>
              <a:gd name="connsiteY27" fmla="*/ 339139 h 347620"/>
              <a:gd name="connsiteX28" fmla="*/ 0 w 10386312"/>
              <a:gd name="connsiteY28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86041 w 10386312"/>
              <a:gd name="connsiteY4" fmla="*/ 261358 h 347620"/>
              <a:gd name="connsiteX5" fmla="*/ 9598014 w 10386312"/>
              <a:gd name="connsiteY5" fmla="*/ 339139 h 347620"/>
              <a:gd name="connsiteX6" fmla="*/ 9669650 w 10386312"/>
              <a:gd name="connsiteY6" fmla="*/ 200069 h 347620"/>
              <a:gd name="connsiteX7" fmla="*/ 9683261 w 10386312"/>
              <a:gd name="connsiteY7" fmla="*/ 212909 h 347620"/>
              <a:gd name="connsiteX8" fmla="*/ 9669650 w 10386312"/>
              <a:gd name="connsiteY8" fmla="*/ 225749 h 347620"/>
              <a:gd name="connsiteX9" fmla="*/ 9656038 w 10386312"/>
              <a:gd name="connsiteY9" fmla="*/ 212909 h 347620"/>
              <a:gd name="connsiteX10" fmla="*/ 9669650 w 10386312"/>
              <a:gd name="connsiteY10" fmla="*/ 200069 h 347620"/>
              <a:gd name="connsiteX11" fmla="*/ 9586041 w 10386312"/>
              <a:gd name="connsiteY11" fmla="*/ 166987 h 347620"/>
              <a:gd name="connsiteX12" fmla="*/ 9632706 w 10386312"/>
              <a:gd name="connsiteY12" fmla="*/ 166987 h 347620"/>
              <a:gd name="connsiteX13" fmla="*/ 9609373 w 10386312"/>
              <a:gd name="connsiteY13" fmla="*/ 190527 h 347620"/>
              <a:gd name="connsiteX14" fmla="*/ 9586041 w 10386312"/>
              <a:gd name="connsiteY14" fmla="*/ 166987 h 347620"/>
              <a:gd name="connsiteX15" fmla="*/ 0 w 10386312"/>
              <a:gd name="connsiteY15" fmla="*/ 0 h 347620"/>
              <a:gd name="connsiteX16" fmla="*/ 739665 w 10386312"/>
              <a:gd name="connsiteY16" fmla="*/ 0 h 347620"/>
              <a:gd name="connsiteX17" fmla="*/ 9785339 w 10386312"/>
              <a:gd name="connsiteY17" fmla="*/ 3175 h 347620"/>
              <a:gd name="connsiteX18" fmla="*/ 9540864 w 10386312"/>
              <a:gd name="connsiteY18" fmla="*/ 97990 h 347620"/>
              <a:gd name="connsiteX19" fmla="*/ 9568541 w 10386312"/>
              <a:gd name="connsiteY19" fmla="*/ 121320 h 347620"/>
              <a:gd name="connsiteX20" fmla="*/ 9545478 w 10386312"/>
              <a:gd name="connsiteY20" fmla="*/ 149317 h 347620"/>
              <a:gd name="connsiteX21" fmla="*/ 9540864 w 10386312"/>
              <a:gd name="connsiteY21" fmla="*/ 149317 h 347620"/>
              <a:gd name="connsiteX22" fmla="*/ 9522411 w 10386312"/>
              <a:gd name="connsiteY22" fmla="*/ 167982 h 347620"/>
              <a:gd name="connsiteX23" fmla="*/ 9540864 w 10386312"/>
              <a:gd name="connsiteY23" fmla="*/ 191313 h 347620"/>
              <a:gd name="connsiteX24" fmla="*/ 9568541 w 10386312"/>
              <a:gd name="connsiteY24" fmla="*/ 214644 h 347620"/>
              <a:gd name="connsiteX25" fmla="*/ 9540864 w 10386312"/>
              <a:gd name="connsiteY25" fmla="*/ 242641 h 347620"/>
              <a:gd name="connsiteX26" fmla="*/ 9598014 w 10386312"/>
              <a:gd name="connsiteY26" fmla="*/ 339139 h 347620"/>
              <a:gd name="connsiteX27" fmla="*/ 0 w 10386312"/>
              <a:gd name="connsiteY27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0006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669650 w 10386312"/>
              <a:gd name="connsiteY9" fmla="*/ 200069 h 347620"/>
              <a:gd name="connsiteX10" fmla="*/ 9586041 w 10386312"/>
              <a:gd name="connsiteY10" fmla="*/ 166987 h 347620"/>
              <a:gd name="connsiteX11" fmla="*/ 9632706 w 10386312"/>
              <a:gd name="connsiteY11" fmla="*/ 166987 h 347620"/>
              <a:gd name="connsiteX12" fmla="*/ 9609373 w 10386312"/>
              <a:gd name="connsiteY12" fmla="*/ 190527 h 347620"/>
              <a:gd name="connsiteX13" fmla="*/ 9586041 w 10386312"/>
              <a:gd name="connsiteY13" fmla="*/ 166987 h 347620"/>
              <a:gd name="connsiteX14" fmla="*/ 0 w 10386312"/>
              <a:gd name="connsiteY14" fmla="*/ 0 h 347620"/>
              <a:gd name="connsiteX15" fmla="*/ 739665 w 10386312"/>
              <a:gd name="connsiteY15" fmla="*/ 0 h 347620"/>
              <a:gd name="connsiteX16" fmla="*/ 9785339 w 10386312"/>
              <a:gd name="connsiteY16" fmla="*/ 3175 h 347620"/>
              <a:gd name="connsiteX17" fmla="*/ 9540864 w 10386312"/>
              <a:gd name="connsiteY17" fmla="*/ 97990 h 347620"/>
              <a:gd name="connsiteX18" fmla="*/ 9568541 w 10386312"/>
              <a:gd name="connsiteY18" fmla="*/ 121320 h 347620"/>
              <a:gd name="connsiteX19" fmla="*/ 9545478 w 10386312"/>
              <a:gd name="connsiteY19" fmla="*/ 149317 h 347620"/>
              <a:gd name="connsiteX20" fmla="*/ 9540864 w 10386312"/>
              <a:gd name="connsiteY20" fmla="*/ 149317 h 347620"/>
              <a:gd name="connsiteX21" fmla="*/ 9522411 w 10386312"/>
              <a:gd name="connsiteY21" fmla="*/ 167982 h 347620"/>
              <a:gd name="connsiteX22" fmla="*/ 9540864 w 10386312"/>
              <a:gd name="connsiteY22" fmla="*/ 191313 h 347620"/>
              <a:gd name="connsiteX23" fmla="*/ 9568541 w 10386312"/>
              <a:gd name="connsiteY23" fmla="*/ 214644 h 347620"/>
              <a:gd name="connsiteX24" fmla="*/ 9540864 w 10386312"/>
              <a:gd name="connsiteY24" fmla="*/ 242641 h 347620"/>
              <a:gd name="connsiteX25" fmla="*/ 9598014 w 10386312"/>
              <a:gd name="connsiteY25" fmla="*/ 339139 h 347620"/>
              <a:gd name="connsiteX26" fmla="*/ 0 w 10386312"/>
              <a:gd name="connsiteY26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56038 w 10386312"/>
              <a:gd name="connsiteY5" fmla="*/ 21290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586041 w 10386312"/>
              <a:gd name="connsiteY9" fmla="*/ 166987 h 347620"/>
              <a:gd name="connsiteX10" fmla="*/ 9632706 w 10386312"/>
              <a:gd name="connsiteY10" fmla="*/ 166987 h 347620"/>
              <a:gd name="connsiteX11" fmla="*/ 9609373 w 10386312"/>
              <a:gd name="connsiteY11" fmla="*/ 190527 h 347620"/>
              <a:gd name="connsiteX12" fmla="*/ 9586041 w 10386312"/>
              <a:gd name="connsiteY12" fmla="*/ 166987 h 347620"/>
              <a:gd name="connsiteX13" fmla="*/ 0 w 10386312"/>
              <a:gd name="connsiteY13" fmla="*/ 0 h 347620"/>
              <a:gd name="connsiteX14" fmla="*/ 739665 w 10386312"/>
              <a:gd name="connsiteY14" fmla="*/ 0 h 347620"/>
              <a:gd name="connsiteX15" fmla="*/ 9785339 w 10386312"/>
              <a:gd name="connsiteY15" fmla="*/ 3175 h 347620"/>
              <a:gd name="connsiteX16" fmla="*/ 9540864 w 10386312"/>
              <a:gd name="connsiteY16" fmla="*/ 97990 h 347620"/>
              <a:gd name="connsiteX17" fmla="*/ 9568541 w 10386312"/>
              <a:gd name="connsiteY17" fmla="*/ 121320 h 347620"/>
              <a:gd name="connsiteX18" fmla="*/ 9545478 w 10386312"/>
              <a:gd name="connsiteY18" fmla="*/ 149317 h 347620"/>
              <a:gd name="connsiteX19" fmla="*/ 9540864 w 10386312"/>
              <a:gd name="connsiteY19" fmla="*/ 149317 h 347620"/>
              <a:gd name="connsiteX20" fmla="*/ 9522411 w 10386312"/>
              <a:gd name="connsiteY20" fmla="*/ 167982 h 347620"/>
              <a:gd name="connsiteX21" fmla="*/ 9540864 w 10386312"/>
              <a:gd name="connsiteY21" fmla="*/ 191313 h 347620"/>
              <a:gd name="connsiteX22" fmla="*/ 9568541 w 10386312"/>
              <a:gd name="connsiteY22" fmla="*/ 214644 h 347620"/>
              <a:gd name="connsiteX23" fmla="*/ 9540864 w 10386312"/>
              <a:gd name="connsiteY23" fmla="*/ 242641 h 347620"/>
              <a:gd name="connsiteX24" fmla="*/ 9598014 w 10386312"/>
              <a:gd name="connsiteY24" fmla="*/ 339139 h 347620"/>
              <a:gd name="connsiteX25" fmla="*/ 0 w 10386312"/>
              <a:gd name="connsiteY25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2574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586041 w 10386312"/>
              <a:gd name="connsiteY8" fmla="*/ 166987 h 347620"/>
              <a:gd name="connsiteX9" fmla="*/ 9632706 w 10386312"/>
              <a:gd name="connsiteY9" fmla="*/ 166987 h 347620"/>
              <a:gd name="connsiteX10" fmla="*/ 9609373 w 10386312"/>
              <a:gd name="connsiteY10" fmla="*/ 190527 h 347620"/>
              <a:gd name="connsiteX11" fmla="*/ 9586041 w 10386312"/>
              <a:gd name="connsiteY11" fmla="*/ 166987 h 347620"/>
              <a:gd name="connsiteX12" fmla="*/ 0 w 10386312"/>
              <a:gd name="connsiteY12" fmla="*/ 0 h 347620"/>
              <a:gd name="connsiteX13" fmla="*/ 739665 w 10386312"/>
              <a:gd name="connsiteY13" fmla="*/ 0 h 347620"/>
              <a:gd name="connsiteX14" fmla="*/ 9785339 w 10386312"/>
              <a:gd name="connsiteY14" fmla="*/ 3175 h 347620"/>
              <a:gd name="connsiteX15" fmla="*/ 9540864 w 10386312"/>
              <a:gd name="connsiteY15" fmla="*/ 97990 h 347620"/>
              <a:gd name="connsiteX16" fmla="*/ 9568541 w 10386312"/>
              <a:gd name="connsiteY16" fmla="*/ 121320 h 347620"/>
              <a:gd name="connsiteX17" fmla="*/ 9545478 w 10386312"/>
              <a:gd name="connsiteY17" fmla="*/ 149317 h 347620"/>
              <a:gd name="connsiteX18" fmla="*/ 9540864 w 10386312"/>
              <a:gd name="connsiteY18" fmla="*/ 149317 h 347620"/>
              <a:gd name="connsiteX19" fmla="*/ 9522411 w 10386312"/>
              <a:gd name="connsiteY19" fmla="*/ 167982 h 347620"/>
              <a:gd name="connsiteX20" fmla="*/ 9540864 w 10386312"/>
              <a:gd name="connsiteY20" fmla="*/ 191313 h 347620"/>
              <a:gd name="connsiteX21" fmla="*/ 9568541 w 10386312"/>
              <a:gd name="connsiteY21" fmla="*/ 214644 h 347620"/>
              <a:gd name="connsiteX22" fmla="*/ 9540864 w 10386312"/>
              <a:gd name="connsiteY22" fmla="*/ 242641 h 347620"/>
              <a:gd name="connsiteX23" fmla="*/ 9598014 w 10386312"/>
              <a:gd name="connsiteY23" fmla="*/ 339139 h 347620"/>
              <a:gd name="connsiteX24" fmla="*/ 0 w 10386312"/>
              <a:gd name="connsiteY24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32706 w 10386312"/>
              <a:gd name="connsiteY6" fmla="*/ 166987 h 347620"/>
              <a:gd name="connsiteX7" fmla="*/ 9609373 w 10386312"/>
              <a:gd name="connsiteY7" fmla="*/ 190527 h 347620"/>
              <a:gd name="connsiteX8" fmla="*/ 9586041 w 10386312"/>
              <a:gd name="connsiteY8" fmla="*/ 166987 h 347620"/>
              <a:gd name="connsiteX9" fmla="*/ 0 w 10386312"/>
              <a:gd name="connsiteY9" fmla="*/ 0 h 347620"/>
              <a:gd name="connsiteX10" fmla="*/ 739665 w 10386312"/>
              <a:gd name="connsiteY10" fmla="*/ 0 h 347620"/>
              <a:gd name="connsiteX11" fmla="*/ 9785339 w 10386312"/>
              <a:gd name="connsiteY11" fmla="*/ 3175 h 347620"/>
              <a:gd name="connsiteX12" fmla="*/ 9540864 w 10386312"/>
              <a:gd name="connsiteY12" fmla="*/ 97990 h 347620"/>
              <a:gd name="connsiteX13" fmla="*/ 9568541 w 10386312"/>
              <a:gd name="connsiteY13" fmla="*/ 121320 h 347620"/>
              <a:gd name="connsiteX14" fmla="*/ 9545478 w 10386312"/>
              <a:gd name="connsiteY14" fmla="*/ 149317 h 347620"/>
              <a:gd name="connsiteX15" fmla="*/ 9540864 w 10386312"/>
              <a:gd name="connsiteY15" fmla="*/ 149317 h 347620"/>
              <a:gd name="connsiteX16" fmla="*/ 9522411 w 10386312"/>
              <a:gd name="connsiteY16" fmla="*/ 167982 h 347620"/>
              <a:gd name="connsiteX17" fmla="*/ 9540864 w 10386312"/>
              <a:gd name="connsiteY17" fmla="*/ 191313 h 347620"/>
              <a:gd name="connsiteX18" fmla="*/ 9568541 w 10386312"/>
              <a:gd name="connsiteY18" fmla="*/ 214644 h 347620"/>
              <a:gd name="connsiteX19" fmla="*/ 9540864 w 10386312"/>
              <a:gd name="connsiteY19" fmla="*/ 242641 h 347620"/>
              <a:gd name="connsiteX20" fmla="*/ 9598014 w 10386312"/>
              <a:gd name="connsiteY20" fmla="*/ 339139 h 347620"/>
              <a:gd name="connsiteX21" fmla="*/ 0 w 10386312"/>
              <a:gd name="connsiteY21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09373 w 10386312"/>
              <a:gd name="connsiteY6" fmla="*/ 190527 h 347620"/>
              <a:gd name="connsiteX7" fmla="*/ 9586041 w 10386312"/>
              <a:gd name="connsiteY7" fmla="*/ 166987 h 347620"/>
              <a:gd name="connsiteX8" fmla="*/ 0 w 10386312"/>
              <a:gd name="connsiteY8" fmla="*/ 0 h 347620"/>
              <a:gd name="connsiteX9" fmla="*/ 739665 w 10386312"/>
              <a:gd name="connsiteY9" fmla="*/ 0 h 347620"/>
              <a:gd name="connsiteX10" fmla="*/ 9785339 w 10386312"/>
              <a:gd name="connsiteY10" fmla="*/ 3175 h 347620"/>
              <a:gd name="connsiteX11" fmla="*/ 9540864 w 10386312"/>
              <a:gd name="connsiteY11" fmla="*/ 97990 h 347620"/>
              <a:gd name="connsiteX12" fmla="*/ 9568541 w 10386312"/>
              <a:gd name="connsiteY12" fmla="*/ 121320 h 347620"/>
              <a:gd name="connsiteX13" fmla="*/ 9545478 w 10386312"/>
              <a:gd name="connsiteY13" fmla="*/ 149317 h 347620"/>
              <a:gd name="connsiteX14" fmla="*/ 9540864 w 10386312"/>
              <a:gd name="connsiteY14" fmla="*/ 149317 h 347620"/>
              <a:gd name="connsiteX15" fmla="*/ 9522411 w 10386312"/>
              <a:gd name="connsiteY15" fmla="*/ 167982 h 347620"/>
              <a:gd name="connsiteX16" fmla="*/ 9540864 w 10386312"/>
              <a:gd name="connsiteY16" fmla="*/ 191313 h 347620"/>
              <a:gd name="connsiteX17" fmla="*/ 9568541 w 10386312"/>
              <a:gd name="connsiteY17" fmla="*/ 214644 h 347620"/>
              <a:gd name="connsiteX18" fmla="*/ 9540864 w 10386312"/>
              <a:gd name="connsiteY18" fmla="*/ 242641 h 347620"/>
              <a:gd name="connsiteX19" fmla="*/ 9598014 w 10386312"/>
              <a:gd name="connsiteY19" fmla="*/ 339139 h 347620"/>
              <a:gd name="connsiteX20" fmla="*/ 0 w 10386312"/>
              <a:gd name="connsiteY2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0 w 10386312"/>
              <a:gd name="connsiteY5" fmla="*/ 0 h 347620"/>
              <a:gd name="connsiteX6" fmla="*/ 739665 w 10386312"/>
              <a:gd name="connsiteY6" fmla="*/ 0 h 347620"/>
              <a:gd name="connsiteX7" fmla="*/ 9785339 w 10386312"/>
              <a:gd name="connsiteY7" fmla="*/ 3175 h 347620"/>
              <a:gd name="connsiteX8" fmla="*/ 9540864 w 10386312"/>
              <a:gd name="connsiteY8" fmla="*/ 97990 h 347620"/>
              <a:gd name="connsiteX9" fmla="*/ 9568541 w 10386312"/>
              <a:gd name="connsiteY9" fmla="*/ 121320 h 347620"/>
              <a:gd name="connsiteX10" fmla="*/ 9545478 w 10386312"/>
              <a:gd name="connsiteY10" fmla="*/ 149317 h 347620"/>
              <a:gd name="connsiteX11" fmla="*/ 9540864 w 10386312"/>
              <a:gd name="connsiteY11" fmla="*/ 149317 h 347620"/>
              <a:gd name="connsiteX12" fmla="*/ 9522411 w 10386312"/>
              <a:gd name="connsiteY12" fmla="*/ 167982 h 347620"/>
              <a:gd name="connsiteX13" fmla="*/ 9540864 w 10386312"/>
              <a:gd name="connsiteY13" fmla="*/ 191313 h 347620"/>
              <a:gd name="connsiteX14" fmla="*/ 9568541 w 10386312"/>
              <a:gd name="connsiteY14" fmla="*/ 214644 h 347620"/>
              <a:gd name="connsiteX15" fmla="*/ 9540864 w 10386312"/>
              <a:gd name="connsiteY15" fmla="*/ 242641 h 347620"/>
              <a:gd name="connsiteX16" fmla="*/ 9598014 w 10386312"/>
              <a:gd name="connsiteY16" fmla="*/ 339139 h 347620"/>
              <a:gd name="connsiteX17" fmla="*/ 0 w 10386312"/>
              <a:gd name="connsiteY17" fmla="*/ 0 h 347620"/>
              <a:gd name="connsiteX0" fmla="*/ 9598014 w 10386312"/>
              <a:gd name="connsiteY0" fmla="*/ 339139 h 347838"/>
              <a:gd name="connsiteX1" fmla="*/ 845227 w 10386312"/>
              <a:gd name="connsiteY1" fmla="*/ 335964 h 347838"/>
              <a:gd name="connsiteX2" fmla="*/ 0 w 10386312"/>
              <a:gd name="connsiteY2" fmla="*/ 335964 h 347838"/>
              <a:gd name="connsiteX3" fmla="*/ 0 w 10386312"/>
              <a:gd name="connsiteY3" fmla="*/ 0 h 347838"/>
              <a:gd name="connsiteX4" fmla="*/ 9598014 w 10386312"/>
              <a:gd name="connsiteY4" fmla="*/ 339139 h 347838"/>
              <a:gd name="connsiteX5" fmla="*/ 0 w 10386312"/>
              <a:gd name="connsiteY5" fmla="*/ 0 h 347838"/>
              <a:gd name="connsiteX6" fmla="*/ 739665 w 10386312"/>
              <a:gd name="connsiteY6" fmla="*/ 0 h 347838"/>
              <a:gd name="connsiteX7" fmla="*/ 9785339 w 10386312"/>
              <a:gd name="connsiteY7" fmla="*/ 3175 h 347838"/>
              <a:gd name="connsiteX8" fmla="*/ 9540864 w 10386312"/>
              <a:gd name="connsiteY8" fmla="*/ 97990 h 347838"/>
              <a:gd name="connsiteX9" fmla="*/ 9568541 w 10386312"/>
              <a:gd name="connsiteY9" fmla="*/ 121320 h 347838"/>
              <a:gd name="connsiteX10" fmla="*/ 9545478 w 10386312"/>
              <a:gd name="connsiteY10" fmla="*/ 149317 h 347838"/>
              <a:gd name="connsiteX11" fmla="*/ 9540864 w 10386312"/>
              <a:gd name="connsiteY11" fmla="*/ 149317 h 347838"/>
              <a:gd name="connsiteX12" fmla="*/ 9522411 w 10386312"/>
              <a:gd name="connsiteY12" fmla="*/ 167982 h 347838"/>
              <a:gd name="connsiteX13" fmla="*/ 9540864 w 10386312"/>
              <a:gd name="connsiteY13" fmla="*/ 191313 h 347838"/>
              <a:gd name="connsiteX14" fmla="*/ 9540864 w 10386312"/>
              <a:gd name="connsiteY14" fmla="*/ 242641 h 347838"/>
              <a:gd name="connsiteX15" fmla="*/ 9598014 w 10386312"/>
              <a:gd name="connsiteY15" fmla="*/ 339139 h 347838"/>
              <a:gd name="connsiteX16" fmla="*/ 0 w 10386312"/>
              <a:gd name="connsiteY16" fmla="*/ 0 h 347838"/>
              <a:gd name="connsiteX0" fmla="*/ 9598014 w 10387052"/>
              <a:gd name="connsiteY0" fmla="*/ 339139 h 347838"/>
              <a:gd name="connsiteX1" fmla="*/ 845227 w 10387052"/>
              <a:gd name="connsiteY1" fmla="*/ 335964 h 347838"/>
              <a:gd name="connsiteX2" fmla="*/ 0 w 10387052"/>
              <a:gd name="connsiteY2" fmla="*/ 335964 h 347838"/>
              <a:gd name="connsiteX3" fmla="*/ 0 w 10387052"/>
              <a:gd name="connsiteY3" fmla="*/ 0 h 347838"/>
              <a:gd name="connsiteX4" fmla="*/ 9598014 w 10387052"/>
              <a:gd name="connsiteY4" fmla="*/ 339139 h 347838"/>
              <a:gd name="connsiteX5" fmla="*/ 0 w 10387052"/>
              <a:gd name="connsiteY5" fmla="*/ 0 h 347838"/>
              <a:gd name="connsiteX6" fmla="*/ 739665 w 10387052"/>
              <a:gd name="connsiteY6" fmla="*/ 0 h 347838"/>
              <a:gd name="connsiteX7" fmla="*/ 9785339 w 10387052"/>
              <a:gd name="connsiteY7" fmla="*/ 3175 h 347838"/>
              <a:gd name="connsiteX8" fmla="*/ 9540864 w 10387052"/>
              <a:gd name="connsiteY8" fmla="*/ 97990 h 347838"/>
              <a:gd name="connsiteX9" fmla="*/ 9545478 w 10387052"/>
              <a:gd name="connsiteY9" fmla="*/ 149317 h 347838"/>
              <a:gd name="connsiteX10" fmla="*/ 9540864 w 10387052"/>
              <a:gd name="connsiteY10" fmla="*/ 149317 h 347838"/>
              <a:gd name="connsiteX11" fmla="*/ 9522411 w 10387052"/>
              <a:gd name="connsiteY11" fmla="*/ 167982 h 347838"/>
              <a:gd name="connsiteX12" fmla="*/ 9540864 w 10387052"/>
              <a:gd name="connsiteY12" fmla="*/ 191313 h 347838"/>
              <a:gd name="connsiteX13" fmla="*/ 9540864 w 10387052"/>
              <a:gd name="connsiteY13" fmla="*/ 242641 h 347838"/>
              <a:gd name="connsiteX14" fmla="*/ 9598014 w 10387052"/>
              <a:gd name="connsiteY14" fmla="*/ 339139 h 347838"/>
              <a:gd name="connsiteX15" fmla="*/ 0 w 10387052"/>
              <a:gd name="connsiteY15" fmla="*/ 0 h 347838"/>
              <a:gd name="connsiteX0" fmla="*/ 9598014 w 10388562"/>
              <a:gd name="connsiteY0" fmla="*/ 339139 h 347838"/>
              <a:gd name="connsiteX1" fmla="*/ 845227 w 10388562"/>
              <a:gd name="connsiteY1" fmla="*/ 335964 h 347838"/>
              <a:gd name="connsiteX2" fmla="*/ 0 w 10388562"/>
              <a:gd name="connsiteY2" fmla="*/ 335964 h 347838"/>
              <a:gd name="connsiteX3" fmla="*/ 0 w 10388562"/>
              <a:gd name="connsiteY3" fmla="*/ 0 h 347838"/>
              <a:gd name="connsiteX4" fmla="*/ 9598014 w 10388562"/>
              <a:gd name="connsiteY4" fmla="*/ 339139 h 347838"/>
              <a:gd name="connsiteX5" fmla="*/ 0 w 10388562"/>
              <a:gd name="connsiteY5" fmla="*/ 0 h 347838"/>
              <a:gd name="connsiteX6" fmla="*/ 739665 w 10388562"/>
              <a:gd name="connsiteY6" fmla="*/ 0 h 347838"/>
              <a:gd name="connsiteX7" fmla="*/ 9785339 w 10388562"/>
              <a:gd name="connsiteY7" fmla="*/ 3175 h 347838"/>
              <a:gd name="connsiteX8" fmla="*/ 9545478 w 10388562"/>
              <a:gd name="connsiteY8" fmla="*/ 149317 h 347838"/>
              <a:gd name="connsiteX9" fmla="*/ 9540864 w 10388562"/>
              <a:gd name="connsiteY9" fmla="*/ 149317 h 347838"/>
              <a:gd name="connsiteX10" fmla="*/ 9522411 w 10388562"/>
              <a:gd name="connsiteY10" fmla="*/ 167982 h 347838"/>
              <a:gd name="connsiteX11" fmla="*/ 9540864 w 10388562"/>
              <a:gd name="connsiteY11" fmla="*/ 191313 h 347838"/>
              <a:gd name="connsiteX12" fmla="*/ 9540864 w 10388562"/>
              <a:gd name="connsiteY12" fmla="*/ 242641 h 347838"/>
              <a:gd name="connsiteX13" fmla="*/ 9598014 w 10388562"/>
              <a:gd name="connsiteY13" fmla="*/ 339139 h 347838"/>
              <a:gd name="connsiteX14" fmla="*/ 0 w 10388562"/>
              <a:gd name="connsiteY14" fmla="*/ 0 h 347838"/>
              <a:gd name="connsiteX0" fmla="*/ 9598014 w 10389157"/>
              <a:gd name="connsiteY0" fmla="*/ 339139 h 347838"/>
              <a:gd name="connsiteX1" fmla="*/ 845227 w 10389157"/>
              <a:gd name="connsiteY1" fmla="*/ 335964 h 347838"/>
              <a:gd name="connsiteX2" fmla="*/ 0 w 10389157"/>
              <a:gd name="connsiteY2" fmla="*/ 335964 h 347838"/>
              <a:gd name="connsiteX3" fmla="*/ 0 w 10389157"/>
              <a:gd name="connsiteY3" fmla="*/ 0 h 347838"/>
              <a:gd name="connsiteX4" fmla="*/ 9598014 w 10389157"/>
              <a:gd name="connsiteY4" fmla="*/ 339139 h 347838"/>
              <a:gd name="connsiteX5" fmla="*/ 0 w 10389157"/>
              <a:gd name="connsiteY5" fmla="*/ 0 h 347838"/>
              <a:gd name="connsiteX6" fmla="*/ 739665 w 10389157"/>
              <a:gd name="connsiteY6" fmla="*/ 0 h 347838"/>
              <a:gd name="connsiteX7" fmla="*/ 9785339 w 10389157"/>
              <a:gd name="connsiteY7" fmla="*/ 3175 h 347838"/>
              <a:gd name="connsiteX8" fmla="*/ 9545478 w 10389157"/>
              <a:gd name="connsiteY8" fmla="*/ 149317 h 347838"/>
              <a:gd name="connsiteX9" fmla="*/ 9522411 w 10389157"/>
              <a:gd name="connsiteY9" fmla="*/ 167982 h 347838"/>
              <a:gd name="connsiteX10" fmla="*/ 9540864 w 10389157"/>
              <a:gd name="connsiteY10" fmla="*/ 191313 h 347838"/>
              <a:gd name="connsiteX11" fmla="*/ 9540864 w 10389157"/>
              <a:gd name="connsiteY11" fmla="*/ 242641 h 347838"/>
              <a:gd name="connsiteX12" fmla="*/ 9598014 w 10389157"/>
              <a:gd name="connsiteY12" fmla="*/ 339139 h 347838"/>
              <a:gd name="connsiteX13" fmla="*/ 0 w 10389157"/>
              <a:gd name="connsiteY13" fmla="*/ 0 h 347838"/>
              <a:gd name="connsiteX0" fmla="*/ 9598014 w 10381792"/>
              <a:gd name="connsiteY0" fmla="*/ 339139 h 347838"/>
              <a:gd name="connsiteX1" fmla="*/ 845227 w 10381792"/>
              <a:gd name="connsiteY1" fmla="*/ 335964 h 347838"/>
              <a:gd name="connsiteX2" fmla="*/ 0 w 10381792"/>
              <a:gd name="connsiteY2" fmla="*/ 335964 h 347838"/>
              <a:gd name="connsiteX3" fmla="*/ 0 w 10381792"/>
              <a:gd name="connsiteY3" fmla="*/ 0 h 347838"/>
              <a:gd name="connsiteX4" fmla="*/ 9598014 w 10381792"/>
              <a:gd name="connsiteY4" fmla="*/ 339139 h 347838"/>
              <a:gd name="connsiteX5" fmla="*/ 0 w 10381792"/>
              <a:gd name="connsiteY5" fmla="*/ 0 h 347838"/>
              <a:gd name="connsiteX6" fmla="*/ 739665 w 10381792"/>
              <a:gd name="connsiteY6" fmla="*/ 0 h 347838"/>
              <a:gd name="connsiteX7" fmla="*/ 9785339 w 10381792"/>
              <a:gd name="connsiteY7" fmla="*/ 3175 h 347838"/>
              <a:gd name="connsiteX8" fmla="*/ 9522411 w 10381792"/>
              <a:gd name="connsiteY8" fmla="*/ 167982 h 347838"/>
              <a:gd name="connsiteX9" fmla="*/ 9540864 w 10381792"/>
              <a:gd name="connsiteY9" fmla="*/ 191313 h 347838"/>
              <a:gd name="connsiteX10" fmla="*/ 9540864 w 10381792"/>
              <a:gd name="connsiteY10" fmla="*/ 242641 h 347838"/>
              <a:gd name="connsiteX11" fmla="*/ 9598014 w 10381792"/>
              <a:gd name="connsiteY11" fmla="*/ 339139 h 347838"/>
              <a:gd name="connsiteX12" fmla="*/ 0 w 10381792"/>
              <a:gd name="connsiteY12" fmla="*/ 0 h 347838"/>
              <a:gd name="connsiteX0" fmla="*/ 9598014 w 10387201"/>
              <a:gd name="connsiteY0" fmla="*/ 339139 h 347838"/>
              <a:gd name="connsiteX1" fmla="*/ 845227 w 10387201"/>
              <a:gd name="connsiteY1" fmla="*/ 335964 h 347838"/>
              <a:gd name="connsiteX2" fmla="*/ 0 w 10387201"/>
              <a:gd name="connsiteY2" fmla="*/ 335964 h 347838"/>
              <a:gd name="connsiteX3" fmla="*/ 0 w 10387201"/>
              <a:gd name="connsiteY3" fmla="*/ 0 h 347838"/>
              <a:gd name="connsiteX4" fmla="*/ 9598014 w 10387201"/>
              <a:gd name="connsiteY4" fmla="*/ 339139 h 347838"/>
              <a:gd name="connsiteX5" fmla="*/ 0 w 10387201"/>
              <a:gd name="connsiteY5" fmla="*/ 0 h 347838"/>
              <a:gd name="connsiteX6" fmla="*/ 739665 w 10387201"/>
              <a:gd name="connsiteY6" fmla="*/ 0 h 347838"/>
              <a:gd name="connsiteX7" fmla="*/ 9785339 w 10387201"/>
              <a:gd name="connsiteY7" fmla="*/ 3175 h 347838"/>
              <a:gd name="connsiteX8" fmla="*/ 9540864 w 10387201"/>
              <a:gd name="connsiteY8" fmla="*/ 191313 h 347838"/>
              <a:gd name="connsiteX9" fmla="*/ 9540864 w 10387201"/>
              <a:gd name="connsiteY9" fmla="*/ 242641 h 347838"/>
              <a:gd name="connsiteX10" fmla="*/ 9598014 w 10387201"/>
              <a:gd name="connsiteY10" fmla="*/ 339139 h 347838"/>
              <a:gd name="connsiteX11" fmla="*/ 0 w 10387201"/>
              <a:gd name="connsiteY11" fmla="*/ 0 h 347838"/>
              <a:gd name="connsiteX0" fmla="*/ 9598014 w 10385367"/>
              <a:gd name="connsiteY0" fmla="*/ 339139 h 350048"/>
              <a:gd name="connsiteX1" fmla="*/ 845227 w 10385367"/>
              <a:gd name="connsiteY1" fmla="*/ 335964 h 350048"/>
              <a:gd name="connsiteX2" fmla="*/ 0 w 10385367"/>
              <a:gd name="connsiteY2" fmla="*/ 335964 h 350048"/>
              <a:gd name="connsiteX3" fmla="*/ 0 w 10385367"/>
              <a:gd name="connsiteY3" fmla="*/ 0 h 350048"/>
              <a:gd name="connsiteX4" fmla="*/ 9598014 w 10385367"/>
              <a:gd name="connsiteY4" fmla="*/ 339139 h 350048"/>
              <a:gd name="connsiteX5" fmla="*/ 0 w 10385367"/>
              <a:gd name="connsiteY5" fmla="*/ 0 h 350048"/>
              <a:gd name="connsiteX6" fmla="*/ 739665 w 10385367"/>
              <a:gd name="connsiteY6" fmla="*/ 0 h 350048"/>
              <a:gd name="connsiteX7" fmla="*/ 9785339 w 10385367"/>
              <a:gd name="connsiteY7" fmla="*/ 3175 h 350048"/>
              <a:gd name="connsiteX8" fmla="*/ 9540864 w 10385367"/>
              <a:gd name="connsiteY8" fmla="*/ 242641 h 350048"/>
              <a:gd name="connsiteX9" fmla="*/ 9598014 w 10385367"/>
              <a:gd name="connsiteY9" fmla="*/ 339139 h 350048"/>
              <a:gd name="connsiteX10" fmla="*/ 0 w 10385367"/>
              <a:gd name="connsiteY10" fmla="*/ 0 h 350048"/>
              <a:gd name="connsiteX0" fmla="*/ 9598014 w 10858369"/>
              <a:gd name="connsiteY0" fmla="*/ 339139 h 339139"/>
              <a:gd name="connsiteX1" fmla="*/ 845227 w 10858369"/>
              <a:gd name="connsiteY1" fmla="*/ 335964 h 339139"/>
              <a:gd name="connsiteX2" fmla="*/ 0 w 10858369"/>
              <a:gd name="connsiteY2" fmla="*/ 335964 h 339139"/>
              <a:gd name="connsiteX3" fmla="*/ 0 w 10858369"/>
              <a:gd name="connsiteY3" fmla="*/ 0 h 339139"/>
              <a:gd name="connsiteX4" fmla="*/ 9598014 w 10858369"/>
              <a:gd name="connsiteY4" fmla="*/ 339139 h 339139"/>
              <a:gd name="connsiteX5" fmla="*/ 0 w 10858369"/>
              <a:gd name="connsiteY5" fmla="*/ 0 h 339139"/>
              <a:gd name="connsiteX6" fmla="*/ 739665 w 10858369"/>
              <a:gd name="connsiteY6" fmla="*/ 0 h 339139"/>
              <a:gd name="connsiteX7" fmla="*/ 9785339 w 10858369"/>
              <a:gd name="connsiteY7" fmla="*/ 3175 h 339139"/>
              <a:gd name="connsiteX8" fmla="*/ 9598014 w 10858369"/>
              <a:gd name="connsiteY8" fmla="*/ 339139 h 339139"/>
              <a:gd name="connsiteX9" fmla="*/ 0 w 10858369"/>
              <a:gd name="connsiteY9" fmla="*/ 0 h 339139"/>
              <a:gd name="connsiteX0" fmla="*/ 9598014 w 10374035"/>
              <a:gd name="connsiteY0" fmla="*/ 339139 h 339139"/>
              <a:gd name="connsiteX1" fmla="*/ 845227 w 10374035"/>
              <a:gd name="connsiteY1" fmla="*/ 335964 h 339139"/>
              <a:gd name="connsiteX2" fmla="*/ 0 w 10374035"/>
              <a:gd name="connsiteY2" fmla="*/ 335964 h 339139"/>
              <a:gd name="connsiteX3" fmla="*/ 0 w 10374035"/>
              <a:gd name="connsiteY3" fmla="*/ 0 h 339139"/>
              <a:gd name="connsiteX4" fmla="*/ 9598014 w 10374035"/>
              <a:gd name="connsiteY4" fmla="*/ 339139 h 339139"/>
              <a:gd name="connsiteX5" fmla="*/ 0 w 10374035"/>
              <a:gd name="connsiteY5" fmla="*/ 0 h 339139"/>
              <a:gd name="connsiteX6" fmla="*/ 739665 w 10374035"/>
              <a:gd name="connsiteY6" fmla="*/ 0 h 339139"/>
              <a:gd name="connsiteX7" fmla="*/ 9785339 w 10374035"/>
              <a:gd name="connsiteY7" fmla="*/ 3175 h 339139"/>
              <a:gd name="connsiteX8" fmla="*/ 9598014 w 10374035"/>
              <a:gd name="connsiteY8" fmla="*/ 339139 h 339139"/>
              <a:gd name="connsiteX9" fmla="*/ 0 w 10374035"/>
              <a:gd name="connsiteY9" fmla="*/ 0 h 339139"/>
              <a:gd name="connsiteX0" fmla="*/ 9598014 w 10398682"/>
              <a:gd name="connsiteY0" fmla="*/ 339139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9598014 w 10398682"/>
              <a:gd name="connsiteY5" fmla="*/ 339139 h 430579"/>
              <a:gd name="connsiteX6" fmla="*/ 0 w 10398682"/>
              <a:gd name="connsiteY6" fmla="*/ 0 h 430579"/>
              <a:gd name="connsiteX7" fmla="*/ 739665 w 10398682"/>
              <a:gd name="connsiteY7" fmla="*/ 0 h 430579"/>
              <a:gd name="connsiteX8" fmla="*/ 9785339 w 10398682"/>
              <a:gd name="connsiteY8" fmla="*/ 3175 h 430579"/>
              <a:gd name="connsiteX9" fmla="*/ 9689454 w 10398682"/>
              <a:gd name="connsiteY9" fmla="*/ 430579 h 430579"/>
              <a:gd name="connsiteX0" fmla="*/ 0 w 10398682"/>
              <a:gd name="connsiteY0" fmla="*/ 0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0 w 10398682"/>
              <a:gd name="connsiteY5" fmla="*/ 0 h 430579"/>
              <a:gd name="connsiteX6" fmla="*/ 739665 w 10398682"/>
              <a:gd name="connsiteY6" fmla="*/ 0 h 430579"/>
              <a:gd name="connsiteX7" fmla="*/ 9785339 w 10398682"/>
              <a:gd name="connsiteY7" fmla="*/ 3175 h 430579"/>
              <a:gd name="connsiteX8" fmla="*/ 9689454 w 10398682"/>
              <a:gd name="connsiteY8" fmla="*/ 430579 h 430579"/>
              <a:gd name="connsiteX0" fmla="*/ 0 w 10867773"/>
              <a:gd name="connsiteY0" fmla="*/ 0 h 336082"/>
              <a:gd name="connsiteX1" fmla="*/ 0 w 10867773"/>
              <a:gd name="connsiteY1" fmla="*/ 0 h 336082"/>
              <a:gd name="connsiteX2" fmla="*/ 845227 w 10867773"/>
              <a:gd name="connsiteY2" fmla="*/ 335964 h 336082"/>
              <a:gd name="connsiteX3" fmla="*/ 0 w 10867773"/>
              <a:gd name="connsiteY3" fmla="*/ 335964 h 336082"/>
              <a:gd name="connsiteX4" fmla="*/ 0 w 10867773"/>
              <a:gd name="connsiteY4" fmla="*/ 0 h 336082"/>
              <a:gd name="connsiteX5" fmla="*/ 0 w 10867773"/>
              <a:gd name="connsiteY5" fmla="*/ 0 h 336082"/>
              <a:gd name="connsiteX6" fmla="*/ 739665 w 10867773"/>
              <a:gd name="connsiteY6" fmla="*/ 0 h 336082"/>
              <a:gd name="connsiteX7" fmla="*/ 9785339 w 10867773"/>
              <a:gd name="connsiteY7" fmla="*/ 3175 h 336082"/>
              <a:gd name="connsiteX8" fmla="*/ 9676754 w 10867773"/>
              <a:gd name="connsiteY8" fmla="*/ 230554 h 336082"/>
              <a:gd name="connsiteX0" fmla="*/ 0 w 10840435"/>
              <a:gd name="connsiteY0" fmla="*/ 0 h 336082"/>
              <a:gd name="connsiteX1" fmla="*/ 0 w 10840435"/>
              <a:gd name="connsiteY1" fmla="*/ 0 h 336082"/>
              <a:gd name="connsiteX2" fmla="*/ 845227 w 10840435"/>
              <a:gd name="connsiteY2" fmla="*/ 335964 h 336082"/>
              <a:gd name="connsiteX3" fmla="*/ 0 w 10840435"/>
              <a:gd name="connsiteY3" fmla="*/ 335964 h 336082"/>
              <a:gd name="connsiteX4" fmla="*/ 0 w 10840435"/>
              <a:gd name="connsiteY4" fmla="*/ 0 h 336082"/>
              <a:gd name="connsiteX5" fmla="*/ 0 w 10840435"/>
              <a:gd name="connsiteY5" fmla="*/ 0 h 336082"/>
              <a:gd name="connsiteX6" fmla="*/ 739665 w 10840435"/>
              <a:gd name="connsiteY6" fmla="*/ 0 h 336082"/>
              <a:gd name="connsiteX7" fmla="*/ 9785339 w 10840435"/>
              <a:gd name="connsiteY7" fmla="*/ 3175 h 336082"/>
              <a:gd name="connsiteX8" fmla="*/ 9625954 w 10840435"/>
              <a:gd name="connsiteY8" fmla="*/ 335329 h 336082"/>
              <a:gd name="connsiteX0" fmla="*/ 0 w 10403938"/>
              <a:gd name="connsiteY0" fmla="*/ 0 h 336082"/>
              <a:gd name="connsiteX1" fmla="*/ 0 w 10403938"/>
              <a:gd name="connsiteY1" fmla="*/ 0 h 336082"/>
              <a:gd name="connsiteX2" fmla="*/ 845227 w 10403938"/>
              <a:gd name="connsiteY2" fmla="*/ 335964 h 336082"/>
              <a:gd name="connsiteX3" fmla="*/ 0 w 10403938"/>
              <a:gd name="connsiteY3" fmla="*/ 335964 h 336082"/>
              <a:gd name="connsiteX4" fmla="*/ 0 w 10403938"/>
              <a:gd name="connsiteY4" fmla="*/ 0 h 336082"/>
              <a:gd name="connsiteX5" fmla="*/ 0 w 10403938"/>
              <a:gd name="connsiteY5" fmla="*/ 0 h 336082"/>
              <a:gd name="connsiteX6" fmla="*/ 739665 w 10403938"/>
              <a:gd name="connsiteY6" fmla="*/ 0 h 336082"/>
              <a:gd name="connsiteX7" fmla="*/ 9785339 w 10403938"/>
              <a:gd name="connsiteY7" fmla="*/ 3175 h 336082"/>
              <a:gd name="connsiteX8" fmla="*/ 9625954 w 10403938"/>
              <a:gd name="connsiteY8" fmla="*/ 335329 h 336082"/>
              <a:gd name="connsiteX0" fmla="*/ 0 w 9785601"/>
              <a:gd name="connsiteY0" fmla="*/ 0 h 336082"/>
              <a:gd name="connsiteX1" fmla="*/ 0 w 9785601"/>
              <a:gd name="connsiteY1" fmla="*/ 0 h 336082"/>
              <a:gd name="connsiteX2" fmla="*/ 845227 w 9785601"/>
              <a:gd name="connsiteY2" fmla="*/ 335964 h 336082"/>
              <a:gd name="connsiteX3" fmla="*/ 0 w 9785601"/>
              <a:gd name="connsiteY3" fmla="*/ 335964 h 336082"/>
              <a:gd name="connsiteX4" fmla="*/ 0 w 9785601"/>
              <a:gd name="connsiteY4" fmla="*/ 0 h 336082"/>
              <a:gd name="connsiteX5" fmla="*/ 0 w 9785601"/>
              <a:gd name="connsiteY5" fmla="*/ 0 h 336082"/>
              <a:gd name="connsiteX6" fmla="*/ 739665 w 9785601"/>
              <a:gd name="connsiteY6" fmla="*/ 0 h 336082"/>
              <a:gd name="connsiteX7" fmla="*/ 9785339 w 9785601"/>
              <a:gd name="connsiteY7" fmla="*/ 3175 h 336082"/>
              <a:gd name="connsiteX8" fmla="*/ 9625954 w 9785601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6350 h 336082"/>
              <a:gd name="connsiteX8" fmla="*/ 9625954 w 9798283"/>
              <a:gd name="connsiteY8" fmla="*/ 335329 h 336082"/>
              <a:gd name="connsiteX0" fmla="*/ 0 w 9941053"/>
              <a:gd name="connsiteY0" fmla="*/ 60328 h 396410"/>
              <a:gd name="connsiteX1" fmla="*/ 0 w 9941053"/>
              <a:gd name="connsiteY1" fmla="*/ 60328 h 396410"/>
              <a:gd name="connsiteX2" fmla="*/ 845227 w 9941053"/>
              <a:gd name="connsiteY2" fmla="*/ 396292 h 396410"/>
              <a:gd name="connsiteX3" fmla="*/ 0 w 9941053"/>
              <a:gd name="connsiteY3" fmla="*/ 396292 h 396410"/>
              <a:gd name="connsiteX4" fmla="*/ 0 w 9941053"/>
              <a:gd name="connsiteY4" fmla="*/ 60328 h 396410"/>
              <a:gd name="connsiteX5" fmla="*/ 0 w 9941053"/>
              <a:gd name="connsiteY5" fmla="*/ 60328 h 396410"/>
              <a:gd name="connsiteX6" fmla="*/ 739665 w 9941053"/>
              <a:gd name="connsiteY6" fmla="*/ 60328 h 396410"/>
              <a:gd name="connsiteX7" fmla="*/ 9940914 w 9941053"/>
              <a:gd name="connsiteY7" fmla="*/ 3 h 396410"/>
              <a:gd name="connsiteX8" fmla="*/ 9625954 w 9941053"/>
              <a:gd name="connsiteY8" fmla="*/ 395657 h 396410"/>
              <a:gd name="connsiteX0" fmla="*/ 0 w 9625954"/>
              <a:gd name="connsiteY0" fmla="*/ 0 h 336082"/>
              <a:gd name="connsiteX1" fmla="*/ 0 w 9625954"/>
              <a:gd name="connsiteY1" fmla="*/ 0 h 336082"/>
              <a:gd name="connsiteX2" fmla="*/ 845227 w 9625954"/>
              <a:gd name="connsiteY2" fmla="*/ 335964 h 336082"/>
              <a:gd name="connsiteX3" fmla="*/ 0 w 9625954"/>
              <a:gd name="connsiteY3" fmla="*/ 335964 h 336082"/>
              <a:gd name="connsiteX4" fmla="*/ 0 w 9625954"/>
              <a:gd name="connsiteY4" fmla="*/ 0 h 336082"/>
              <a:gd name="connsiteX5" fmla="*/ 0 w 9625954"/>
              <a:gd name="connsiteY5" fmla="*/ 0 h 336082"/>
              <a:gd name="connsiteX6" fmla="*/ 739665 w 9625954"/>
              <a:gd name="connsiteY6" fmla="*/ 0 h 336082"/>
              <a:gd name="connsiteX7" fmla="*/ 9229714 w 9625954"/>
              <a:gd name="connsiteY7" fmla="*/ 177800 h 336082"/>
              <a:gd name="connsiteX8" fmla="*/ 9625954 w 9625954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3175 h 336082"/>
              <a:gd name="connsiteX8" fmla="*/ 9625954 w 9798283"/>
              <a:gd name="connsiteY8" fmla="*/ 335329 h 336082"/>
              <a:gd name="connsiteX0" fmla="*/ 0 w 10332581"/>
              <a:gd name="connsiteY0" fmla="*/ 0 h 336082"/>
              <a:gd name="connsiteX1" fmla="*/ 0 w 10332581"/>
              <a:gd name="connsiteY1" fmla="*/ 0 h 336082"/>
              <a:gd name="connsiteX2" fmla="*/ 845227 w 10332581"/>
              <a:gd name="connsiteY2" fmla="*/ 335964 h 336082"/>
              <a:gd name="connsiteX3" fmla="*/ 0 w 10332581"/>
              <a:gd name="connsiteY3" fmla="*/ 335964 h 336082"/>
              <a:gd name="connsiteX4" fmla="*/ 0 w 10332581"/>
              <a:gd name="connsiteY4" fmla="*/ 0 h 336082"/>
              <a:gd name="connsiteX5" fmla="*/ 0 w 10332581"/>
              <a:gd name="connsiteY5" fmla="*/ 0 h 336082"/>
              <a:gd name="connsiteX6" fmla="*/ 739665 w 10332581"/>
              <a:gd name="connsiteY6" fmla="*/ 0 h 336082"/>
              <a:gd name="connsiteX7" fmla="*/ 9798039 w 10332581"/>
              <a:gd name="connsiteY7" fmla="*/ 3175 h 336082"/>
              <a:gd name="connsiteX8" fmla="*/ 9333854 w 10332581"/>
              <a:gd name="connsiteY8" fmla="*/ 243254 h 336082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739665 w 10410875"/>
              <a:gd name="connsiteY6" fmla="*/ 0 h 338504"/>
              <a:gd name="connsiteX7" fmla="*/ 9798039 w 10410875"/>
              <a:gd name="connsiteY7" fmla="*/ 3175 h 338504"/>
              <a:gd name="connsiteX8" fmla="*/ 9616429 w 10410875"/>
              <a:gd name="connsiteY8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9798039"/>
              <a:gd name="connsiteY0" fmla="*/ 0 h 335964"/>
              <a:gd name="connsiteX1" fmla="*/ 0 w 9798039"/>
              <a:gd name="connsiteY1" fmla="*/ 0 h 335964"/>
              <a:gd name="connsiteX2" fmla="*/ 4450166 w 9798039"/>
              <a:gd name="connsiteY2" fmla="*/ 331176 h 335964"/>
              <a:gd name="connsiteX3" fmla="*/ 0 w 9798039"/>
              <a:gd name="connsiteY3" fmla="*/ 335964 h 335964"/>
              <a:gd name="connsiteX4" fmla="*/ 0 w 9798039"/>
              <a:gd name="connsiteY4" fmla="*/ 0 h 335964"/>
              <a:gd name="connsiteX5" fmla="*/ 0 w 9798039"/>
              <a:gd name="connsiteY5" fmla="*/ 0 h 335964"/>
              <a:gd name="connsiteX6" fmla="*/ 9798039 w 9798039"/>
              <a:gd name="connsiteY6" fmla="*/ 3175 h 335964"/>
              <a:gd name="connsiteX0" fmla="*/ 0 w 4808553"/>
              <a:gd name="connsiteY0" fmla="*/ 0 h 335964"/>
              <a:gd name="connsiteX1" fmla="*/ 0 w 4808553"/>
              <a:gd name="connsiteY1" fmla="*/ 0 h 335964"/>
              <a:gd name="connsiteX2" fmla="*/ 4450166 w 4808553"/>
              <a:gd name="connsiteY2" fmla="*/ 331176 h 335964"/>
              <a:gd name="connsiteX3" fmla="*/ 0 w 4808553"/>
              <a:gd name="connsiteY3" fmla="*/ 335964 h 335964"/>
              <a:gd name="connsiteX4" fmla="*/ 0 w 4808553"/>
              <a:gd name="connsiteY4" fmla="*/ 0 h 335964"/>
              <a:gd name="connsiteX0" fmla="*/ 77078 w 4528022"/>
              <a:gd name="connsiteY0" fmla="*/ 10269 h 365804"/>
              <a:gd name="connsiteX1" fmla="*/ 77078 w 4528022"/>
              <a:gd name="connsiteY1" fmla="*/ 10269 h 365804"/>
              <a:gd name="connsiteX2" fmla="*/ 436136 w 4528022"/>
              <a:gd name="connsiteY2" fmla="*/ 29857 h 365804"/>
              <a:gd name="connsiteX3" fmla="*/ 4527244 w 4528022"/>
              <a:gd name="connsiteY3" fmla="*/ 341445 h 365804"/>
              <a:gd name="connsiteX4" fmla="*/ 77078 w 4528022"/>
              <a:gd name="connsiteY4" fmla="*/ 346233 h 365804"/>
              <a:gd name="connsiteX5" fmla="*/ 77078 w 4528022"/>
              <a:gd name="connsiteY5" fmla="*/ 10269 h 365804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973015"/>
              <a:gd name="connsiteY0" fmla="*/ 0 h 356920"/>
              <a:gd name="connsiteX1" fmla="*/ 0 w 4973015"/>
              <a:gd name="connsiteY1" fmla="*/ 0 h 356920"/>
              <a:gd name="connsiteX2" fmla="*/ 4035808 w 4973015"/>
              <a:gd name="connsiteY2" fmla="*/ 48312 h 356920"/>
              <a:gd name="connsiteX3" fmla="*/ 4673465 w 4973015"/>
              <a:gd name="connsiteY3" fmla="*/ 335963 h 356920"/>
              <a:gd name="connsiteX4" fmla="*/ 0 w 4973015"/>
              <a:gd name="connsiteY4" fmla="*/ 335964 h 356920"/>
              <a:gd name="connsiteX5" fmla="*/ 0 w 4973015"/>
              <a:gd name="connsiteY5" fmla="*/ 0 h 356920"/>
              <a:gd name="connsiteX0" fmla="*/ 0 w 4971985"/>
              <a:gd name="connsiteY0" fmla="*/ 0 h 339915"/>
              <a:gd name="connsiteX1" fmla="*/ 0 w 4971985"/>
              <a:gd name="connsiteY1" fmla="*/ 0 h 339915"/>
              <a:gd name="connsiteX2" fmla="*/ 4035808 w 4971985"/>
              <a:gd name="connsiteY2" fmla="*/ 48312 h 339915"/>
              <a:gd name="connsiteX3" fmla="*/ 4673465 w 4971985"/>
              <a:gd name="connsiteY3" fmla="*/ 335963 h 339915"/>
              <a:gd name="connsiteX4" fmla="*/ 0 w 4971985"/>
              <a:gd name="connsiteY4" fmla="*/ 335964 h 339915"/>
              <a:gd name="connsiteX5" fmla="*/ 0 w 4971985"/>
              <a:gd name="connsiteY5" fmla="*/ 0 h 339915"/>
              <a:gd name="connsiteX0" fmla="*/ 0 w 4977139"/>
              <a:gd name="connsiteY0" fmla="*/ 0 h 335964"/>
              <a:gd name="connsiteX1" fmla="*/ 0 w 4977139"/>
              <a:gd name="connsiteY1" fmla="*/ 0 h 335964"/>
              <a:gd name="connsiteX2" fmla="*/ 4035808 w 4977139"/>
              <a:gd name="connsiteY2" fmla="*/ 48312 h 335964"/>
              <a:gd name="connsiteX3" fmla="*/ 4673465 w 4977139"/>
              <a:gd name="connsiteY3" fmla="*/ 335963 h 335964"/>
              <a:gd name="connsiteX4" fmla="*/ 0 w 4977139"/>
              <a:gd name="connsiteY4" fmla="*/ 335964 h 335964"/>
              <a:gd name="connsiteX5" fmla="*/ 0 w 4977139"/>
              <a:gd name="connsiteY5" fmla="*/ 0 h 335964"/>
              <a:gd name="connsiteX0" fmla="*/ 0 w 4680500"/>
              <a:gd name="connsiteY0" fmla="*/ 0 h 335993"/>
              <a:gd name="connsiteX1" fmla="*/ 0 w 4680500"/>
              <a:gd name="connsiteY1" fmla="*/ 0 h 335993"/>
              <a:gd name="connsiteX2" fmla="*/ 4035808 w 4680500"/>
              <a:gd name="connsiteY2" fmla="*/ 48312 h 335993"/>
              <a:gd name="connsiteX3" fmla="*/ 4673465 w 4680500"/>
              <a:gd name="connsiteY3" fmla="*/ 335963 h 335993"/>
              <a:gd name="connsiteX4" fmla="*/ 0 w 4680500"/>
              <a:gd name="connsiteY4" fmla="*/ 335964 h 335993"/>
              <a:gd name="connsiteX5" fmla="*/ 0 w 4680500"/>
              <a:gd name="connsiteY5" fmla="*/ 0 h 335993"/>
              <a:gd name="connsiteX0" fmla="*/ 0 w 4673495"/>
              <a:gd name="connsiteY0" fmla="*/ 0 h 335993"/>
              <a:gd name="connsiteX1" fmla="*/ 0 w 4673495"/>
              <a:gd name="connsiteY1" fmla="*/ 0 h 335993"/>
              <a:gd name="connsiteX2" fmla="*/ 4035808 w 4673495"/>
              <a:gd name="connsiteY2" fmla="*/ 48312 h 335993"/>
              <a:gd name="connsiteX3" fmla="*/ 4673465 w 4673495"/>
              <a:gd name="connsiteY3" fmla="*/ 335963 h 335993"/>
              <a:gd name="connsiteX4" fmla="*/ 0 w 4673495"/>
              <a:gd name="connsiteY4" fmla="*/ 335964 h 335993"/>
              <a:gd name="connsiteX5" fmla="*/ 0 w 4673495"/>
              <a:gd name="connsiteY5" fmla="*/ 0 h 335993"/>
              <a:gd name="connsiteX0" fmla="*/ 0 w 5049349"/>
              <a:gd name="connsiteY0" fmla="*/ 0 h 360817"/>
              <a:gd name="connsiteX1" fmla="*/ 0 w 5049349"/>
              <a:gd name="connsiteY1" fmla="*/ 0 h 360817"/>
              <a:gd name="connsiteX2" fmla="*/ 4752225 w 5049349"/>
              <a:gd name="connsiteY2" fmla="*/ 438 h 360817"/>
              <a:gd name="connsiteX3" fmla="*/ 4673465 w 5049349"/>
              <a:gd name="connsiteY3" fmla="*/ 335963 h 360817"/>
              <a:gd name="connsiteX4" fmla="*/ 0 w 5049349"/>
              <a:gd name="connsiteY4" fmla="*/ 335964 h 360817"/>
              <a:gd name="connsiteX5" fmla="*/ 0 w 5049349"/>
              <a:gd name="connsiteY5" fmla="*/ 0 h 360817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317112"/>
              <a:gd name="connsiteY0" fmla="*/ 0 h 354433"/>
              <a:gd name="connsiteX1" fmla="*/ 0 w 5317112"/>
              <a:gd name="connsiteY1" fmla="*/ 0 h 354433"/>
              <a:gd name="connsiteX2" fmla="*/ 4775485 w 5317112"/>
              <a:gd name="connsiteY2" fmla="*/ 86612 h 354433"/>
              <a:gd name="connsiteX3" fmla="*/ 4673465 w 5317112"/>
              <a:gd name="connsiteY3" fmla="*/ 335963 h 354433"/>
              <a:gd name="connsiteX4" fmla="*/ 0 w 5317112"/>
              <a:gd name="connsiteY4" fmla="*/ 335964 h 354433"/>
              <a:gd name="connsiteX5" fmla="*/ 0 w 5317112"/>
              <a:gd name="connsiteY5" fmla="*/ 0 h 354433"/>
              <a:gd name="connsiteX0" fmla="*/ 0 w 5286704"/>
              <a:gd name="connsiteY0" fmla="*/ 0 h 354433"/>
              <a:gd name="connsiteX1" fmla="*/ 0 w 5286704"/>
              <a:gd name="connsiteY1" fmla="*/ 0 h 354433"/>
              <a:gd name="connsiteX2" fmla="*/ 4775485 w 5286704"/>
              <a:gd name="connsiteY2" fmla="*/ 86612 h 354433"/>
              <a:gd name="connsiteX3" fmla="*/ 4673465 w 5286704"/>
              <a:gd name="connsiteY3" fmla="*/ 335963 h 354433"/>
              <a:gd name="connsiteX4" fmla="*/ 0 w 5286704"/>
              <a:gd name="connsiteY4" fmla="*/ 335964 h 354433"/>
              <a:gd name="connsiteX5" fmla="*/ 0 w 5286704"/>
              <a:gd name="connsiteY5" fmla="*/ 0 h 354433"/>
              <a:gd name="connsiteX0" fmla="*/ 0 w 5097113"/>
              <a:gd name="connsiteY0" fmla="*/ 0 h 354433"/>
              <a:gd name="connsiteX1" fmla="*/ 0 w 5097113"/>
              <a:gd name="connsiteY1" fmla="*/ 0 h 354433"/>
              <a:gd name="connsiteX2" fmla="*/ 4775485 w 5097113"/>
              <a:gd name="connsiteY2" fmla="*/ 86612 h 354433"/>
              <a:gd name="connsiteX3" fmla="*/ 4673465 w 5097113"/>
              <a:gd name="connsiteY3" fmla="*/ 335963 h 354433"/>
              <a:gd name="connsiteX4" fmla="*/ 0 w 5097113"/>
              <a:gd name="connsiteY4" fmla="*/ 335964 h 354433"/>
              <a:gd name="connsiteX5" fmla="*/ 0 w 5097113"/>
              <a:gd name="connsiteY5" fmla="*/ 0 h 354433"/>
              <a:gd name="connsiteX0" fmla="*/ 0 w 5059613"/>
              <a:gd name="connsiteY0" fmla="*/ 269184 h 623617"/>
              <a:gd name="connsiteX1" fmla="*/ 0 w 5059613"/>
              <a:gd name="connsiteY1" fmla="*/ 269184 h 623617"/>
              <a:gd name="connsiteX2" fmla="*/ 4775485 w 5059613"/>
              <a:gd name="connsiteY2" fmla="*/ 355796 h 623617"/>
              <a:gd name="connsiteX3" fmla="*/ 4673465 w 5059613"/>
              <a:gd name="connsiteY3" fmla="*/ 605147 h 623617"/>
              <a:gd name="connsiteX4" fmla="*/ 0 w 5059613"/>
              <a:gd name="connsiteY4" fmla="*/ 605148 h 623617"/>
              <a:gd name="connsiteX5" fmla="*/ 0 w 5059613"/>
              <a:gd name="connsiteY5" fmla="*/ 269184 h 623617"/>
              <a:gd name="connsiteX0" fmla="*/ 0 w 5080032"/>
              <a:gd name="connsiteY0" fmla="*/ 0 h 606920"/>
              <a:gd name="connsiteX1" fmla="*/ 0 w 5080032"/>
              <a:gd name="connsiteY1" fmla="*/ 0 h 606920"/>
              <a:gd name="connsiteX2" fmla="*/ 4775485 w 5080032"/>
              <a:gd name="connsiteY2" fmla="*/ 86612 h 606920"/>
              <a:gd name="connsiteX3" fmla="*/ 4673465 w 5080032"/>
              <a:gd name="connsiteY3" fmla="*/ 335963 h 606920"/>
              <a:gd name="connsiteX4" fmla="*/ 0 w 5080032"/>
              <a:gd name="connsiteY4" fmla="*/ 335964 h 606920"/>
              <a:gd name="connsiteX5" fmla="*/ 0 w 5080032"/>
              <a:gd name="connsiteY5" fmla="*/ 0 h 606920"/>
              <a:gd name="connsiteX0" fmla="*/ 0 w 5042821"/>
              <a:gd name="connsiteY0" fmla="*/ 38486 h 645406"/>
              <a:gd name="connsiteX1" fmla="*/ 0 w 5042821"/>
              <a:gd name="connsiteY1" fmla="*/ 38486 h 645406"/>
              <a:gd name="connsiteX2" fmla="*/ 4775485 w 5042821"/>
              <a:gd name="connsiteY2" fmla="*/ 125098 h 645406"/>
              <a:gd name="connsiteX3" fmla="*/ 4673465 w 5042821"/>
              <a:gd name="connsiteY3" fmla="*/ 374449 h 645406"/>
              <a:gd name="connsiteX4" fmla="*/ 0 w 5042821"/>
              <a:gd name="connsiteY4" fmla="*/ 374450 h 645406"/>
              <a:gd name="connsiteX5" fmla="*/ 0 w 5042821"/>
              <a:gd name="connsiteY5" fmla="*/ 38486 h 645406"/>
              <a:gd name="connsiteX0" fmla="*/ 0 w 5185081"/>
              <a:gd name="connsiteY0" fmla="*/ 0 h 606920"/>
              <a:gd name="connsiteX1" fmla="*/ 0 w 5185081"/>
              <a:gd name="connsiteY1" fmla="*/ 0 h 606920"/>
              <a:gd name="connsiteX2" fmla="*/ 4775485 w 5185081"/>
              <a:gd name="connsiteY2" fmla="*/ 86612 h 606920"/>
              <a:gd name="connsiteX3" fmla="*/ 4673465 w 5185081"/>
              <a:gd name="connsiteY3" fmla="*/ 335963 h 606920"/>
              <a:gd name="connsiteX4" fmla="*/ 0 w 5185081"/>
              <a:gd name="connsiteY4" fmla="*/ 335964 h 606920"/>
              <a:gd name="connsiteX5" fmla="*/ 0 w 5185081"/>
              <a:gd name="connsiteY5" fmla="*/ 0 h 606920"/>
              <a:gd name="connsiteX0" fmla="*/ 0 w 5185081"/>
              <a:gd name="connsiteY0" fmla="*/ 0 h 354433"/>
              <a:gd name="connsiteX1" fmla="*/ 0 w 5185081"/>
              <a:gd name="connsiteY1" fmla="*/ 0 h 354433"/>
              <a:gd name="connsiteX2" fmla="*/ 4775485 w 5185081"/>
              <a:gd name="connsiteY2" fmla="*/ 86612 h 354433"/>
              <a:gd name="connsiteX3" fmla="*/ 4673465 w 5185081"/>
              <a:gd name="connsiteY3" fmla="*/ 335963 h 354433"/>
              <a:gd name="connsiteX4" fmla="*/ 0 w 5185081"/>
              <a:gd name="connsiteY4" fmla="*/ 335964 h 354433"/>
              <a:gd name="connsiteX5" fmla="*/ 0 w 5185081"/>
              <a:gd name="connsiteY5" fmla="*/ 0 h 354433"/>
              <a:gd name="connsiteX0" fmla="*/ 0 w 5056051"/>
              <a:gd name="connsiteY0" fmla="*/ 0 h 354433"/>
              <a:gd name="connsiteX1" fmla="*/ 0 w 5056051"/>
              <a:gd name="connsiteY1" fmla="*/ 0 h 354433"/>
              <a:gd name="connsiteX2" fmla="*/ 4775485 w 5056051"/>
              <a:gd name="connsiteY2" fmla="*/ 86612 h 354433"/>
              <a:gd name="connsiteX3" fmla="*/ 4673465 w 5056051"/>
              <a:gd name="connsiteY3" fmla="*/ 335963 h 354433"/>
              <a:gd name="connsiteX4" fmla="*/ 0 w 5056051"/>
              <a:gd name="connsiteY4" fmla="*/ 335964 h 354433"/>
              <a:gd name="connsiteX5" fmla="*/ 0 w 5056051"/>
              <a:gd name="connsiteY5" fmla="*/ 0 h 354433"/>
              <a:gd name="connsiteX0" fmla="*/ 0 w 4775496"/>
              <a:gd name="connsiteY0" fmla="*/ 0 h 354433"/>
              <a:gd name="connsiteX1" fmla="*/ 0 w 4775496"/>
              <a:gd name="connsiteY1" fmla="*/ 0 h 354433"/>
              <a:gd name="connsiteX2" fmla="*/ 4775485 w 4775496"/>
              <a:gd name="connsiteY2" fmla="*/ 86612 h 354433"/>
              <a:gd name="connsiteX3" fmla="*/ 4673465 w 4775496"/>
              <a:gd name="connsiteY3" fmla="*/ 335963 h 354433"/>
              <a:gd name="connsiteX4" fmla="*/ 0 w 4775496"/>
              <a:gd name="connsiteY4" fmla="*/ 335964 h 354433"/>
              <a:gd name="connsiteX5" fmla="*/ 0 w 4775496"/>
              <a:gd name="connsiteY5" fmla="*/ 0 h 354433"/>
              <a:gd name="connsiteX0" fmla="*/ 0 w 4775496"/>
              <a:gd name="connsiteY0" fmla="*/ 0 h 335964"/>
              <a:gd name="connsiteX1" fmla="*/ 0 w 4775496"/>
              <a:gd name="connsiteY1" fmla="*/ 0 h 335964"/>
              <a:gd name="connsiteX2" fmla="*/ 4775485 w 4775496"/>
              <a:gd name="connsiteY2" fmla="*/ 86612 h 335964"/>
              <a:gd name="connsiteX3" fmla="*/ 4673465 w 4775496"/>
              <a:gd name="connsiteY3" fmla="*/ 335963 h 335964"/>
              <a:gd name="connsiteX4" fmla="*/ 0 w 4775496"/>
              <a:gd name="connsiteY4" fmla="*/ 335964 h 335964"/>
              <a:gd name="connsiteX5" fmla="*/ 0 w 4775496"/>
              <a:gd name="connsiteY5" fmla="*/ 0 h 335964"/>
              <a:gd name="connsiteX0" fmla="*/ 0 w 4759216"/>
              <a:gd name="connsiteY0" fmla="*/ 0 h 335964"/>
              <a:gd name="connsiteX1" fmla="*/ 0 w 4759216"/>
              <a:gd name="connsiteY1" fmla="*/ 0 h 335964"/>
              <a:gd name="connsiteX2" fmla="*/ 4759203 w 4759216"/>
              <a:gd name="connsiteY2" fmla="*/ 5225 h 335964"/>
              <a:gd name="connsiteX3" fmla="*/ 4673465 w 4759216"/>
              <a:gd name="connsiteY3" fmla="*/ 335963 h 335964"/>
              <a:gd name="connsiteX4" fmla="*/ 0 w 4759216"/>
              <a:gd name="connsiteY4" fmla="*/ 335964 h 335964"/>
              <a:gd name="connsiteX5" fmla="*/ 0 w 4759216"/>
              <a:gd name="connsiteY5" fmla="*/ 0 h 335964"/>
              <a:gd name="connsiteX0" fmla="*/ 0 w 4759208"/>
              <a:gd name="connsiteY0" fmla="*/ 0 h 335964"/>
              <a:gd name="connsiteX1" fmla="*/ 0 w 4759208"/>
              <a:gd name="connsiteY1" fmla="*/ 0 h 335964"/>
              <a:gd name="connsiteX2" fmla="*/ 4759203 w 4759208"/>
              <a:gd name="connsiteY2" fmla="*/ 5225 h 335964"/>
              <a:gd name="connsiteX3" fmla="*/ 4559490 w 4759208"/>
              <a:gd name="connsiteY3" fmla="*/ 206702 h 335964"/>
              <a:gd name="connsiteX4" fmla="*/ 0 w 4759208"/>
              <a:gd name="connsiteY4" fmla="*/ 335964 h 335964"/>
              <a:gd name="connsiteX5" fmla="*/ 0 w 4759208"/>
              <a:gd name="connsiteY5" fmla="*/ 0 h 335964"/>
              <a:gd name="connsiteX0" fmla="*/ 0 w 4759215"/>
              <a:gd name="connsiteY0" fmla="*/ 0 h 335964"/>
              <a:gd name="connsiteX1" fmla="*/ 0 w 4759215"/>
              <a:gd name="connsiteY1" fmla="*/ 0 h 335964"/>
              <a:gd name="connsiteX2" fmla="*/ 4759203 w 4759215"/>
              <a:gd name="connsiteY2" fmla="*/ 5225 h 335964"/>
              <a:gd name="connsiteX3" fmla="*/ 4668814 w 4759215"/>
              <a:gd name="connsiteY3" fmla="*/ 335963 h 335964"/>
              <a:gd name="connsiteX4" fmla="*/ 0 w 4759215"/>
              <a:gd name="connsiteY4" fmla="*/ 335964 h 335964"/>
              <a:gd name="connsiteX5" fmla="*/ 0 w 4759215"/>
              <a:gd name="connsiteY5" fmla="*/ 0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9215" h="335964">
                <a:moveTo>
                  <a:pt x="0" y="0"/>
                </a:moveTo>
                <a:lnTo>
                  <a:pt x="0" y="0"/>
                </a:lnTo>
                <a:lnTo>
                  <a:pt x="4759203" y="5225"/>
                </a:lnTo>
                <a:cubicBezTo>
                  <a:pt x="4760433" y="13511"/>
                  <a:pt x="4673878" y="332704"/>
                  <a:pt x="4668814" y="335963"/>
                </a:cubicBezTo>
                <a:cubicBezTo>
                  <a:pt x="4670728" y="334435"/>
                  <a:pt x="1557822" y="335964"/>
                  <a:pt x="0" y="3359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54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2857214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2 frames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230AACEC-8150-4E58-B999-2C8E63E1A3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3890" y="1128409"/>
            <a:ext cx="5292090" cy="5039202"/>
          </a:xfrm>
          <a:custGeom>
            <a:avLst/>
            <a:gdLst>
              <a:gd name="connsiteX0" fmla="*/ 0 w 5292090"/>
              <a:gd name="connsiteY0" fmla="*/ 0 h 5039202"/>
              <a:gd name="connsiteX1" fmla="*/ 5292090 w 5292090"/>
              <a:gd name="connsiteY1" fmla="*/ 0 h 5039202"/>
              <a:gd name="connsiteX2" fmla="*/ 5292090 w 5292090"/>
              <a:gd name="connsiteY2" fmla="*/ 5039202 h 5039202"/>
              <a:gd name="connsiteX3" fmla="*/ 0 w 529209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090" h="5039202">
                <a:moveTo>
                  <a:pt x="0" y="0"/>
                </a:moveTo>
                <a:lnTo>
                  <a:pt x="5292090" y="0"/>
                </a:lnTo>
                <a:lnTo>
                  <a:pt x="529209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0" tIns="216000" rIns="360000" bIns="360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10" name="Espace réservé pour une image  33">
            <a:extLst>
              <a:ext uri="{FF2B5EF4-FFF2-40B4-BE49-F238E27FC236}">
                <a16:creationId xmlns:a16="http://schemas.microsoft.com/office/drawing/2014/main" id="{EB38C0A6-0F71-4D15-A062-D159A2D723C4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796868" y="2838450"/>
            <a:ext cx="4986135" cy="3160273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BF34C298-6747-4F09-827E-E3C9685ACC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6022" y="1128409"/>
            <a:ext cx="5292090" cy="5039202"/>
          </a:xfrm>
          <a:custGeom>
            <a:avLst/>
            <a:gdLst>
              <a:gd name="connsiteX0" fmla="*/ 0 w 5292090"/>
              <a:gd name="connsiteY0" fmla="*/ 0 h 5039202"/>
              <a:gd name="connsiteX1" fmla="*/ 5292090 w 5292090"/>
              <a:gd name="connsiteY1" fmla="*/ 0 h 5039202"/>
              <a:gd name="connsiteX2" fmla="*/ 5292090 w 5292090"/>
              <a:gd name="connsiteY2" fmla="*/ 5039202 h 5039202"/>
              <a:gd name="connsiteX3" fmla="*/ 0 w 529209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090" h="5039202">
                <a:moveTo>
                  <a:pt x="0" y="0"/>
                </a:moveTo>
                <a:lnTo>
                  <a:pt x="5292090" y="0"/>
                </a:lnTo>
                <a:lnTo>
                  <a:pt x="529209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0" tIns="216000" rIns="360000" bIns="360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Espace réservé pour une image  33">
            <a:extLst>
              <a:ext uri="{FF2B5EF4-FFF2-40B4-BE49-F238E27FC236}">
                <a16:creationId xmlns:a16="http://schemas.microsoft.com/office/drawing/2014/main" id="{F597D9F1-2155-4D83-9236-EC04A593F8AA}"/>
              </a:ext>
            </a:extLst>
          </p:cNvPr>
          <p:cNvSpPr>
            <a:spLocks noGrp="1"/>
          </p:cNvSpPr>
          <p:nvPr>
            <p:ph type="pic" idx="19" hasCustomPrompt="1"/>
          </p:nvPr>
        </p:nvSpPr>
        <p:spPr>
          <a:xfrm>
            <a:off x="6409000" y="2838450"/>
            <a:ext cx="4986135" cy="3160273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Photo</a:t>
            </a:r>
          </a:p>
        </p:txBody>
      </p:sp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20F472E6-E78E-1155-4F89-819AD2E61E7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-1" y="449848"/>
            <a:ext cx="9795419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9609373 w 9683261"/>
              <a:gd name="connsiteY23" fmla="*/ 50961 h 335964"/>
              <a:gd name="connsiteX24" fmla="*/ 0 w 9683261"/>
              <a:gd name="connsiteY24" fmla="*/ 0 h 335964"/>
              <a:gd name="connsiteX25" fmla="*/ 739665 w 9683261"/>
              <a:gd name="connsiteY25" fmla="*/ 0 h 335964"/>
              <a:gd name="connsiteX26" fmla="*/ 9540864 w 9683261"/>
              <a:gd name="connsiteY26" fmla="*/ 0 h 335964"/>
              <a:gd name="connsiteX27" fmla="*/ 9568541 w 9683261"/>
              <a:gd name="connsiteY27" fmla="*/ 27997 h 335964"/>
              <a:gd name="connsiteX28" fmla="*/ 9540864 w 9683261"/>
              <a:gd name="connsiteY28" fmla="*/ 55995 h 335964"/>
              <a:gd name="connsiteX29" fmla="*/ 9522411 w 9683261"/>
              <a:gd name="connsiteY29" fmla="*/ 74659 h 335964"/>
              <a:gd name="connsiteX30" fmla="*/ 9540864 w 9683261"/>
              <a:gd name="connsiteY30" fmla="*/ 97990 h 335964"/>
              <a:gd name="connsiteX31" fmla="*/ 9568541 w 9683261"/>
              <a:gd name="connsiteY31" fmla="*/ 121320 h 335964"/>
              <a:gd name="connsiteX32" fmla="*/ 9545478 w 9683261"/>
              <a:gd name="connsiteY32" fmla="*/ 149317 h 335964"/>
              <a:gd name="connsiteX33" fmla="*/ 9540864 w 9683261"/>
              <a:gd name="connsiteY33" fmla="*/ 149317 h 335964"/>
              <a:gd name="connsiteX34" fmla="*/ 9522411 w 9683261"/>
              <a:gd name="connsiteY34" fmla="*/ 167982 h 335964"/>
              <a:gd name="connsiteX35" fmla="*/ 9540864 w 9683261"/>
              <a:gd name="connsiteY35" fmla="*/ 191313 h 335964"/>
              <a:gd name="connsiteX36" fmla="*/ 9568541 w 9683261"/>
              <a:gd name="connsiteY36" fmla="*/ 214644 h 335964"/>
              <a:gd name="connsiteX37" fmla="*/ 9540864 w 9683261"/>
              <a:gd name="connsiteY37" fmla="*/ 242641 h 335964"/>
              <a:gd name="connsiteX38" fmla="*/ 9522411 w 9683261"/>
              <a:gd name="connsiteY38" fmla="*/ 265971 h 335964"/>
              <a:gd name="connsiteX39" fmla="*/ 9540864 w 9683261"/>
              <a:gd name="connsiteY39" fmla="*/ 284636 h 335964"/>
              <a:gd name="connsiteX40" fmla="*/ 9568541 w 9683261"/>
              <a:gd name="connsiteY40" fmla="*/ 312633 h 335964"/>
              <a:gd name="connsiteX41" fmla="*/ 9540864 w 9683261"/>
              <a:gd name="connsiteY41" fmla="*/ 335964 h 335964"/>
              <a:gd name="connsiteX42" fmla="*/ 845227 w 9683261"/>
              <a:gd name="connsiteY42" fmla="*/ 335964 h 335964"/>
              <a:gd name="connsiteX43" fmla="*/ 0 w 9683261"/>
              <a:gd name="connsiteY43" fmla="*/ 335964 h 335964"/>
              <a:gd name="connsiteX44" fmla="*/ 0 w 9683261"/>
              <a:gd name="connsiteY44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586041 w 9683261"/>
              <a:gd name="connsiteY20" fmla="*/ 7450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0 w 9683261"/>
              <a:gd name="connsiteY23" fmla="*/ 0 h 335964"/>
              <a:gd name="connsiteX24" fmla="*/ 739665 w 9683261"/>
              <a:gd name="connsiteY24" fmla="*/ 0 h 335964"/>
              <a:gd name="connsiteX25" fmla="*/ 9540864 w 9683261"/>
              <a:gd name="connsiteY25" fmla="*/ 0 h 335964"/>
              <a:gd name="connsiteX26" fmla="*/ 9568541 w 9683261"/>
              <a:gd name="connsiteY26" fmla="*/ 27997 h 335964"/>
              <a:gd name="connsiteX27" fmla="*/ 9540864 w 9683261"/>
              <a:gd name="connsiteY27" fmla="*/ 55995 h 335964"/>
              <a:gd name="connsiteX28" fmla="*/ 9522411 w 9683261"/>
              <a:gd name="connsiteY28" fmla="*/ 74659 h 335964"/>
              <a:gd name="connsiteX29" fmla="*/ 9540864 w 9683261"/>
              <a:gd name="connsiteY29" fmla="*/ 97990 h 335964"/>
              <a:gd name="connsiteX30" fmla="*/ 9568541 w 9683261"/>
              <a:gd name="connsiteY30" fmla="*/ 121320 h 335964"/>
              <a:gd name="connsiteX31" fmla="*/ 9545478 w 9683261"/>
              <a:gd name="connsiteY31" fmla="*/ 149317 h 335964"/>
              <a:gd name="connsiteX32" fmla="*/ 9540864 w 9683261"/>
              <a:gd name="connsiteY32" fmla="*/ 149317 h 335964"/>
              <a:gd name="connsiteX33" fmla="*/ 9522411 w 9683261"/>
              <a:gd name="connsiteY33" fmla="*/ 167982 h 335964"/>
              <a:gd name="connsiteX34" fmla="*/ 9540864 w 9683261"/>
              <a:gd name="connsiteY34" fmla="*/ 191313 h 335964"/>
              <a:gd name="connsiteX35" fmla="*/ 9568541 w 9683261"/>
              <a:gd name="connsiteY35" fmla="*/ 214644 h 335964"/>
              <a:gd name="connsiteX36" fmla="*/ 9540864 w 9683261"/>
              <a:gd name="connsiteY36" fmla="*/ 242641 h 335964"/>
              <a:gd name="connsiteX37" fmla="*/ 9522411 w 9683261"/>
              <a:gd name="connsiteY37" fmla="*/ 265971 h 335964"/>
              <a:gd name="connsiteX38" fmla="*/ 9540864 w 9683261"/>
              <a:gd name="connsiteY38" fmla="*/ 284636 h 335964"/>
              <a:gd name="connsiteX39" fmla="*/ 9568541 w 9683261"/>
              <a:gd name="connsiteY39" fmla="*/ 312633 h 335964"/>
              <a:gd name="connsiteX40" fmla="*/ 9540864 w 9683261"/>
              <a:gd name="connsiteY40" fmla="*/ 335964 h 335964"/>
              <a:gd name="connsiteX41" fmla="*/ 845227 w 9683261"/>
              <a:gd name="connsiteY41" fmla="*/ 335964 h 335964"/>
              <a:gd name="connsiteX42" fmla="*/ 0 w 9683261"/>
              <a:gd name="connsiteY42" fmla="*/ 335964 h 335964"/>
              <a:gd name="connsiteX43" fmla="*/ 0 w 9683261"/>
              <a:gd name="connsiteY43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0 w 9683261"/>
              <a:gd name="connsiteY20" fmla="*/ 0 h 335964"/>
              <a:gd name="connsiteX21" fmla="*/ 739665 w 9683261"/>
              <a:gd name="connsiteY21" fmla="*/ 0 h 335964"/>
              <a:gd name="connsiteX22" fmla="*/ 9540864 w 9683261"/>
              <a:gd name="connsiteY22" fmla="*/ 0 h 335964"/>
              <a:gd name="connsiteX23" fmla="*/ 9568541 w 9683261"/>
              <a:gd name="connsiteY23" fmla="*/ 27997 h 335964"/>
              <a:gd name="connsiteX24" fmla="*/ 9540864 w 9683261"/>
              <a:gd name="connsiteY24" fmla="*/ 55995 h 335964"/>
              <a:gd name="connsiteX25" fmla="*/ 9522411 w 9683261"/>
              <a:gd name="connsiteY25" fmla="*/ 74659 h 335964"/>
              <a:gd name="connsiteX26" fmla="*/ 9540864 w 9683261"/>
              <a:gd name="connsiteY26" fmla="*/ 97990 h 335964"/>
              <a:gd name="connsiteX27" fmla="*/ 9568541 w 9683261"/>
              <a:gd name="connsiteY27" fmla="*/ 121320 h 335964"/>
              <a:gd name="connsiteX28" fmla="*/ 9545478 w 9683261"/>
              <a:gd name="connsiteY28" fmla="*/ 149317 h 335964"/>
              <a:gd name="connsiteX29" fmla="*/ 9540864 w 9683261"/>
              <a:gd name="connsiteY29" fmla="*/ 149317 h 335964"/>
              <a:gd name="connsiteX30" fmla="*/ 9522411 w 9683261"/>
              <a:gd name="connsiteY30" fmla="*/ 167982 h 335964"/>
              <a:gd name="connsiteX31" fmla="*/ 9540864 w 9683261"/>
              <a:gd name="connsiteY31" fmla="*/ 191313 h 335964"/>
              <a:gd name="connsiteX32" fmla="*/ 9568541 w 9683261"/>
              <a:gd name="connsiteY32" fmla="*/ 214644 h 335964"/>
              <a:gd name="connsiteX33" fmla="*/ 9540864 w 9683261"/>
              <a:gd name="connsiteY33" fmla="*/ 242641 h 335964"/>
              <a:gd name="connsiteX34" fmla="*/ 9522411 w 9683261"/>
              <a:gd name="connsiteY34" fmla="*/ 265971 h 335964"/>
              <a:gd name="connsiteX35" fmla="*/ 9540864 w 9683261"/>
              <a:gd name="connsiteY35" fmla="*/ 284636 h 335964"/>
              <a:gd name="connsiteX36" fmla="*/ 9568541 w 9683261"/>
              <a:gd name="connsiteY36" fmla="*/ 312633 h 335964"/>
              <a:gd name="connsiteX37" fmla="*/ 9540864 w 9683261"/>
              <a:gd name="connsiteY37" fmla="*/ 335964 h 335964"/>
              <a:gd name="connsiteX38" fmla="*/ 845227 w 9683261"/>
              <a:gd name="connsiteY38" fmla="*/ 335964 h 335964"/>
              <a:gd name="connsiteX39" fmla="*/ 0 w 9683261"/>
              <a:gd name="connsiteY39" fmla="*/ 335964 h 335964"/>
              <a:gd name="connsiteX40" fmla="*/ 0 w 9683261"/>
              <a:gd name="connsiteY40" fmla="*/ 0 h 335964"/>
              <a:gd name="connsiteX0" fmla="*/ 9609373 w 9683639"/>
              <a:gd name="connsiteY0" fmla="*/ 237817 h 335964"/>
              <a:gd name="connsiteX1" fmla="*/ 9632706 w 9683639"/>
              <a:gd name="connsiteY1" fmla="*/ 261358 h 335964"/>
              <a:gd name="connsiteX2" fmla="*/ 9609373 w 9683639"/>
              <a:gd name="connsiteY2" fmla="*/ 284899 h 335964"/>
              <a:gd name="connsiteX3" fmla="*/ 9586041 w 9683639"/>
              <a:gd name="connsiteY3" fmla="*/ 261358 h 335964"/>
              <a:gd name="connsiteX4" fmla="*/ 9609373 w 9683639"/>
              <a:gd name="connsiteY4" fmla="*/ 237817 h 335964"/>
              <a:gd name="connsiteX5" fmla="*/ 9669650 w 9683639"/>
              <a:gd name="connsiteY5" fmla="*/ 200069 h 335964"/>
              <a:gd name="connsiteX6" fmla="*/ 9683261 w 9683639"/>
              <a:gd name="connsiteY6" fmla="*/ 212909 h 335964"/>
              <a:gd name="connsiteX7" fmla="*/ 9669650 w 9683639"/>
              <a:gd name="connsiteY7" fmla="*/ 225749 h 335964"/>
              <a:gd name="connsiteX8" fmla="*/ 9656038 w 9683639"/>
              <a:gd name="connsiteY8" fmla="*/ 212909 h 335964"/>
              <a:gd name="connsiteX9" fmla="*/ 9669650 w 9683639"/>
              <a:gd name="connsiteY9" fmla="*/ 200069 h 335964"/>
              <a:gd name="connsiteX10" fmla="*/ 9609373 w 9683639"/>
              <a:gd name="connsiteY10" fmla="*/ 143445 h 335964"/>
              <a:gd name="connsiteX11" fmla="*/ 9632706 w 9683639"/>
              <a:gd name="connsiteY11" fmla="*/ 166987 h 335964"/>
              <a:gd name="connsiteX12" fmla="*/ 9609373 w 9683639"/>
              <a:gd name="connsiteY12" fmla="*/ 190527 h 335964"/>
              <a:gd name="connsiteX13" fmla="*/ 9586041 w 9683639"/>
              <a:gd name="connsiteY13" fmla="*/ 166987 h 335964"/>
              <a:gd name="connsiteX14" fmla="*/ 9609373 w 9683639"/>
              <a:gd name="connsiteY14" fmla="*/ 143445 h 335964"/>
              <a:gd name="connsiteX15" fmla="*/ 9656038 w 9683639"/>
              <a:gd name="connsiteY15" fmla="*/ 114762 h 335964"/>
              <a:gd name="connsiteX16" fmla="*/ 9683261 w 9683639"/>
              <a:gd name="connsiteY16" fmla="*/ 114762 h 335964"/>
              <a:gd name="connsiteX17" fmla="*/ 9669650 w 9683639"/>
              <a:gd name="connsiteY17" fmla="*/ 127602 h 335964"/>
              <a:gd name="connsiteX18" fmla="*/ 9656038 w 9683639"/>
              <a:gd name="connsiteY18" fmla="*/ 114762 h 335964"/>
              <a:gd name="connsiteX19" fmla="*/ 0 w 9683639"/>
              <a:gd name="connsiteY19" fmla="*/ 0 h 335964"/>
              <a:gd name="connsiteX20" fmla="*/ 739665 w 9683639"/>
              <a:gd name="connsiteY20" fmla="*/ 0 h 335964"/>
              <a:gd name="connsiteX21" fmla="*/ 9540864 w 9683639"/>
              <a:gd name="connsiteY21" fmla="*/ 0 h 335964"/>
              <a:gd name="connsiteX22" fmla="*/ 9568541 w 9683639"/>
              <a:gd name="connsiteY22" fmla="*/ 27997 h 335964"/>
              <a:gd name="connsiteX23" fmla="*/ 9540864 w 9683639"/>
              <a:gd name="connsiteY23" fmla="*/ 55995 h 335964"/>
              <a:gd name="connsiteX24" fmla="*/ 9522411 w 9683639"/>
              <a:gd name="connsiteY24" fmla="*/ 74659 h 335964"/>
              <a:gd name="connsiteX25" fmla="*/ 9540864 w 9683639"/>
              <a:gd name="connsiteY25" fmla="*/ 97990 h 335964"/>
              <a:gd name="connsiteX26" fmla="*/ 9568541 w 9683639"/>
              <a:gd name="connsiteY26" fmla="*/ 121320 h 335964"/>
              <a:gd name="connsiteX27" fmla="*/ 9545478 w 9683639"/>
              <a:gd name="connsiteY27" fmla="*/ 149317 h 335964"/>
              <a:gd name="connsiteX28" fmla="*/ 9540864 w 9683639"/>
              <a:gd name="connsiteY28" fmla="*/ 149317 h 335964"/>
              <a:gd name="connsiteX29" fmla="*/ 9522411 w 9683639"/>
              <a:gd name="connsiteY29" fmla="*/ 167982 h 335964"/>
              <a:gd name="connsiteX30" fmla="*/ 9540864 w 9683639"/>
              <a:gd name="connsiteY30" fmla="*/ 191313 h 335964"/>
              <a:gd name="connsiteX31" fmla="*/ 9568541 w 9683639"/>
              <a:gd name="connsiteY31" fmla="*/ 214644 h 335964"/>
              <a:gd name="connsiteX32" fmla="*/ 9540864 w 9683639"/>
              <a:gd name="connsiteY32" fmla="*/ 242641 h 335964"/>
              <a:gd name="connsiteX33" fmla="*/ 9522411 w 9683639"/>
              <a:gd name="connsiteY33" fmla="*/ 265971 h 335964"/>
              <a:gd name="connsiteX34" fmla="*/ 9540864 w 9683639"/>
              <a:gd name="connsiteY34" fmla="*/ 284636 h 335964"/>
              <a:gd name="connsiteX35" fmla="*/ 9568541 w 9683639"/>
              <a:gd name="connsiteY35" fmla="*/ 312633 h 335964"/>
              <a:gd name="connsiteX36" fmla="*/ 9540864 w 9683639"/>
              <a:gd name="connsiteY36" fmla="*/ 335964 h 335964"/>
              <a:gd name="connsiteX37" fmla="*/ 845227 w 9683639"/>
              <a:gd name="connsiteY37" fmla="*/ 335964 h 335964"/>
              <a:gd name="connsiteX38" fmla="*/ 0 w 9683639"/>
              <a:gd name="connsiteY38" fmla="*/ 335964 h 335964"/>
              <a:gd name="connsiteX39" fmla="*/ 0 w 9683639"/>
              <a:gd name="connsiteY39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56038 w 9683261"/>
              <a:gd name="connsiteY15" fmla="*/ 114762 h 335964"/>
              <a:gd name="connsiteX16" fmla="*/ 9669650 w 9683261"/>
              <a:gd name="connsiteY16" fmla="*/ 127602 h 335964"/>
              <a:gd name="connsiteX17" fmla="*/ 9656038 w 9683261"/>
              <a:gd name="connsiteY17" fmla="*/ 114762 h 335964"/>
              <a:gd name="connsiteX18" fmla="*/ 0 w 9683261"/>
              <a:gd name="connsiteY18" fmla="*/ 0 h 335964"/>
              <a:gd name="connsiteX19" fmla="*/ 739665 w 9683261"/>
              <a:gd name="connsiteY19" fmla="*/ 0 h 335964"/>
              <a:gd name="connsiteX20" fmla="*/ 9540864 w 9683261"/>
              <a:gd name="connsiteY20" fmla="*/ 0 h 335964"/>
              <a:gd name="connsiteX21" fmla="*/ 9568541 w 9683261"/>
              <a:gd name="connsiteY21" fmla="*/ 27997 h 335964"/>
              <a:gd name="connsiteX22" fmla="*/ 9540864 w 9683261"/>
              <a:gd name="connsiteY22" fmla="*/ 55995 h 335964"/>
              <a:gd name="connsiteX23" fmla="*/ 9522411 w 9683261"/>
              <a:gd name="connsiteY23" fmla="*/ 74659 h 335964"/>
              <a:gd name="connsiteX24" fmla="*/ 9540864 w 9683261"/>
              <a:gd name="connsiteY24" fmla="*/ 97990 h 335964"/>
              <a:gd name="connsiteX25" fmla="*/ 9568541 w 9683261"/>
              <a:gd name="connsiteY25" fmla="*/ 121320 h 335964"/>
              <a:gd name="connsiteX26" fmla="*/ 9545478 w 9683261"/>
              <a:gd name="connsiteY26" fmla="*/ 149317 h 335964"/>
              <a:gd name="connsiteX27" fmla="*/ 9540864 w 9683261"/>
              <a:gd name="connsiteY27" fmla="*/ 149317 h 335964"/>
              <a:gd name="connsiteX28" fmla="*/ 9522411 w 9683261"/>
              <a:gd name="connsiteY28" fmla="*/ 167982 h 335964"/>
              <a:gd name="connsiteX29" fmla="*/ 9540864 w 9683261"/>
              <a:gd name="connsiteY29" fmla="*/ 191313 h 335964"/>
              <a:gd name="connsiteX30" fmla="*/ 9568541 w 9683261"/>
              <a:gd name="connsiteY30" fmla="*/ 214644 h 335964"/>
              <a:gd name="connsiteX31" fmla="*/ 9540864 w 9683261"/>
              <a:gd name="connsiteY31" fmla="*/ 242641 h 335964"/>
              <a:gd name="connsiteX32" fmla="*/ 9522411 w 9683261"/>
              <a:gd name="connsiteY32" fmla="*/ 265971 h 335964"/>
              <a:gd name="connsiteX33" fmla="*/ 9540864 w 9683261"/>
              <a:gd name="connsiteY33" fmla="*/ 284636 h 335964"/>
              <a:gd name="connsiteX34" fmla="*/ 9568541 w 9683261"/>
              <a:gd name="connsiteY34" fmla="*/ 312633 h 335964"/>
              <a:gd name="connsiteX35" fmla="*/ 9540864 w 9683261"/>
              <a:gd name="connsiteY35" fmla="*/ 335964 h 335964"/>
              <a:gd name="connsiteX36" fmla="*/ 845227 w 9683261"/>
              <a:gd name="connsiteY36" fmla="*/ 335964 h 335964"/>
              <a:gd name="connsiteX37" fmla="*/ 0 w 9683261"/>
              <a:gd name="connsiteY37" fmla="*/ 335964 h 335964"/>
              <a:gd name="connsiteX38" fmla="*/ 0 w 9683261"/>
              <a:gd name="connsiteY38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0 w 9683261"/>
              <a:gd name="connsiteY15" fmla="*/ 0 h 335964"/>
              <a:gd name="connsiteX16" fmla="*/ 739665 w 9683261"/>
              <a:gd name="connsiteY16" fmla="*/ 0 h 335964"/>
              <a:gd name="connsiteX17" fmla="*/ 9540864 w 9683261"/>
              <a:gd name="connsiteY17" fmla="*/ 0 h 335964"/>
              <a:gd name="connsiteX18" fmla="*/ 9568541 w 9683261"/>
              <a:gd name="connsiteY18" fmla="*/ 27997 h 335964"/>
              <a:gd name="connsiteX19" fmla="*/ 9540864 w 9683261"/>
              <a:gd name="connsiteY19" fmla="*/ 55995 h 335964"/>
              <a:gd name="connsiteX20" fmla="*/ 9522411 w 9683261"/>
              <a:gd name="connsiteY20" fmla="*/ 74659 h 335964"/>
              <a:gd name="connsiteX21" fmla="*/ 9540864 w 9683261"/>
              <a:gd name="connsiteY21" fmla="*/ 97990 h 335964"/>
              <a:gd name="connsiteX22" fmla="*/ 9568541 w 9683261"/>
              <a:gd name="connsiteY22" fmla="*/ 121320 h 335964"/>
              <a:gd name="connsiteX23" fmla="*/ 9545478 w 9683261"/>
              <a:gd name="connsiteY23" fmla="*/ 149317 h 335964"/>
              <a:gd name="connsiteX24" fmla="*/ 9540864 w 9683261"/>
              <a:gd name="connsiteY24" fmla="*/ 149317 h 335964"/>
              <a:gd name="connsiteX25" fmla="*/ 9522411 w 9683261"/>
              <a:gd name="connsiteY25" fmla="*/ 167982 h 335964"/>
              <a:gd name="connsiteX26" fmla="*/ 9540864 w 9683261"/>
              <a:gd name="connsiteY26" fmla="*/ 191313 h 335964"/>
              <a:gd name="connsiteX27" fmla="*/ 9568541 w 9683261"/>
              <a:gd name="connsiteY27" fmla="*/ 214644 h 335964"/>
              <a:gd name="connsiteX28" fmla="*/ 9540864 w 9683261"/>
              <a:gd name="connsiteY28" fmla="*/ 242641 h 335964"/>
              <a:gd name="connsiteX29" fmla="*/ 9522411 w 9683261"/>
              <a:gd name="connsiteY29" fmla="*/ 265971 h 335964"/>
              <a:gd name="connsiteX30" fmla="*/ 9540864 w 9683261"/>
              <a:gd name="connsiteY30" fmla="*/ 284636 h 335964"/>
              <a:gd name="connsiteX31" fmla="*/ 9568541 w 9683261"/>
              <a:gd name="connsiteY31" fmla="*/ 312633 h 335964"/>
              <a:gd name="connsiteX32" fmla="*/ 9540864 w 9683261"/>
              <a:gd name="connsiteY32" fmla="*/ 335964 h 335964"/>
              <a:gd name="connsiteX33" fmla="*/ 845227 w 9683261"/>
              <a:gd name="connsiteY33" fmla="*/ 335964 h 335964"/>
              <a:gd name="connsiteX34" fmla="*/ 0 w 9683261"/>
              <a:gd name="connsiteY34" fmla="*/ 335964 h 335964"/>
              <a:gd name="connsiteX35" fmla="*/ 0 w 9683261"/>
              <a:gd name="connsiteY35" fmla="*/ 0 h 335964"/>
              <a:gd name="connsiteX0" fmla="*/ 9609373 w 9786569"/>
              <a:gd name="connsiteY0" fmla="*/ 237817 h 335964"/>
              <a:gd name="connsiteX1" fmla="*/ 9632706 w 9786569"/>
              <a:gd name="connsiteY1" fmla="*/ 261358 h 335964"/>
              <a:gd name="connsiteX2" fmla="*/ 9609373 w 9786569"/>
              <a:gd name="connsiteY2" fmla="*/ 284899 h 335964"/>
              <a:gd name="connsiteX3" fmla="*/ 9586041 w 9786569"/>
              <a:gd name="connsiteY3" fmla="*/ 261358 h 335964"/>
              <a:gd name="connsiteX4" fmla="*/ 9609373 w 9786569"/>
              <a:gd name="connsiteY4" fmla="*/ 237817 h 335964"/>
              <a:gd name="connsiteX5" fmla="*/ 9669650 w 9786569"/>
              <a:gd name="connsiteY5" fmla="*/ 200069 h 335964"/>
              <a:gd name="connsiteX6" fmla="*/ 9683261 w 9786569"/>
              <a:gd name="connsiteY6" fmla="*/ 212909 h 335964"/>
              <a:gd name="connsiteX7" fmla="*/ 9669650 w 9786569"/>
              <a:gd name="connsiteY7" fmla="*/ 225749 h 335964"/>
              <a:gd name="connsiteX8" fmla="*/ 9656038 w 9786569"/>
              <a:gd name="connsiteY8" fmla="*/ 212909 h 335964"/>
              <a:gd name="connsiteX9" fmla="*/ 9669650 w 9786569"/>
              <a:gd name="connsiteY9" fmla="*/ 200069 h 335964"/>
              <a:gd name="connsiteX10" fmla="*/ 9609373 w 9786569"/>
              <a:gd name="connsiteY10" fmla="*/ 143445 h 335964"/>
              <a:gd name="connsiteX11" fmla="*/ 9632706 w 9786569"/>
              <a:gd name="connsiteY11" fmla="*/ 166987 h 335964"/>
              <a:gd name="connsiteX12" fmla="*/ 9609373 w 9786569"/>
              <a:gd name="connsiteY12" fmla="*/ 190527 h 335964"/>
              <a:gd name="connsiteX13" fmla="*/ 9586041 w 9786569"/>
              <a:gd name="connsiteY13" fmla="*/ 166987 h 335964"/>
              <a:gd name="connsiteX14" fmla="*/ 9609373 w 9786569"/>
              <a:gd name="connsiteY14" fmla="*/ 143445 h 335964"/>
              <a:gd name="connsiteX15" fmla="*/ 0 w 9786569"/>
              <a:gd name="connsiteY15" fmla="*/ 0 h 335964"/>
              <a:gd name="connsiteX16" fmla="*/ 739665 w 9786569"/>
              <a:gd name="connsiteY16" fmla="*/ 0 h 335964"/>
              <a:gd name="connsiteX17" fmla="*/ 9785339 w 9786569"/>
              <a:gd name="connsiteY17" fmla="*/ 3175 h 335964"/>
              <a:gd name="connsiteX18" fmla="*/ 9568541 w 9786569"/>
              <a:gd name="connsiteY18" fmla="*/ 27997 h 335964"/>
              <a:gd name="connsiteX19" fmla="*/ 9540864 w 9786569"/>
              <a:gd name="connsiteY19" fmla="*/ 55995 h 335964"/>
              <a:gd name="connsiteX20" fmla="*/ 9522411 w 9786569"/>
              <a:gd name="connsiteY20" fmla="*/ 74659 h 335964"/>
              <a:gd name="connsiteX21" fmla="*/ 9540864 w 9786569"/>
              <a:gd name="connsiteY21" fmla="*/ 97990 h 335964"/>
              <a:gd name="connsiteX22" fmla="*/ 9568541 w 9786569"/>
              <a:gd name="connsiteY22" fmla="*/ 121320 h 335964"/>
              <a:gd name="connsiteX23" fmla="*/ 9545478 w 9786569"/>
              <a:gd name="connsiteY23" fmla="*/ 149317 h 335964"/>
              <a:gd name="connsiteX24" fmla="*/ 9540864 w 9786569"/>
              <a:gd name="connsiteY24" fmla="*/ 149317 h 335964"/>
              <a:gd name="connsiteX25" fmla="*/ 9522411 w 9786569"/>
              <a:gd name="connsiteY25" fmla="*/ 167982 h 335964"/>
              <a:gd name="connsiteX26" fmla="*/ 9540864 w 9786569"/>
              <a:gd name="connsiteY26" fmla="*/ 191313 h 335964"/>
              <a:gd name="connsiteX27" fmla="*/ 9568541 w 9786569"/>
              <a:gd name="connsiteY27" fmla="*/ 214644 h 335964"/>
              <a:gd name="connsiteX28" fmla="*/ 9540864 w 9786569"/>
              <a:gd name="connsiteY28" fmla="*/ 242641 h 335964"/>
              <a:gd name="connsiteX29" fmla="*/ 9522411 w 9786569"/>
              <a:gd name="connsiteY29" fmla="*/ 265971 h 335964"/>
              <a:gd name="connsiteX30" fmla="*/ 9540864 w 9786569"/>
              <a:gd name="connsiteY30" fmla="*/ 284636 h 335964"/>
              <a:gd name="connsiteX31" fmla="*/ 9568541 w 9786569"/>
              <a:gd name="connsiteY31" fmla="*/ 312633 h 335964"/>
              <a:gd name="connsiteX32" fmla="*/ 9540864 w 9786569"/>
              <a:gd name="connsiteY32" fmla="*/ 335964 h 335964"/>
              <a:gd name="connsiteX33" fmla="*/ 845227 w 9786569"/>
              <a:gd name="connsiteY33" fmla="*/ 335964 h 335964"/>
              <a:gd name="connsiteX34" fmla="*/ 0 w 9786569"/>
              <a:gd name="connsiteY34" fmla="*/ 335964 h 335964"/>
              <a:gd name="connsiteX35" fmla="*/ 0 w 9786569"/>
              <a:gd name="connsiteY35" fmla="*/ 0 h 335964"/>
              <a:gd name="connsiteX0" fmla="*/ 9609373 w 9786569"/>
              <a:gd name="connsiteY0" fmla="*/ 237817 h 339139"/>
              <a:gd name="connsiteX1" fmla="*/ 9632706 w 9786569"/>
              <a:gd name="connsiteY1" fmla="*/ 261358 h 339139"/>
              <a:gd name="connsiteX2" fmla="*/ 9609373 w 9786569"/>
              <a:gd name="connsiteY2" fmla="*/ 284899 h 339139"/>
              <a:gd name="connsiteX3" fmla="*/ 9586041 w 9786569"/>
              <a:gd name="connsiteY3" fmla="*/ 261358 h 339139"/>
              <a:gd name="connsiteX4" fmla="*/ 9609373 w 9786569"/>
              <a:gd name="connsiteY4" fmla="*/ 237817 h 339139"/>
              <a:gd name="connsiteX5" fmla="*/ 9669650 w 9786569"/>
              <a:gd name="connsiteY5" fmla="*/ 200069 h 339139"/>
              <a:gd name="connsiteX6" fmla="*/ 9683261 w 9786569"/>
              <a:gd name="connsiteY6" fmla="*/ 212909 h 339139"/>
              <a:gd name="connsiteX7" fmla="*/ 9669650 w 9786569"/>
              <a:gd name="connsiteY7" fmla="*/ 225749 h 339139"/>
              <a:gd name="connsiteX8" fmla="*/ 9656038 w 9786569"/>
              <a:gd name="connsiteY8" fmla="*/ 212909 h 339139"/>
              <a:gd name="connsiteX9" fmla="*/ 9669650 w 9786569"/>
              <a:gd name="connsiteY9" fmla="*/ 200069 h 339139"/>
              <a:gd name="connsiteX10" fmla="*/ 9609373 w 9786569"/>
              <a:gd name="connsiteY10" fmla="*/ 143445 h 339139"/>
              <a:gd name="connsiteX11" fmla="*/ 9632706 w 9786569"/>
              <a:gd name="connsiteY11" fmla="*/ 166987 h 339139"/>
              <a:gd name="connsiteX12" fmla="*/ 9609373 w 9786569"/>
              <a:gd name="connsiteY12" fmla="*/ 190527 h 339139"/>
              <a:gd name="connsiteX13" fmla="*/ 9586041 w 9786569"/>
              <a:gd name="connsiteY13" fmla="*/ 166987 h 339139"/>
              <a:gd name="connsiteX14" fmla="*/ 9609373 w 9786569"/>
              <a:gd name="connsiteY14" fmla="*/ 143445 h 339139"/>
              <a:gd name="connsiteX15" fmla="*/ 0 w 9786569"/>
              <a:gd name="connsiteY15" fmla="*/ 0 h 339139"/>
              <a:gd name="connsiteX16" fmla="*/ 739665 w 9786569"/>
              <a:gd name="connsiteY16" fmla="*/ 0 h 339139"/>
              <a:gd name="connsiteX17" fmla="*/ 9785339 w 9786569"/>
              <a:gd name="connsiteY17" fmla="*/ 3175 h 339139"/>
              <a:gd name="connsiteX18" fmla="*/ 9568541 w 9786569"/>
              <a:gd name="connsiteY18" fmla="*/ 27997 h 339139"/>
              <a:gd name="connsiteX19" fmla="*/ 9540864 w 9786569"/>
              <a:gd name="connsiteY19" fmla="*/ 55995 h 339139"/>
              <a:gd name="connsiteX20" fmla="*/ 9522411 w 9786569"/>
              <a:gd name="connsiteY20" fmla="*/ 74659 h 339139"/>
              <a:gd name="connsiteX21" fmla="*/ 9540864 w 9786569"/>
              <a:gd name="connsiteY21" fmla="*/ 97990 h 339139"/>
              <a:gd name="connsiteX22" fmla="*/ 9568541 w 9786569"/>
              <a:gd name="connsiteY22" fmla="*/ 121320 h 339139"/>
              <a:gd name="connsiteX23" fmla="*/ 9545478 w 9786569"/>
              <a:gd name="connsiteY23" fmla="*/ 149317 h 339139"/>
              <a:gd name="connsiteX24" fmla="*/ 9540864 w 9786569"/>
              <a:gd name="connsiteY24" fmla="*/ 149317 h 339139"/>
              <a:gd name="connsiteX25" fmla="*/ 9522411 w 9786569"/>
              <a:gd name="connsiteY25" fmla="*/ 167982 h 339139"/>
              <a:gd name="connsiteX26" fmla="*/ 9540864 w 9786569"/>
              <a:gd name="connsiteY26" fmla="*/ 191313 h 339139"/>
              <a:gd name="connsiteX27" fmla="*/ 9568541 w 9786569"/>
              <a:gd name="connsiteY27" fmla="*/ 214644 h 339139"/>
              <a:gd name="connsiteX28" fmla="*/ 9540864 w 9786569"/>
              <a:gd name="connsiteY28" fmla="*/ 242641 h 339139"/>
              <a:gd name="connsiteX29" fmla="*/ 9522411 w 9786569"/>
              <a:gd name="connsiteY29" fmla="*/ 265971 h 339139"/>
              <a:gd name="connsiteX30" fmla="*/ 9540864 w 9786569"/>
              <a:gd name="connsiteY30" fmla="*/ 284636 h 339139"/>
              <a:gd name="connsiteX31" fmla="*/ 9568541 w 9786569"/>
              <a:gd name="connsiteY31" fmla="*/ 312633 h 339139"/>
              <a:gd name="connsiteX32" fmla="*/ 9598014 w 9786569"/>
              <a:gd name="connsiteY32" fmla="*/ 339139 h 339139"/>
              <a:gd name="connsiteX33" fmla="*/ 845227 w 9786569"/>
              <a:gd name="connsiteY33" fmla="*/ 335964 h 339139"/>
              <a:gd name="connsiteX34" fmla="*/ 0 w 9786569"/>
              <a:gd name="connsiteY34" fmla="*/ 335964 h 339139"/>
              <a:gd name="connsiteX35" fmla="*/ 0 w 9786569"/>
              <a:gd name="connsiteY35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882821"/>
              <a:gd name="connsiteY0" fmla="*/ 237817 h 339158"/>
              <a:gd name="connsiteX1" fmla="*/ 9632706 w 10882821"/>
              <a:gd name="connsiteY1" fmla="*/ 261358 h 339158"/>
              <a:gd name="connsiteX2" fmla="*/ 9609373 w 10882821"/>
              <a:gd name="connsiteY2" fmla="*/ 284899 h 339158"/>
              <a:gd name="connsiteX3" fmla="*/ 9586041 w 10882821"/>
              <a:gd name="connsiteY3" fmla="*/ 261358 h 339158"/>
              <a:gd name="connsiteX4" fmla="*/ 9609373 w 10882821"/>
              <a:gd name="connsiteY4" fmla="*/ 237817 h 339158"/>
              <a:gd name="connsiteX5" fmla="*/ 9669650 w 10882821"/>
              <a:gd name="connsiteY5" fmla="*/ 200069 h 339158"/>
              <a:gd name="connsiteX6" fmla="*/ 9683261 w 10882821"/>
              <a:gd name="connsiteY6" fmla="*/ 212909 h 339158"/>
              <a:gd name="connsiteX7" fmla="*/ 9669650 w 10882821"/>
              <a:gd name="connsiteY7" fmla="*/ 225749 h 339158"/>
              <a:gd name="connsiteX8" fmla="*/ 9656038 w 10882821"/>
              <a:gd name="connsiteY8" fmla="*/ 212909 h 339158"/>
              <a:gd name="connsiteX9" fmla="*/ 9669650 w 10882821"/>
              <a:gd name="connsiteY9" fmla="*/ 200069 h 339158"/>
              <a:gd name="connsiteX10" fmla="*/ 9609373 w 10882821"/>
              <a:gd name="connsiteY10" fmla="*/ 143445 h 339158"/>
              <a:gd name="connsiteX11" fmla="*/ 9632706 w 10882821"/>
              <a:gd name="connsiteY11" fmla="*/ 166987 h 339158"/>
              <a:gd name="connsiteX12" fmla="*/ 9609373 w 10882821"/>
              <a:gd name="connsiteY12" fmla="*/ 190527 h 339158"/>
              <a:gd name="connsiteX13" fmla="*/ 9586041 w 10882821"/>
              <a:gd name="connsiteY13" fmla="*/ 166987 h 339158"/>
              <a:gd name="connsiteX14" fmla="*/ 9609373 w 10882821"/>
              <a:gd name="connsiteY14" fmla="*/ 143445 h 339158"/>
              <a:gd name="connsiteX15" fmla="*/ 0 w 10882821"/>
              <a:gd name="connsiteY15" fmla="*/ 0 h 339158"/>
              <a:gd name="connsiteX16" fmla="*/ 739665 w 10882821"/>
              <a:gd name="connsiteY16" fmla="*/ 0 h 339158"/>
              <a:gd name="connsiteX17" fmla="*/ 9785339 w 10882821"/>
              <a:gd name="connsiteY17" fmla="*/ 3175 h 339158"/>
              <a:gd name="connsiteX18" fmla="*/ 9568541 w 10882821"/>
              <a:gd name="connsiteY18" fmla="*/ 27997 h 339158"/>
              <a:gd name="connsiteX19" fmla="*/ 9540864 w 10882821"/>
              <a:gd name="connsiteY19" fmla="*/ 55995 h 339158"/>
              <a:gd name="connsiteX20" fmla="*/ 9522411 w 10882821"/>
              <a:gd name="connsiteY20" fmla="*/ 74659 h 339158"/>
              <a:gd name="connsiteX21" fmla="*/ 9540864 w 10882821"/>
              <a:gd name="connsiteY21" fmla="*/ 97990 h 339158"/>
              <a:gd name="connsiteX22" fmla="*/ 9568541 w 10882821"/>
              <a:gd name="connsiteY22" fmla="*/ 121320 h 339158"/>
              <a:gd name="connsiteX23" fmla="*/ 9545478 w 10882821"/>
              <a:gd name="connsiteY23" fmla="*/ 149317 h 339158"/>
              <a:gd name="connsiteX24" fmla="*/ 9540864 w 10882821"/>
              <a:gd name="connsiteY24" fmla="*/ 149317 h 339158"/>
              <a:gd name="connsiteX25" fmla="*/ 9522411 w 10882821"/>
              <a:gd name="connsiteY25" fmla="*/ 167982 h 339158"/>
              <a:gd name="connsiteX26" fmla="*/ 9540864 w 10882821"/>
              <a:gd name="connsiteY26" fmla="*/ 191313 h 339158"/>
              <a:gd name="connsiteX27" fmla="*/ 9568541 w 10882821"/>
              <a:gd name="connsiteY27" fmla="*/ 214644 h 339158"/>
              <a:gd name="connsiteX28" fmla="*/ 9540864 w 10882821"/>
              <a:gd name="connsiteY28" fmla="*/ 242641 h 339158"/>
              <a:gd name="connsiteX29" fmla="*/ 9522411 w 10882821"/>
              <a:gd name="connsiteY29" fmla="*/ 265971 h 339158"/>
              <a:gd name="connsiteX30" fmla="*/ 9540864 w 10882821"/>
              <a:gd name="connsiteY30" fmla="*/ 284636 h 339158"/>
              <a:gd name="connsiteX31" fmla="*/ 9598014 w 10882821"/>
              <a:gd name="connsiteY31" fmla="*/ 339139 h 339158"/>
              <a:gd name="connsiteX32" fmla="*/ 845227 w 10882821"/>
              <a:gd name="connsiteY32" fmla="*/ 335964 h 339158"/>
              <a:gd name="connsiteX33" fmla="*/ 0 w 10882821"/>
              <a:gd name="connsiteY33" fmla="*/ 335964 h 339158"/>
              <a:gd name="connsiteX34" fmla="*/ 0 w 10882821"/>
              <a:gd name="connsiteY34" fmla="*/ 0 h 339158"/>
              <a:gd name="connsiteX0" fmla="*/ 9598014 w 10910786"/>
              <a:gd name="connsiteY0" fmla="*/ 339139 h 430579"/>
              <a:gd name="connsiteX1" fmla="*/ 845227 w 10910786"/>
              <a:gd name="connsiteY1" fmla="*/ 335964 h 430579"/>
              <a:gd name="connsiteX2" fmla="*/ 0 w 10910786"/>
              <a:gd name="connsiteY2" fmla="*/ 335964 h 430579"/>
              <a:gd name="connsiteX3" fmla="*/ 0 w 10910786"/>
              <a:gd name="connsiteY3" fmla="*/ 0 h 430579"/>
              <a:gd name="connsiteX4" fmla="*/ 9632706 w 10910786"/>
              <a:gd name="connsiteY4" fmla="*/ 261358 h 430579"/>
              <a:gd name="connsiteX5" fmla="*/ 9609373 w 10910786"/>
              <a:gd name="connsiteY5" fmla="*/ 284899 h 430579"/>
              <a:gd name="connsiteX6" fmla="*/ 9586041 w 10910786"/>
              <a:gd name="connsiteY6" fmla="*/ 261358 h 430579"/>
              <a:gd name="connsiteX7" fmla="*/ 9609373 w 10910786"/>
              <a:gd name="connsiteY7" fmla="*/ 237817 h 430579"/>
              <a:gd name="connsiteX8" fmla="*/ 9669650 w 10910786"/>
              <a:gd name="connsiteY8" fmla="*/ 200069 h 430579"/>
              <a:gd name="connsiteX9" fmla="*/ 9683261 w 10910786"/>
              <a:gd name="connsiteY9" fmla="*/ 212909 h 430579"/>
              <a:gd name="connsiteX10" fmla="*/ 9669650 w 10910786"/>
              <a:gd name="connsiteY10" fmla="*/ 225749 h 430579"/>
              <a:gd name="connsiteX11" fmla="*/ 9656038 w 10910786"/>
              <a:gd name="connsiteY11" fmla="*/ 212909 h 430579"/>
              <a:gd name="connsiteX12" fmla="*/ 9669650 w 10910786"/>
              <a:gd name="connsiteY12" fmla="*/ 200069 h 430579"/>
              <a:gd name="connsiteX13" fmla="*/ 9609373 w 10910786"/>
              <a:gd name="connsiteY13" fmla="*/ 143445 h 430579"/>
              <a:gd name="connsiteX14" fmla="*/ 9632706 w 10910786"/>
              <a:gd name="connsiteY14" fmla="*/ 166987 h 430579"/>
              <a:gd name="connsiteX15" fmla="*/ 9609373 w 10910786"/>
              <a:gd name="connsiteY15" fmla="*/ 190527 h 430579"/>
              <a:gd name="connsiteX16" fmla="*/ 9586041 w 10910786"/>
              <a:gd name="connsiteY16" fmla="*/ 166987 h 430579"/>
              <a:gd name="connsiteX17" fmla="*/ 9609373 w 10910786"/>
              <a:gd name="connsiteY17" fmla="*/ 143445 h 430579"/>
              <a:gd name="connsiteX18" fmla="*/ 0 w 10910786"/>
              <a:gd name="connsiteY18" fmla="*/ 0 h 430579"/>
              <a:gd name="connsiteX19" fmla="*/ 739665 w 10910786"/>
              <a:gd name="connsiteY19" fmla="*/ 0 h 430579"/>
              <a:gd name="connsiteX20" fmla="*/ 9785339 w 10910786"/>
              <a:gd name="connsiteY20" fmla="*/ 3175 h 430579"/>
              <a:gd name="connsiteX21" fmla="*/ 9568541 w 10910786"/>
              <a:gd name="connsiteY21" fmla="*/ 27997 h 430579"/>
              <a:gd name="connsiteX22" fmla="*/ 9540864 w 10910786"/>
              <a:gd name="connsiteY22" fmla="*/ 55995 h 430579"/>
              <a:gd name="connsiteX23" fmla="*/ 9522411 w 10910786"/>
              <a:gd name="connsiteY23" fmla="*/ 74659 h 430579"/>
              <a:gd name="connsiteX24" fmla="*/ 9540864 w 10910786"/>
              <a:gd name="connsiteY24" fmla="*/ 97990 h 430579"/>
              <a:gd name="connsiteX25" fmla="*/ 9568541 w 10910786"/>
              <a:gd name="connsiteY25" fmla="*/ 121320 h 430579"/>
              <a:gd name="connsiteX26" fmla="*/ 9545478 w 10910786"/>
              <a:gd name="connsiteY26" fmla="*/ 149317 h 430579"/>
              <a:gd name="connsiteX27" fmla="*/ 9540864 w 10910786"/>
              <a:gd name="connsiteY27" fmla="*/ 149317 h 430579"/>
              <a:gd name="connsiteX28" fmla="*/ 9522411 w 10910786"/>
              <a:gd name="connsiteY28" fmla="*/ 167982 h 430579"/>
              <a:gd name="connsiteX29" fmla="*/ 9540864 w 10910786"/>
              <a:gd name="connsiteY29" fmla="*/ 191313 h 430579"/>
              <a:gd name="connsiteX30" fmla="*/ 9568541 w 10910786"/>
              <a:gd name="connsiteY30" fmla="*/ 214644 h 430579"/>
              <a:gd name="connsiteX31" fmla="*/ 9540864 w 10910786"/>
              <a:gd name="connsiteY31" fmla="*/ 242641 h 430579"/>
              <a:gd name="connsiteX32" fmla="*/ 9522411 w 10910786"/>
              <a:gd name="connsiteY32" fmla="*/ 265971 h 430579"/>
              <a:gd name="connsiteX33" fmla="*/ 9540864 w 10910786"/>
              <a:gd name="connsiteY33" fmla="*/ 284636 h 430579"/>
              <a:gd name="connsiteX34" fmla="*/ 9689454 w 10910786"/>
              <a:gd name="connsiteY34" fmla="*/ 430579 h 43057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34" fmla="*/ 9540864 w 9786569"/>
              <a:gd name="connsiteY34" fmla="*/ 284636 h 33913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73768"/>
              <a:gd name="connsiteY0" fmla="*/ 418315 h 418315"/>
              <a:gd name="connsiteX1" fmla="*/ 845227 w 10373768"/>
              <a:gd name="connsiteY1" fmla="*/ 415140 h 418315"/>
              <a:gd name="connsiteX2" fmla="*/ 0 w 10373768"/>
              <a:gd name="connsiteY2" fmla="*/ 415140 h 418315"/>
              <a:gd name="connsiteX3" fmla="*/ 0 w 10373768"/>
              <a:gd name="connsiteY3" fmla="*/ 79176 h 418315"/>
              <a:gd name="connsiteX4" fmla="*/ 9632706 w 10373768"/>
              <a:gd name="connsiteY4" fmla="*/ 340534 h 418315"/>
              <a:gd name="connsiteX5" fmla="*/ 9609373 w 10373768"/>
              <a:gd name="connsiteY5" fmla="*/ 364075 h 418315"/>
              <a:gd name="connsiteX6" fmla="*/ 9586041 w 10373768"/>
              <a:gd name="connsiteY6" fmla="*/ 340534 h 418315"/>
              <a:gd name="connsiteX7" fmla="*/ 9609373 w 10373768"/>
              <a:gd name="connsiteY7" fmla="*/ 316993 h 418315"/>
              <a:gd name="connsiteX8" fmla="*/ 9598014 w 10373768"/>
              <a:gd name="connsiteY8" fmla="*/ 418315 h 418315"/>
              <a:gd name="connsiteX9" fmla="*/ 9669650 w 10373768"/>
              <a:gd name="connsiteY9" fmla="*/ 279245 h 418315"/>
              <a:gd name="connsiteX10" fmla="*/ 9683261 w 10373768"/>
              <a:gd name="connsiteY10" fmla="*/ 292085 h 418315"/>
              <a:gd name="connsiteX11" fmla="*/ 9669650 w 10373768"/>
              <a:gd name="connsiteY11" fmla="*/ 304925 h 418315"/>
              <a:gd name="connsiteX12" fmla="*/ 9656038 w 10373768"/>
              <a:gd name="connsiteY12" fmla="*/ 292085 h 418315"/>
              <a:gd name="connsiteX13" fmla="*/ 9669650 w 10373768"/>
              <a:gd name="connsiteY13" fmla="*/ 279245 h 418315"/>
              <a:gd name="connsiteX14" fmla="*/ 9609373 w 10373768"/>
              <a:gd name="connsiteY14" fmla="*/ 222621 h 418315"/>
              <a:gd name="connsiteX15" fmla="*/ 9632706 w 10373768"/>
              <a:gd name="connsiteY15" fmla="*/ 246163 h 418315"/>
              <a:gd name="connsiteX16" fmla="*/ 9609373 w 10373768"/>
              <a:gd name="connsiteY16" fmla="*/ 269703 h 418315"/>
              <a:gd name="connsiteX17" fmla="*/ 9586041 w 10373768"/>
              <a:gd name="connsiteY17" fmla="*/ 246163 h 418315"/>
              <a:gd name="connsiteX18" fmla="*/ 9609373 w 10373768"/>
              <a:gd name="connsiteY18" fmla="*/ 222621 h 418315"/>
              <a:gd name="connsiteX19" fmla="*/ 0 w 10373768"/>
              <a:gd name="connsiteY19" fmla="*/ 79176 h 418315"/>
              <a:gd name="connsiteX20" fmla="*/ 739665 w 10373768"/>
              <a:gd name="connsiteY20" fmla="*/ 79176 h 418315"/>
              <a:gd name="connsiteX21" fmla="*/ 9785339 w 10373768"/>
              <a:gd name="connsiteY21" fmla="*/ 82351 h 418315"/>
              <a:gd name="connsiteX22" fmla="*/ 9540864 w 10373768"/>
              <a:gd name="connsiteY22" fmla="*/ 135171 h 418315"/>
              <a:gd name="connsiteX23" fmla="*/ 9522411 w 10373768"/>
              <a:gd name="connsiteY23" fmla="*/ 153835 h 418315"/>
              <a:gd name="connsiteX24" fmla="*/ 9540864 w 10373768"/>
              <a:gd name="connsiteY24" fmla="*/ 177166 h 418315"/>
              <a:gd name="connsiteX25" fmla="*/ 9568541 w 10373768"/>
              <a:gd name="connsiteY25" fmla="*/ 200496 h 418315"/>
              <a:gd name="connsiteX26" fmla="*/ 9545478 w 10373768"/>
              <a:gd name="connsiteY26" fmla="*/ 228493 h 418315"/>
              <a:gd name="connsiteX27" fmla="*/ 9540864 w 10373768"/>
              <a:gd name="connsiteY27" fmla="*/ 228493 h 418315"/>
              <a:gd name="connsiteX28" fmla="*/ 9522411 w 10373768"/>
              <a:gd name="connsiteY28" fmla="*/ 247158 h 418315"/>
              <a:gd name="connsiteX29" fmla="*/ 9540864 w 10373768"/>
              <a:gd name="connsiteY29" fmla="*/ 270489 h 418315"/>
              <a:gd name="connsiteX30" fmla="*/ 9568541 w 10373768"/>
              <a:gd name="connsiteY30" fmla="*/ 293820 h 418315"/>
              <a:gd name="connsiteX31" fmla="*/ 9540864 w 10373768"/>
              <a:gd name="connsiteY31" fmla="*/ 321817 h 418315"/>
              <a:gd name="connsiteX32" fmla="*/ 9522411 w 10373768"/>
              <a:gd name="connsiteY32" fmla="*/ 345147 h 418315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40864 w 9785339"/>
              <a:gd name="connsiteY22" fmla="*/ 55995 h 339139"/>
              <a:gd name="connsiteX23" fmla="*/ 9522411 w 9785339"/>
              <a:gd name="connsiteY23" fmla="*/ 74659 h 339139"/>
              <a:gd name="connsiteX24" fmla="*/ 9540864 w 9785339"/>
              <a:gd name="connsiteY24" fmla="*/ 97990 h 339139"/>
              <a:gd name="connsiteX25" fmla="*/ 9568541 w 9785339"/>
              <a:gd name="connsiteY25" fmla="*/ 121320 h 339139"/>
              <a:gd name="connsiteX26" fmla="*/ 9545478 w 9785339"/>
              <a:gd name="connsiteY26" fmla="*/ 149317 h 339139"/>
              <a:gd name="connsiteX27" fmla="*/ 9540864 w 9785339"/>
              <a:gd name="connsiteY27" fmla="*/ 149317 h 339139"/>
              <a:gd name="connsiteX28" fmla="*/ 9522411 w 9785339"/>
              <a:gd name="connsiteY28" fmla="*/ 167982 h 339139"/>
              <a:gd name="connsiteX29" fmla="*/ 9540864 w 9785339"/>
              <a:gd name="connsiteY29" fmla="*/ 191313 h 339139"/>
              <a:gd name="connsiteX30" fmla="*/ 9568541 w 9785339"/>
              <a:gd name="connsiteY30" fmla="*/ 214644 h 339139"/>
              <a:gd name="connsiteX31" fmla="*/ 9540864 w 9785339"/>
              <a:gd name="connsiteY31" fmla="*/ 242641 h 339139"/>
              <a:gd name="connsiteX32" fmla="*/ 9522411 w 9785339"/>
              <a:gd name="connsiteY32" fmla="*/ 265971 h 339139"/>
              <a:gd name="connsiteX0" fmla="*/ 9598014 w 10504275"/>
              <a:gd name="connsiteY0" fmla="*/ 339139 h 339139"/>
              <a:gd name="connsiteX1" fmla="*/ 845227 w 10504275"/>
              <a:gd name="connsiteY1" fmla="*/ 335964 h 339139"/>
              <a:gd name="connsiteX2" fmla="*/ 0 w 10504275"/>
              <a:gd name="connsiteY2" fmla="*/ 335964 h 339139"/>
              <a:gd name="connsiteX3" fmla="*/ 0 w 10504275"/>
              <a:gd name="connsiteY3" fmla="*/ 0 h 339139"/>
              <a:gd name="connsiteX4" fmla="*/ 9632706 w 10504275"/>
              <a:gd name="connsiteY4" fmla="*/ 261358 h 339139"/>
              <a:gd name="connsiteX5" fmla="*/ 9609373 w 10504275"/>
              <a:gd name="connsiteY5" fmla="*/ 284899 h 339139"/>
              <a:gd name="connsiteX6" fmla="*/ 9586041 w 10504275"/>
              <a:gd name="connsiteY6" fmla="*/ 261358 h 339139"/>
              <a:gd name="connsiteX7" fmla="*/ 9609373 w 10504275"/>
              <a:gd name="connsiteY7" fmla="*/ 237817 h 339139"/>
              <a:gd name="connsiteX8" fmla="*/ 9598014 w 10504275"/>
              <a:gd name="connsiteY8" fmla="*/ 339139 h 339139"/>
              <a:gd name="connsiteX9" fmla="*/ 9669650 w 10504275"/>
              <a:gd name="connsiteY9" fmla="*/ 200069 h 339139"/>
              <a:gd name="connsiteX10" fmla="*/ 9683261 w 10504275"/>
              <a:gd name="connsiteY10" fmla="*/ 212909 h 339139"/>
              <a:gd name="connsiteX11" fmla="*/ 9669650 w 10504275"/>
              <a:gd name="connsiteY11" fmla="*/ 225749 h 339139"/>
              <a:gd name="connsiteX12" fmla="*/ 9656038 w 10504275"/>
              <a:gd name="connsiteY12" fmla="*/ 212909 h 339139"/>
              <a:gd name="connsiteX13" fmla="*/ 9669650 w 10504275"/>
              <a:gd name="connsiteY13" fmla="*/ 200069 h 339139"/>
              <a:gd name="connsiteX14" fmla="*/ 9609373 w 10504275"/>
              <a:gd name="connsiteY14" fmla="*/ 143445 h 339139"/>
              <a:gd name="connsiteX15" fmla="*/ 9632706 w 10504275"/>
              <a:gd name="connsiteY15" fmla="*/ 166987 h 339139"/>
              <a:gd name="connsiteX16" fmla="*/ 9609373 w 10504275"/>
              <a:gd name="connsiteY16" fmla="*/ 190527 h 339139"/>
              <a:gd name="connsiteX17" fmla="*/ 9586041 w 10504275"/>
              <a:gd name="connsiteY17" fmla="*/ 166987 h 339139"/>
              <a:gd name="connsiteX18" fmla="*/ 9609373 w 10504275"/>
              <a:gd name="connsiteY18" fmla="*/ 143445 h 339139"/>
              <a:gd name="connsiteX19" fmla="*/ 0 w 10504275"/>
              <a:gd name="connsiteY19" fmla="*/ 0 h 339139"/>
              <a:gd name="connsiteX20" fmla="*/ 739665 w 10504275"/>
              <a:gd name="connsiteY20" fmla="*/ 0 h 339139"/>
              <a:gd name="connsiteX21" fmla="*/ 9785339 w 10504275"/>
              <a:gd name="connsiteY21" fmla="*/ 3175 h 339139"/>
              <a:gd name="connsiteX22" fmla="*/ 9896464 w 10504275"/>
              <a:gd name="connsiteY22" fmla="*/ 294120 h 339139"/>
              <a:gd name="connsiteX23" fmla="*/ 9522411 w 10504275"/>
              <a:gd name="connsiteY23" fmla="*/ 74659 h 339139"/>
              <a:gd name="connsiteX24" fmla="*/ 9540864 w 10504275"/>
              <a:gd name="connsiteY24" fmla="*/ 97990 h 339139"/>
              <a:gd name="connsiteX25" fmla="*/ 9568541 w 10504275"/>
              <a:gd name="connsiteY25" fmla="*/ 121320 h 339139"/>
              <a:gd name="connsiteX26" fmla="*/ 9545478 w 10504275"/>
              <a:gd name="connsiteY26" fmla="*/ 149317 h 339139"/>
              <a:gd name="connsiteX27" fmla="*/ 9540864 w 10504275"/>
              <a:gd name="connsiteY27" fmla="*/ 149317 h 339139"/>
              <a:gd name="connsiteX28" fmla="*/ 9522411 w 10504275"/>
              <a:gd name="connsiteY28" fmla="*/ 167982 h 339139"/>
              <a:gd name="connsiteX29" fmla="*/ 9540864 w 10504275"/>
              <a:gd name="connsiteY29" fmla="*/ 191313 h 339139"/>
              <a:gd name="connsiteX30" fmla="*/ 9568541 w 10504275"/>
              <a:gd name="connsiteY30" fmla="*/ 214644 h 339139"/>
              <a:gd name="connsiteX31" fmla="*/ 9540864 w 10504275"/>
              <a:gd name="connsiteY31" fmla="*/ 242641 h 339139"/>
              <a:gd name="connsiteX32" fmla="*/ 9522411 w 10504275"/>
              <a:gd name="connsiteY32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32" fmla="*/ 9598014 w 10381792"/>
              <a:gd name="connsiteY32" fmla="*/ 339139 h 339139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22411 w 9785339"/>
              <a:gd name="connsiteY22" fmla="*/ 74659 h 339139"/>
              <a:gd name="connsiteX23" fmla="*/ 9540864 w 9785339"/>
              <a:gd name="connsiteY23" fmla="*/ 97990 h 339139"/>
              <a:gd name="connsiteX24" fmla="*/ 9568541 w 9785339"/>
              <a:gd name="connsiteY24" fmla="*/ 121320 h 339139"/>
              <a:gd name="connsiteX25" fmla="*/ 9545478 w 9785339"/>
              <a:gd name="connsiteY25" fmla="*/ 149317 h 339139"/>
              <a:gd name="connsiteX26" fmla="*/ 9540864 w 9785339"/>
              <a:gd name="connsiteY26" fmla="*/ 149317 h 339139"/>
              <a:gd name="connsiteX27" fmla="*/ 9522411 w 9785339"/>
              <a:gd name="connsiteY27" fmla="*/ 167982 h 339139"/>
              <a:gd name="connsiteX28" fmla="*/ 9540864 w 9785339"/>
              <a:gd name="connsiteY28" fmla="*/ 191313 h 339139"/>
              <a:gd name="connsiteX29" fmla="*/ 9568541 w 9785339"/>
              <a:gd name="connsiteY29" fmla="*/ 214644 h 339139"/>
              <a:gd name="connsiteX30" fmla="*/ 9540864 w 9785339"/>
              <a:gd name="connsiteY30" fmla="*/ 242641 h 339139"/>
              <a:gd name="connsiteX31" fmla="*/ 9522411 w 9785339"/>
              <a:gd name="connsiteY31" fmla="*/ 265971 h 339139"/>
              <a:gd name="connsiteX32" fmla="*/ 9598014 w 9785339"/>
              <a:gd name="connsiteY32" fmla="*/ 339139 h 339139"/>
              <a:gd name="connsiteX33" fmla="*/ 0 w 9785339"/>
              <a:gd name="connsiteY33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609373 w 10386312"/>
              <a:gd name="connsiteY14" fmla="*/ 143445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9609373 w 10386312"/>
              <a:gd name="connsiteY18" fmla="*/ 143445 h 339139"/>
              <a:gd name="connsiteX19" fmla="*/ 0 w 10386312"/>
              <a:gd name="connsiteY19" fmla="*/ 0 h 339139"/>
              <a:gd name="connsiteX20" fmla="*/ 739665 w 10386312"/>
              <a:gd name="connsiteY20" fmla="*/ 0 h 339139"/>
              <a:gd name="connsiteX21" fmla="*/ 9785339 w 10386312"/>
              <a:gd name="connsiteY21" fmla="*/ 3175 h 339139"/>
              <a:gd name="connsiteX22" fmla="*/ 9540864 w 10386312"/>
              <a:gd name="connsiteY22" fmla="*/ 97990 h 339139"/>
              <a:gd name="connsiteX23" fmla="*/ 9568541 w 10386312"/>
              <a:gd name="connsiteY23" fmla="*/ 121320 h 339139"/>
              <a:gd name="connsiteX24" fmla="*/ 9545478 w 10386312"/>
              <a:gd name="connsiteY24" fmla="*/ 149317 h 339139"/>
              <a:gd name="connsiteX25" fmla="*/ 9540864 w 10386312"/>
              <a:gd name="connsiteY25" fmla="*/ 149317 h 339139"/>
              <a:gd name="connsiteX26" fmla="*/ 9522411 w 10386312"/>
              <a:gd name="connsiteY26" fmla="*/ 167982 h 339139"/>
              <a:gd name="connsiteX27" fmla="*/ 9540864 w 10386312"/>
              <a:gd name="connsiteY27" fmla="*/ 191313 h 339139"/>
              <a:gd name="connsiteX28" fmla="*/ 9568541 w 10386312"/>
              <a:gd name="connsiteY28" fmla="*/ 214644 h 339139"/>
              <a:gd name="connsiteX29" fmla="*/ 9540864 w 10386312"/>
              <a:gd name="connsiteY29" fmla="*/ 242641 h 339139"/>
              <a:gd name="connsiteX30" fmla="*/ 9522411 w 10386312"/>
              <a:gd name="connsiteY30" fmla="*/ 265971 h 339139"/>
              <a:gd name="connsiteX31" fmla="*/ 9598014 w 10386312"/>
              <a:gd name="connsiteY31" fmla="*/ 339139 h 339139"/>
              <a:gd name="connsiteX32" fmla="*/ 0 w 10386312"/>
              <a:gd name="connsiteY32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586041 w 10386312"/>
              <a:gd name="connsiteY14" fmla="*/ 166987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0 w 10386312"/>
              <a:gd name="connsiteY18" fmla="*/ 0 h 339139"/>
              <a:gd name="connsiteX19" fmla="*/ 739665 w 10386312"/>
              <a:gd name="connsiteY19" fmla="*/ 0 h 339139"/>
              <a:gd name="connsiteX20" fmla="*/ 9785339 w 10386312"/>
              <a:gd name="connsiteY20" fmla="*/ 3175 h 339139"/>
              <a:gd name="connsiteX21" fmla="*/ 9540864 w 10386312"/>
              <a:gd name="connsiteY21" fmla="*/ 97990 h 339139"/>
              <a:gd name="connsiteX22" fmla="*/ 9568541 w 10386312"/>
              <a:gd name="connsiteY22" fmla="*/ 121320 h 339139"/>
              <a:gd name="connsiteX23" fmla="*/ 9545478 w 10386312"/>
              <a:gd name="connsiteY23" fmla="*/ 149317 h 339139"/>
              <a:gd name="connsiteX24" fmla="*/ 9540864 w 10386312"/>
              <a:gd name="connsiteY24" fmla="*/ 149317 h 339139"/>
              <a:gd name="connsiteX25" fmla="*/ 9522411 w 10386312"/>
              <a:gd name="connsiteY25" fmla="*/ 167982 h 339139"/>
              <a:gd name="connsiteX26" fmla="*/ 9540864 w 10386312"/>
              <a:gd name="connsiteY26" fmla="*/ 191313 h 339139"/>
              <a:gd name="connsiteX27" fmla="*/ 9568541 w 10386312"/>
              <a:gd name="connsiteY27" fmla="*/ 214644 h 339139"/>
              <a:gd name="connsiteX28" fmla="*/ 9540864 w 10386312"/>
              <a:gd name="connsiteY28" fmla="*/ 242641 h 339139"/>
              <a:gd name="connsiteX29" fmla="*/ 9522411 w 10386312"/>
              <a:gd name="connsiteY29" fmla="*/ 265971 h 339139"/>
              <a:gd name="connsiteX30" fmla="*/ 9598014 w 10386312"/>
              <a:gd name="connsiteY30" fmla="*/ 339139 h 339139"/>
              <a:gd name="connsiteX31" fmla="*/ 0 w 10386312"/>
              <a:gd name="connsiteY31" fmla="*/ 0 h 339139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609373 w 10386312"/>
              <a:gd name="connsiteY5" fmla="*/ 284899 h 347620"/>
              <a:gd name="connsiteX6" fmla="*/ 9586041 w 10386312"/>
              <a:gd name="connsiteY6" fmla="*/ 261358 h 347620"/>
              <a:gd name="connsiteX7" fmla="*/ 9609373 w 10386312"/>
              <a:gd name="connsiteY7" fmla="*/ 237817 h 347620"/>
              <a:gd name="connsiteX8" fmla="*/ 9598014 w 10386312"/>
              <a:gd name="connsiteY8" fmla="*/ 339139 h 347620"/>
              <a:gd name="connsiteX9" fmla="*/ 9669650 w 10386312"/>
              <a:gd name="connsiteY9" fmla="*/ 200069 h 347620"/>
              <a:gd name="connsiteX10" fmla="*/ 9683261 w 10386312"/>
              <a:gd name="connsiteY10" fmla="*/ 212909 h 347620"/>
              <a:gd name="connsiteX11" fmla="*/ 9669650 w 10386312"/>
              <a:gd name="connsiteY11" fmla="*/ 225749 h 347620"/>
              <a:gd name="connsiteX12" fmla="*/ 9656038 w 10386312"/>
              <a:gd name="connsiteY12" fmla="*/ 212909 h 347620"/>
              <a:gd name="connsiteX13" fmla="*/ 9669650 w 10386312"/>
              <a:gd name="connsiteY13" fmla="*/ 200069 h 347620"/>
              <a:gd name="connsiteX14" fmla="*/ 9586041 w 10386312"/>
              <a:gd name="connsiteY14" fmla="*/ 166987 h 347620"/>
              <a:gd name="connsiteX15" fmla="*/ 9632706 w 10386312"/>
              <a:gd name="connsiteY15" fmla="*/ 166987 h 347620"/>
              <a:gd name="connsiteX16" fmla="*/ 9609373 w 10386312"/>
              <a:gd name="connsiteY16" fmla="*/ 190527 h 347620"/>
              <a:gd name="connsiteX17" fmla="*/ 9586041 w 10386312"/>
              <a:gd name="connsiteY17" fmla="*/ 166987 h 347620"/>
              <a:gd name="connsiteX18" fmla="*/ 0 w 10386312"/>
              <a:gd name="connsiteY18" fmla="*/ 0 h 347620"/>
              <a:gd name="connsiteX19" fmla="*/ 739665 w 10386312"/>
              <a:gd name="connsiteY19" fmla="*/ 0 h 347620"/>
              <a:gd name="connsiteX20" fmla="*/ 9785339 w 10386312"/>
              <a:gd name="connsiteY20" fmla="*/ 3175 h 347620"/>
              <a:gd name="connsiteX21" fmla="*/ 9540864 w 10386312"/>
              <a:gd name="connsiteY21" fmla="*/ 97990 h 347620"/>
              <a:gd name="connsiteX22" fmla="*/ 9568541 w 10386312"/>
              <a:gd name="connsiteY22" fmla="*/ 121320 h 347620"/>
              <a:gd name="connsiteX23" fmla="*/ 9545478 w 10386312"/>
              <a:gd name="connsiteY23" fmla="*/ 149317 h 347620"/>
              <a:gd name="connsiteX24" fmla="*/ 9540864 w 10386312"/>
              <a:gd name="connsiteY24" fmla="*/ 149317 h 347620"/>
              <a:gd name="connsiteX25" fmla="*/ 9522411 w 10386312"/>
              <a:gd name="connsiteY25" fmla="*/ 167982 h 347620"/>
              <a:gd name="connsiteX26" fmla="*/ 9540864 w 10386312"/>
              <a:gd name="connsiteY26" fmla="*/ 191313 h 347620"/>
              <a:gd name="connsiteX27" fmla="*/ 9568541 w 10386312"/>
              <a:gd name="connsiteY27" fmla="*/ 214644 h 347620"/>
              <a:gd name="connsiteX28" fmla="*/ 9540864 w 10386312"/>
              <a:gd name="connsiteY28" fmla="*/ 242641 h 347620"/>
              <a:gd name="connsiteX29" fmla="*/ 9598014 w 10386312"/>
              <a:gd name="connsiteY29" fmla="*/ 339139 h 347620"/>
              <a:gd name="connsiteX30" fmla="*/ 0 w 10386312"/>
              <a:gd name="connsiteY3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609373 w 10386312"/>
              <a:gd name="connsiteY6" fmla="*/ 237817 h 347620"/>
              <a:gd name="connsiteX7" fmla="*/ 9598014 w 10386312"/>
              <a:gd name="connsiteY7" fmla="*/ 339139 h 347620"/>
              <a:gd name="connsiteX8" fmla="*/ 9669650 w 10386312"/>
              <a:gd name="connsiteY8" fmla="*/ 200069 h 347620"/>
              <a:gd name="connsiteX9" fmla="*/ 9683261 w 10386312"/>
              <a:gd name="connsiteY9" fmla="*/ 212909 h 347620"/>
              <a:gd name="connsiteX10" fmla="*/ 9669650 w 10386312"/>
              <a:gd name="connsiteY10" fmla="*/ 225749 h 347620"/>
              <a:gd name="connsiteX11" fmla="*/ 9656038 w 10386312"/>
              <a:gd name="connsiteY11" fmla="*/ 212909 h 347620"/>
              <a:gd name="connsiteX12" fmla="*/ 9669650 w 10386312"/>
              <a:gd name="connsiteY12" fmla="*/ 200069 h 347620"/>
              <a:gd name="connsiteX13" fmla="*/ 9586041 w 10386312"/>
              <a:gd name="connsiteY13" fmla="*/ 166987 h 347620"/>
              <a:gd name="connsiteX14" fmla="*/ 9632706 w 10386312"/>
              <a:gd name="connsiteY14" fmla="*/ 166987 h 347620"/>
              <a:gd name="connsiteX15" fmla="*/ 9609373 w 10386312"/>
              <a:gd name="connsiteY15" fmla="*/ 190527 h 347620"/>
              <a:gd name="connsiteX16" fmla="*/ 9586041 w 10386312"/>
              <a:gd name="connsiteY16" fmla="*/ 166987 h 347620"/>
              <a:gd name="connsiteX17" fmla="*/ 0 w 10386312"/>
              <a:gd name="connsiteY17" fmla="*/ 0 h 347620"/>
              <a:gd name="connsiteX18" fmla="*/ 739665 w 10386312"/>
              <a:gd name="connsiteY18" fmla="*/ 0 h 347620"/>
              <a:gd name="connsiteX19" fmla="*/ 9785339 w 10386312"/>
              <a:gd name="connsiteY19" fmla="*/ 3175 h 347620"/>
              <a:gd name="connsiteX20" fmla="*/ 9540864 w 10386312"/>
              <a:gd name="connsiteY20" fmla="*/ 97990 h 347620"/>
              <a:gd name="connsiteX21" fmla="*/ 9568541 w 10386312"/>
              <a:gd name="connsiteY21" fmla="*/ 121320 h 347620"/>
              <a:gd name="connsiteX22" fmla="*/ 9545478 w 10386312"/>
              <a:gd name="connsiteY22" fmla="*/ 149317 h 347620"/>
              <a:gd name="connsiteX23" fmla="*/ 9540864 w 10386312"/>
              <a:gd name="connsiteY23" fmla="*/ 149317 h 347620"/>
              <a:gd name="connsiteX24" fmla="*/ 9522411 w 10386312"/>
              <a:gd name="connsiteY24" fmla="*/ 167982 h 347620"/>
              <a:gd name="connsiteX25" fmla="*/ 9540864 w 10386312"/>
              <a:gd name="connsiteY25" fmla="*/ 191313 h 347620"/>
              <a:gd name="connsiteX26" fmla="*/ 9568541 w 10386312"/>
              <a:gd name="connsiteY26" fmla="*/ 214644 h 347620"/>
              <a:gd name="connsiteX27" fmla="*/ 9540864 w 10386312"/>
              <a:gd name="connsiteY27" fmla="*/ 242641 h 347620"/>
              <a:gd name="connsiteX28" fmla="*/ 9598014 w 10386312"/>
              <a:gd name="connsiteY28" fmla="*/ 339139 h 347620"/>
              <a:gd name="connsiteX29" fmla="*/ 0 w 10386312"/>
              <a:gd name="connsiteY29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598014 w 10386312"/>
              <a:gd name="connsiteY6" fmla="*/ 339139 h 347620"/>
              <a:gd name="connsiteX7" fmla="*/ 9669650 w 10386312"/>
              <a:gd name="connsiteY7" fmla="*/ 200069 h 347620"/>
              <a:gd name="connsiteX8" fmla="*/ 9683261 w 10386312"/>
              <a:gd name="connsiteY8" fmla="*/ 212909 h 347620"/>
              <a:gd name="connsiteX9" fmla="*/ 9669650 w 10386312"/>
              <a:gd name="connsiteY9" fmla="*/ 225749 h 347620"/>
              <a:gd name="connsiteX10" fmla="*/ 9656038 w 10386312"/>
              <a:gd name="connsiteY10" fmla="*/ 212909 h 347620"/>
              <a:gd name="connsiteX11" fmla="*/ 9669650 w 10386312"/>
              <a:gd name="connsiteY11" fmla="*/ 200069 h 347620"/>
              <a:gd name="connsiteX12" fmla="*/ 9586041 w 10386312"/>
              <a:gd name="connsiteY12" fmla="*/ 166987 h 347620"/>
              <a:gd name="connsiteX13" fmla="*/ 9632706 w 10386312"/>
              <a:gd name="connsiteY13" fmla="*/ 166987 h 347620"/>
              <a:gd name="connsiteX14" fmla="*/ 9609373 w 10386312"/>
              <a:gd name="connsiteY14" fmla="*/ 190527 h 347620"/>
              <a:gd name="connsiteX15" fmla="*/ 9586041 w 10386312"/>
              <a:gd name="connsiteY15" fmla="*/ 166987 h 347620"/>
              <a:gd name="connsiteX16" fmla="*/ 0 w 10386312"/>
              <a:gd name="connsiteY16" fmla="*/ 0 h 347620"/>
              <a:gd name="connsiteX17" fmla="*/ 739665 w 10386312"/>
              <a:gd name="connsiteY17" fmla="*/ 0 h 347620"/>
              <a:gd name="connsiteX18" fmla="*/ 9785339 w 10386312"/>
              <a:gd name="connsiteY18" fmla="*/ 3175 h 347620"/>
              <a:gd name="connsiteX19" fmla="*/ 9540864 w 10386312"/>
              <a:gd name="connsiteY19" fmla="*/ 97990 h 347620"/>
              <a:gd name="connsiteX20" fmla="*/ 9568541 w 10386312"/>
              <a:gd name="connsiteY20" fmla="*/ 121320 h 347620"/>
              <a:gd name="connsiteX21" fmla="*/ 9545478 w 10386312"/>
              <a:gd name="connsiteY21" fmla="*/ 149317 h 347620"/>
              <a:gd name="connsiteX22" fmla="*/ 9540864 w 10386312"/>
              <a:gd name="connsiteY22" fmla="*/ 149317 h 347620"/>
              <a:gd name="connsiteX23" fmla="*/ 9522411 w 10386312"/>
              <a:gd name="connsiteY23" fmla="*/ 167982 h 347620"/>
              <a:gd name="connsiteX24" fmla="*/ 9540864 w 10386312"/>
              <a:gd name="connsiteY24" fmla="*/ 191313 h 347620"/>
              <a:gd name="connsiteX25" fmla="*/ 9568541 w 10386312"/>
              <a:gd name="connsiteY25" fmla="*/ 214644 h 347620"/>
              <a:gd name="connsiteX26" fmla="*/ 9540864 w 10386312"/>
              <a:gd name="connsiteY26" fmla="*/ 242641 h 347620"/>
              <a:gd name="connsiteX27" fmla="*/ 9598014 w 10386312"/>
              <a:gd name="connsiteY27" fmla="*/ 339139 h 347620"/>
              <a:gd name="connsiteX28" fmla="*/ 0 w 10386312"/>
              <a:gd name="connsiteY28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86041 w 10386312"/>
              <a:gd name="connsiteY4" fmla="*/ 261358 h 347620"/>
              <a:gd name="connsiteX5" fmla="*/ 9598014 w 10386312"/>
              <a:gd name="connsiteY5" fmla="*/ 339139 h 347620"/>
              <a:gd name="connsiteX6" fmla="*/ 9669650 w 10386312"/>
              <a:gd name="connsiteY6" fmla="*/ 200069 h 347620"/>
              <a:gd name="connsiteX7" fmla="*/ 9683261 w 10386312"/>
              <a:gd name="connsiteY7" fmla="*/ 212909 h 347620"/>
              <a:gd name="connsiteX8" fmla="*/ 9669650 w 10386312"/>
              <a:gd name="connsiteY8" fmla="*/ 225749 h 347620"/>
              <a:gd name="connsiteX9" fmla="*/ 9656038 w 10386312"/>
              <a:gd name="connsiteY9" fmla="*/ 212909 h 347620"/>
              <a:gd name="connsiteX10" fmla="*/ 9669650 w 10386312"/>
              <a:gd name="connsiteY10" fmla="*/ 200069 h 347620"/>
              <a:gd name="connsiteX11" fmla="*/ 9586041 w 10386312"/>
              <a:gd name="connsiteY11" fmla="*/ 166987 h 347620"/>
              <a:gd name="connsiteX12" fmla="*/ 9632706 w 10386312"/>
              <a:gd name="connsiteY12" fmla="*/ 166987 h 347620"/>
              <a:gd name="connsiteX13" fmla="*/ 9609373 w 10386312"/>
              <a:gd name="connsiteY13" fmla="*/ 190527 h 347620"/>
              <a:gd name="connsiteX14" fmla="*/ 9586041 w 10386312"/>
              <a:gd name="connsiteY14" fmla="*/ 166987 h 347620"/>
              <a:gd name="connsiteX15" fmla="*/ 0 w 10386312"/>
              <a:gd name="connsiteY15" fmla="*/ 0 h 347620"/>
              <a:gd name="connsiteX16" fmla="*/ 739665 w 10386312"/>
              <a:gd name="connsiteY16" fmla="*/ 0 h 347620"/>
              <a:gd name="connsiteX17" fmla="*/ 9785339 w 10386312"/>
              <a:gd name="connsiteY17" fmla="*/ 3175 h 347620"/>
              <a:gd name="connsiteX18" fmla="*/ 9540864 w 10386312"/>
              <a:gd name="connsiteY18" fmla="*/ 97990 h 347620"/>
              <a:gd name="connsiteX19" fmla="*/ 9568541 w 10386312"/>
              <a:gd name="connsiteY19" fmla="*/ 121320 h 347620"/>
              <a:gd name="connsiteX20" fmla="*/ 9545478 w 10386312"/>
              <a:gd name="connsiteY20" fmla="*/ 149317 h 347620"/>
              <a:gd name="connsiteX21" fmla="*/ 9540864 w 10386312"/>
              <a:gd name="connsiteY21" fmla="*/ 149317 h 347620"/>
              <a:gd name="connsiteX22" fmla="*/ 9522411 w 10386312"/>
              <a:gd name="connsiteY22" fmla="*/ 167982 h 347620"/>
              <a:gd name="connsiteX23" fmla="*/ 9540864 w 10386312"/>
              <a:gd name="connsiteY23" fmla="*/ 191313 h 347620"/>
              <a:gd name="connsiteX24" fmla="*/ 9568541 w 10386312"/>
              <a:gd name="connsiteY24" fmla="*/ 214644 h 347620"/>
              <a:gd name="connsiteX25" fmla="*/ 9540864 w 10386312"/>
              <a:gd name="connsiteY25" fmla="*/ 242641 h 347620"/>
              <a:gd name="connsiteX26" fmla="*/ 9598014 w 10386312"/>
              <a:gd name="connsiteY26" fmla="*/ 339139 h 347620"/>
              <a:gd name="connsiteX27" fmla="*/ 0 w 10386312"/>
              <a:gd name="connsiteY27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0006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669650 w 10386312"/>
              <a:gd name="connsiteY9" fmla="*/ 200069 h 347620"/>
              <a:gd name="connsiteX10" fmla="*/ 9586041 w 10386312"/>
              <a:gd name="connsiteY10" fmla="*/ 166987 h 347620"/>
              <a:gd name="connsiteX11" fmla="*/ 9632706 w 10386312"/>
              <a:gd name="connsiteY11" fmla="*/ 166987 h 347620"/>
              <a:gd name="connsiteX12" fmla="*/ 9609373 w 10386312"/>
              <a:gd name="connsiteY12" fmla="*/ 190527 h 347620"/>
              <a:gd name="connsiteX13" fmla="*/ 9586041 w 10386312"/>
              <a:gd name="connsiteY13" fmla="*/ 166987 h 347620"/>
              <a:gd name="connsiteX14" fmla="*/ 0 w 10386312"/>
              <a:gd name="connsiteY14" fmla="*/ 0 h 347620"/>
              <a:gd name="connsiteX15" fmla="*/ 739665 w 10386312"/>
              <a:gd name="connsiteY15" fmla="*/ 0 h 347620"/>
              <a:gd name="connsiteX16" fmla="*/ 9785339 w 10386312"/>
              <a:gd name="connsiteY16" fmla="*/ 3175 h 347620"/>
              <a:gd name="connsiteX17" fmla="*/ 9540864 w 10386312"/>
              <a:gd name="connsiteY17" fmla="*/ 97990 h 347620"/>
              <a:gd name="connsiteX18" fmla="*/ 9568541 w 10386312"/>
              <a:gd name="connsiteY18" fmla="*/ 121320 h 347620"/>
              <a:gd name="connsiteX19" fmla="*/ 9545478 w 10386312"/>
              <a:gd name="connsiteY19" fmla="*/ 149317 h 347620"/>
              <a:gd name="connsiteX20" fmla="*/ 9540864 w 10386312"/>
              <a:gd name="connsiteY20" fmla="*/ 149317 h 347620"/>
              <a:gd name="connsiteX21" fmla="*/ 9522411 w 10386312"/>
              <a:gd name="connsiteY21" fmla="*/ 167982 h 347620"/>
              <a:gd name="connsiteX22" fmla="*/ 9540864 w 10386312"/>
              <a:gd name="connsiteY22" fmla="*/ 191313 h 347620"/>
              <a:gd name="connsiteX23" fmla="*/ 9568541 w 10386312"/>
              <a:gd name="connsiteY23" fmla="*/ 214644 h 347620"/>
              <a:gd name="connsiteX24" fmla="*/ 9540864 w 10386312"/>
              <a:gd name="connsiteY24" fmla="*/ 242641 h 347620"/>
              <a:gd name="connsiteX25" fmla="*/ 9598014 w 10386312"/>
              <a:gd name="connsiteY25" fmla="*/ 339139 h 347620"/>
              <a:gd name="connsiteX26" fmla="*/ 0 w 10386312"/>
              <a:gd name="connsiteY26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56038 w 10386312"/>
              <a:gd name="connsiteY5" fmla="*/ 21290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586041 w 10386312"/>
              <a:gd name="connsiteY9" fmla="*/ 166987 h 347620"/>
              <a:gd name="connsiteX10" fmla="*/ 9632706 w 10386312"/>
              <a:gd name="connsiteY10" fmla="*/ 166987 h 347620"/>
              <a:gd name="connsiteX11" fmla="*/ 9609373 w 10386312"/>
              <a:gd name="connsiteY11" fmla="*/ 190527 h 347620"/>
              <a:gd name="connsiteX12" fmla="*/ 9586041 w 10386312"/>
              <a:gd name="connsiteY12" fmla="*/ 166987 h 347620"/>
              <a:gd name="connsiteX13" fmla="*/ 0 w 10386312"/>
              <a:gd name="connsiteY13" fmla="*/ 0 h 347620"/>
              <a:gd name="connsiteX14" fmla="*/ 739665 w 10386312"/>
              <a:gd name="connsiteY14" fmla="*/ 0 h 347620"/>
              <a:gd name="connsiteX15" fmla="*/ 9785339 w 10386312"/>
              <a:gd name="connsiteY15" fmla="*/ 3175 h 347620"/>
              <a:gd name="connsiteX16" fmla="*/ 9540864 w 10386312"/>
              <a:gd name="connsiteY16" fmla="*/ 97990 h 347620"/>
              <a:gd name="connsiteX17" fmla="*/ 9568541 w 10386312"/>
              <a:gd name="connsiteY17" fmla="*/ 121320 h 347620"/>
              <a:gd name="connsiteX18" fmla="*/ 9545478 w 10386312"/>
              <a:gd name="connsiteY18" fmla="*/ 149317 h 347620"/>
              <a:gd name="connsiteX19" fmla="*/ 9540864 w 10386312"/>
              <a:gd name="connsiteY19" fmla="*/ 149317 h 347620"/>
              <a:gd name="connsiteX20" fmla="*/ 9522411 w 10386312"/>
              <a:gd name="connsiteY20" fmla="*/ 167982 h 347620"/>
              <a:gd name="connsiteX21" fmla="*/ 9540864 w 10386312"/>
              <a:gd name="connsiteY21" fmla="*/ 191313 h 347620"/>
              <a:gd name="connsiteX22" fmla="*/ 9568541 w 10386312"/>
              <a:gd name="connsiteY22" fmla="*/ 214644 h 347620"/>
              <a:gd name="connsiteX23" fmla="*/ 9540864 w 10386312"/>
              <a:gd name="connsiteY23" fmla="*/ 242641 h 347620"/>
              <a:gd name="connsiteX24" fmla="*/ 9598014 w 10386312"/>
              <a:gd name="connsiteY24" fmla="*/ 339139 h 347620"/>
              <a:gd name="connsiteX25" fmla="*/ 0 w 10386312"/>
              <a:gd name="connsiteY25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2574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586041 w 10386312"/>
              <a:gd name="connsiteY8" fmla="*/ 166987 h 347620"/>
              <a:gd name="connsiteX9" fmla="*/ 9632706 w 10386312"/>
              <a:gd name="connsiteY9" fmla="*/ 166987 h 347620"/>
              <a:gd name="connsiteX10" fmla="*/ 9609373 w 10386312"/>
              <a:gd name="connsiteY10" fmla="*/ 190527 h 347620"/>
              <a:gd name="connsiteX11" fmla="*/ 9586041 w 10386312"/>
              <a:gd name="connsiteY11" fmla="*/ 166987 h 347620"/>
              <a:gd name="connsiteX12" fmla="*/ 0 w 10386312"/>
              <a:gd name="connsiteY12" fmla="*/ 0 h 347620"/>
              <a:gd name="connsiteX13" fmla="*/ 739665 w 10386312"/>
              <a:gd name="connsiteY13" fmla="*/ 0 h 347620"/>
              <a:gd name="connsiteX14" fmla="*/ 9785339 w 10386312"/>
              <a:gd name="connsiteY14" fmla="*/ 3175 h 347620"/>
              <a:gd name="connsiteX15" fmla="*/ 9540864 w 10386312"/>
              <a:gd name="connsiteY15" fmla="*/ 97990 h 347620"/>
              <a:gd name="connsiteX16" fmla="*/ 9568541 w 10386312"/>
              <a:gd name="connsiteY16" fmla="*/ 121320 h 347620"/>
              <a:gd name="connsiteX17" fmla="*/ 9545478 w 10386312"/>
              <a:gd name="connsiteY17" fmla="*/ 149317 h 347620"/>
              <a:gd name="connsiteX18" fmla="*/ 9540864 w 10386312"/>
              <a:gd name="connsiteY18" fmla="*/ 149317 h 347620"/>
              <a:gd name="connsiteX19" fmla="*/ 9522411 w 10386312"/>
              <a:gd name="connsiteY19" fmla="*/ 167982 h 347620"/>
              <a:gd name="connsiteX20" fmla="*/ 9540864 w 10386312"/>
              <a:gd name="connsiteY20" fmla="*/ 191313 h 347620"/>
              <a:gd name="connsiteX21" fmla="*/ 9568541 w 10386312"/>
              <a:gd name="connsiteY21" fmla="*/ 214644 h 347620"/>
              <a:gd name="connsiteX22" fmla="*/ 9540864 w 10386312"/>
              <a:gd name="connsiteY22" fmla="*/ 242641 h 347620"/>
              <a:gd name="connsiteX23" fmla="*/ 9598014 w 10386312"/>
              <a:gd name="connsiteY23" fmla="*/ 339139 h 347620"/>
              <a:gd name="connsiteX24" fmla="*/ 0 w 10386312"/>
              <a:gd name="connsiteY24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32706 w 10386312"/>
              <a:gd name="connsiteY6" fmla="*/ 166987 h 347620"/>
              <a:gd name="connsiteX7" fmla="*/ 9609373 w 10386312"/>
              <a:gd name="connsiteY7" fmla="*/ 190527 h 347620"/>
              <a:gd name="connsiteX8" fmla="*/ 9586041 w 10386312"/>
              <a:gd name="connsiteY8" fmla="*/ 166987 h 347620"/>
              <a:gd name="connsiteX9" fmla="*/ 0 w 10386312"/>
              <a:gd name="connsiteY9" fmla="*/ 0 h 347620"/>
              <a:gd name="connsiteX10" fmla="*/ 739665 w 10386312"/>
              <a:gd name="connsiteY10" fmla="*/ 0 h 347620"/>
              <a:gd name="connsiteX11" fmla="*/ 9785339 w 10386312"/>
              <a:gd name="connsiteY11" fmla="*/ 3175 h 347620"/>
              <a:gd name="connsiteX12" fmla="*/ 9540864 w 10386312"/>
              <a:gd name="connsiteY12" fmla="*/ 97990 h 347620"/>
              <a:gd name="connsiteX13" fmla="*/ 9568541 w 10386312"/>
              <a:gd name="connsiteY13" fmla="*/ 121320 h 347620"/>
              <a:gd name="connsiteX14" fmla="*/ 9545478 w 10386312"/>
              <a:gd name="connsiteY14" fmla="*/ 149317 h 347620"/>
              <a:gd name="connsiteX15" fmla="*/ 9540864 w 10386312"/>
              <a:gd name="connsiteY15" fmla="*/ 149317 h 347620"/>
              <a:gd name="connsiteX16" fmla="*/ 9522411 w 10386312"/>
              <a:gd name="connsiteY16" fmla="*/ 167982 h 347620"/>
              <a:gd name="connsiteX17" fmla="*/ 9540864 w 10386312"/>
              <a:gd name="connsiteY17" fmla="*/ 191313 h 347620"/>
              <a:gd name="connsiteX18" fmla="*/ 9568541 w 10386312"/>
              <a:gd name="connsiteY18" fmla="*/ 214644 h 347620"/>
              <a:gd name="connsiteX19" fmla="*/ 9540864 w 10386312"/>
              <a:gd name="connsiteY19" fmla="*/ 242641 h 347620"/>
              <a:gd name="connsiteX20" fmla="*/ 9598014 w 10386312"/>
              <a:gd name="connsiteY20" fmla="*/ 339139 h 347620"/>
              <a:gd name="connsiteX21" fmla="*/ 0 w 10386312"/>
              <a:gd name="connsiteY21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09373 w 10386312"/>
              <a:gd name="connsiteY6" fmla="*/ 190527 h 347620"/>
              <a:gd name="connsiteX7" fmla="*/ 9586041 w 10386312"/>
              <a:gd name="connsiteY7" fmla="*/ 166987 h 347620"/>
              <a:gd name="connsiteX8" fmla="*/ 0 w 10386312"/>
              <a:gd name="connsiteY8" fmla="*/ 0 h 347620"/>
              <a:gd name="connsiteX9" fmla="*/ 739665 w 10386312"/>
              <a:gd name="connsiteY9" fmla="*/ 0 h 347620"/>
              <a:gd name="connsiteX10" fmla="*/ 9785339 w 10386312"/>
              <a:gd name="connsiteY10" fmla="*/ 3175 h 347620"/>
              <a:gd name="connsiteX11" fmla="*/ 9540864 w 10386312"/>
              <a:gd name="connsiteY11" fmla="*/ 97990 h 347620"/>
              <a:gd name="connsiteX12" fmla="*/ 9568541 w 10386312"/>
              <a:gd name="connsiteY12" fmla="*/ 121320 h 347620"/>
              <a:gd name="connsiteX13" fmla="*/ 9545478 w 10386312"/>
              <a:gd name="connsiteY13" fmla="*/ 149317 h 347620"/>
              <a:gd name="connsiteX14" fmla="*/ 9540864 w 10386312"/>
              <a:gd name="connsiteY14" fmla="*/ 149317 h 347620"/>
              <a:gd name="connsiteX15" fmla="*/ 9522411 w 10386312"/>
              <a:gd name="connsiteY15" fmla="*/ 167982 h 347620"/>
              <a:gd name="connsiteX16" fmla="*/ 9540864 w 10386312"/>
              <a:gd name="connsiteY16" fmla="*/ 191313 h 347620"/>
              <a:gd name="connsiteX17" fmla="*/ 9568541 w 10386312"/>
              <a:gd name="connsiteY17" fmla="*/ 214644 h 347620"/>
              <a:gd name="connsiteX18" fmla="*/ 9540864 w 10386312"/>
              <a:gd name="connsiteY18" fmla="*/ 242641 h 347620"/>
              <a:gd name="connsiteX19" fmla="*/ 9598014 w 10386312"/>
              <a:gd name="connsiteY19" fmla="*/ 339139 h 347620"/>
              <a:gd name="connsiteX20" fmla="*/ 0 w 10386312"/>
              <a:gd name="connsiteY2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0 w 10386312"/>
              <a:gd name="connsiteY5" fmla="*/ 0 h 347620"/>
              <a:gd name="connsiteX6" fmla="*/ 739665 w 10386312"/>
              <a:gd name="connsiteY6" fmla="*/ 0 h 347620"/>
              <a:gd name="connsiteX7" fmla="*/ 9785339 w 10386312"/>
              <a:gd name="connsiteY7" fmla="*/ 3175 h 347620"/>
              <a:gd name="connsiteX8" fmla="*/ 9540864 w 10386312"/>
              <a:gd name="connsiteY8" fmla="*/ 97990 h 347620"/>
              <a:gd name="connsiteX9" fmla="*/ 9568541 w 10386312"/>
              <a:gd name="connsiteY9" fmla="*/ 121320 h 347620"/>
              <a:gd name="connsiteX10" fmla="*/ 9545478 w 10386312"/>
              <a:gd name="connsiteY10" fmla="*/ 149317 h 347620"/>
              <a:gd name="connsiteX11" fmla="*/ 9540864 w 10386312"/>
              <a:gd name="connsiteY11" fmla="*/ 149317 h 347620"/>
              <a:gd name="connsiteX12" fmla="*/ 9522411 w 10386312"/>
              <a:gd name="connsiteY12" fmla="*/ 167982 h 347620"/>
              <a:gd name="connsiteX13" fmla="*/ 9540864 w 10386312"/>
              <a:gd name="connsiteY13" fmla="*/ 191313 h 347620"/>
              <a:gd name="connsiteX14" fmla="*/ 9568541 w 10386312"/>
              <a:gd name="connsiteY14" fmla="*/ 214644 h 347620"/>
              <a:gd name="connsiteX15" fmla="*/ 9540864 w 10386312"/>
              <a:gd name="connsiteY15" fmla="*/ 242641 h 347620"/>
              <a:gd name="connsiteX16" fmla="*/ 9598014 w 10386312"/>
              <a:gd name="connsiteY16" fmla="*/ 339139 h 347620"/>
              <a:gd name="connsiteX17" fmla="*/ 0 w 10386312"/>
              <a:gd name="connsiteY17" fmla="*/ 0 h 347620"/>
              <a:gd name="connsiteX0" fmla="*/ 9598014 w 10386312"/>
              <a:gd name="connsiteY0" fmla="*/ 339139 h 347838"/>
              <a:gd name="connsiteX1" fmla="*/ 845227 w 10386312"/>
              <a:gd name="connsiteY1" fmla="*/ 335964 h 347838"/>
              <a:gd name="connsiteX2" fmla="*/ 0 w 10386312"/>
              <a:gd name="connsiteY2" fmla="*/ 335964 h 347838"/>
              <a:gd name="connsiteX3" fmla="*/ 0 w 10386312"/>
              <a:gd name="connsiteY3" fmla="*/ 0 h 347838"/>
              <a:gd name="connsiteX4" fmla="*/ 9598014 w 10386312"/>
              <a:gd name="connsiteY4" fmla="*/ 339139 h 347838"/>
              <a:gd name="connsiteX5" fmla="*/ 0 w 10386312"/>
              <a:gd name="connsiteY5" fmla="*/ 0 h 347838"/>
              <a:gd name="connsiteX6" fmla="*/ 739665 w 10386312"/>
              <a:gd name="connsiteY6" fmla="*/ 0 h 347838"/>
              <a:gd name="connsiteX7" fmla="*/ 9785339 w 10386312"/>
              <a:gd name="connsiteY7" fmla="*/ 3175 h 347838"/>
              <a:gd name="connsiteX8" fmla="*/ 9540864 w 10386312"/>
              <a:gd name="connsiteY8" fmla="*/ 97990 h 347838"/>
              <a:gd name="connsiteX9" fmla="*/ 9568541 w 10386312"/>
              <a:gd name="connsiteY9" fmla="*/ 121320 h 347838"/>
              <a:gd name="connsiteX10" fmla="*/ 9545478 w 10386312"/>
              <a:gd name="connsiteY10" fmla="*/ 149317 h 347838"/>
              <a:gd name="connsiteX11" fmla="*/ 9540864 w 10386312"/>
              <a:gd name="connsiteY11" fmla="*/ 149317 h 347838"/>
              <a:gd name="connsiteX12" fmla="*/ 9522411 w 10386312"/>
              <a:gd name="connsiteY12" fmla="*/ 167982 h 347838"/>
              <a:gd name="connsiteX13" fmla="*/ 9540864 w 10386312"/>
              <a:gd name="connsiteY13" fmla="*/ 191313 h 347838"/>
              <a:gd name="connsiteX14" fmla="*/ 9540864 w 10386312"/>
              <a:gd name="connsiteY14" fmla="*/ 242641 h 347838"/>
              <a:gd name="connsiteX15" fmla="*/ 9598014 w 10386312"/>
              <a:gd name="connsiteY15" fmla="*/ 339139 h 347838"/>
              <a:gd name="connsiteX16" fmla="*/ 0 w 10386312"/>
              <a:gd name="connsiteY16" fmla="*/ 0 h 347838"/>
              <a:gd name="connsiteX0" fmla="*/ 9598014 w 10387052"/>
              <a:gd name="connsiteY0" fmla="*/ 339139 h 347838"/>
              <a:gd name="connsiteX1" fmla="*/ 845227 w 10387052"/>
              <a:gd name="connsiteY1" fmla="*/ 335964 h 347838"/>
              <a:gd name="connsiteX2" fmla="*/ 0 w 10387052"/>
              <a:gd name="connsiteY2" fmla="*/ 335964 h 347838"/>
              <a:gd name="connsiteX3" fmla="*/ 0 w 10387052"/>
              <a:gd name="connsiteY3" fmla="*/ 0 h 347838"/>
              <a:gd name="connsiteX4" fmla="*/ 9598014 w 10387052"/>
              <a:gd name="connsiteY4" fmla="*/ 339139 h 347838"/>
              <a:gd name="connsiteX5" fmla="*/ 0 w 10387052"/>
              <a:gd name="connsiteY5" fmla="*/ 0 h 347838"/>
              <a:gd name="connsiteX6" fmla="*/ 739665 w 10387052"/>
              <a:gd name="connsiteY6" fmla="*/ 0 h 347838"/>
              <a:gd name="connsiteX7" fmla="*/ 9785339 w 10387052"/>
              <a:gd name="connsiteY7" fmla="*/ 3175 h 347838"/>
              <a:gd name="connsiteX8" fmla="*/ 9540864 w 10387052"/>
              <a:gd name="connsiteY8" fmla="*/ 97990 h 347838"/>
              <a:gd name="connsiteX9" fmla="*/ 9545478 w 10387052"/>
              <a:gd name="connsiteY9" fmla="*/ 149317 h 347838"/>
              <a:gd name="connsiteX10" fmla="*/ 9540864 w 10387052"/>
              <a:gd name="connsiteY10" fmla="*/ 149317 h 347838"/>
              <a:gd name="connsiteX11" fmla="*/ 9522411 w 10387052"/>
              <a:gd name="connsiteY11" fmla="*/ 167982 h 347838"/>
              <a:gd name="connsiteX12" fmla="*/ 9540864 w 10387052"/>
              <a:gd name="connsiteY12" fmla="*/ 191313 h 347838"/>
              <a:gd name="connsiteX13" fmla="*/ 9540864 w 10387052"/>
              <a:gd name="connsiteY13" fmla="*/ 242641 h 347838"/>
              <a:gd name="connsiteX14" fmla="*/ 9598014 w 10387052"/>
              <a:gd name="connsiteY14" fmla="*/ 339139 h 347838"/>
              <a:gd name="connsiteX15" fmla="*/ 0 w 10387052"/>
              <a:gd name="connsiteY15" fmla="*/ 0 h 347838"/>
              <a:gd name="connsiteX0" fmla="*/ 9598014 w 10388562"/>
              <a:gd name="connsiteY0" fmla="*/ 339139 h 347838"/>
              <a:gd name="connsiteX1" fmla="*/ 845227 w 10388562"/>
              <a:gd name="connsiteY1" fmla="*/ 335964 h 347838"/>
              <a:gd name="connsiteX2" fmla="*/ 0 w 10388562"/>
              <a:gd name="connsiteY2" fmla="*/ 335964 h 347838"/>
              <a:gd name="connsiteX3" fmla="*/ 0 w 10388562"/>
              <a:gd name="connsiteY3" fmla="*/ 0 h 347838"/>
              <a:gd name="connsiteX4" fmla="*/ 9598014 w 10388562"/>
              <a:gd name="connsiteY4" fmla="*/ 339139 h 347838"/>
              <a:gd name="connsiteX5" fmla="*/ 0 w 10388562"/>
              <a:gd name="connsiteY5" fmla="*/ 0 h 347838"/>
              <a:gd name="connsiteX6" fmla="*/ 739665 w 10388562"/>
              <a:gd name="connsiteY6" fmla="*/ 0 h 347838"/>
              <a:gd name="connsiteX7" fmla="*/ 9785339 w 10388562"/>
              <a:gd name="connsiteY7" fmla="*/ 3175 h 347838"/>
              <a:gd name="connsiteX8" fmla="*/ 9545478 w 10388562"/>
              <a:gd name="connsiteY8" fmla="*/ 149317 h 347838"/>
              <a:gd name="connsiteX9" fmla="*/ 9540864 w 10388562"/>
              <a:gd name="connsiteY9" fmla="*/ 149317 h 347838"/>
              <a:gd name="connsiteX10" fmla="*/ 9522411 w 10388562"/>
              <a:gd name="connsiteY10" fmla="*/ 167982 h 347838"/>
              <a:gd name="connsiteX11" fmla="*/ 9540864 w 10388562"/>
              <a:gd name="connsiteY11" fmla="*/ 191313 h 347838"/>
              <a:gd name="connsiteX12" fmla="*/ 9540864 w 10388562"/>
              <a:gd name="connsiteY12" fmla="*/ 242641 h 347838"/>
              <a:gd name="connsiteX13" fmla="*/ 9598014 w 10388562"/>
              <a:gd name="connsiteY13" fmla="*/ 339139 h 347838"/>
              <a:gd name="connsiteX14" fmla="*/ 0 w 10388562"/>
              <a:gd name="connsiteY14" fmla="*/ 0 h 347838"/>
              <a:gd name="connsiteX0" fmla="*/ 9598014 w 10389157"/>
              <a:gd name="connsiteY0" fmla="*/ 339139 h 347838"/>
              <a:gd name="connsiteX1" fmla="*/ 845227 w 10389157"/>
              <a:gd name="connsiteY1" fmla="*/ 335964 h 347838"/>
              <a:gd name="connsiteX2" fmla="*/ 0 w 10389157"/>
              <a:gd name="connsiteY2" fmla="*/ 335964 h 347838"/>
              <a:gd name="connsiteX3" fmla="*/ 0 w 10389157"/>
              <a:gd name="connsiteY3" fmla="*/ 0 h 347838"/>
              <a:gd name="connsiteX4" fmla="*/ 9598014 w 10389157"/>
              <a:gd name="connsiteY4" fmla="*/ 339139 h 347838"/>
              <a:gd name="connsiteX5" fmla="*/ 0 w 10389157"/>
              <a:gd name="connsiteY5" fmla="*/ 0 h 347838"/>
              <a:gd name="connsiteX6" fmla="*/ 739665 w 10389157"/>
              <a:gd name="connsiteY6" fmla="*/ 0 h 347838"/>
              <a:gd name="connsiteX7" fmla="*/ 9785339 w 10389157"/>
              <a:gd name="connsiteY7" fmla="*/ 3175 h 347838"/>
              <a:gd name="connsiteX8" fmla="*/ 9545478 w 10389157"/>
              <a:gd name="connsiteY8" fmla="*/ 149317 h 347838"/>
              <a:gd name="connsiteX9" fmla="*/ 9522411 w 10389157"/>
              <a:gd name="connsiteY9" fmla="*/ 167982 h 347838"/>
              <a:gd name="connsiteX10" fmla="*/ 9540864 w 10389157"/>
              <a:gd name="connsiteY10" fmla="*/ 191313 h 347838"/>
              <a:gd name="connsiteX11" fmla="*/ 9540864 w 10389157"/>
              <a:gd name="connsiteY11" fmla="*/ 242641 h 347838"/>
              <a:gd name="connsiteX12" fmla="*/ 9598014 w 10389157"/>
              <a:gd name="connsiteY12" fmla="*/ 339139 h 347838"/>
              <a:gd name="connsiteX13" fmla="*/ 0 w 10389157"/>
              <a:gd name="connsiteY13" fmla="*/ 0 h 347838"/>
              <a:gd name="connsiteX0" fmla="*/ 9598014 w 10381792"/>
              <a:gd name="connsiteY0" fmla="*/ 339139 h 347838"/>
              <a:gd name="connsiteX1" fmla="*/ 845227 w 10381792"/>
              <a:gd name="connsiteY1" fmla="*/ 335964 h 347838"/>
              <a:gd name="connsiteX2" fmla="*/ 0 w 10381792"/>
              <a:gd name="connsiteY2" fmla="*/ 335964 h 347838"/>
              <a:gd name="connsiteX3" fmla="*/ 0 w 10381792"/>
              <a:gd name="connsiteY3" fmla="*/ 0 h 347838"/>
              <a:gd name="connsiteX4" fmla="*/ 9598014 w 10381792"/>
              <a:gd name="connsiteY4" fmla="*/ 339139 h 347838"/>
              <a:gd name="connsiteX5" fmla="*/ 0 w 10381792"/>
              <a:gd name="connsiteY5" fmla="*/ 0 h 347838"/>
              <a:gd name="connsiteX6" fmla="*/ 739665 w 10381792"/>
              <a:gd name="connsiteY6" fmla="*/ 0 h 347838"/>
              <a:gd name="connsiteX7" fmla="*/ 9785339 w 10381792"/>
              <a:gd name="connsiteY7" fmla="*/ 3175 h 347838"/>
              <a:gd name="connsiteX8" fmla="*/ 9522411 w 10381792"/>
              <a:gd name="connsiteY8" fmla="*/ 167982 h 347838"/>
              <a:gd name="connsiteX9" fmla="*/ 9540864 w 10381792"/>
              <a:gd name="connsiteY9" fmla="*/ 191313 h 347838"/>
              <a:gd name="connsiteX10" fmla="*/ 9540864 w 10381792"/>
              <a:gd name="connsiteY10" fmla="*/ 242641 h 347838"/>
              <a:gd name="connsiteX11" fmla="*/ 9598014 w 10381792"/>
              <a:gd name="connsiteY11" fmla="*/ 339139 h 347838"/>
              <a:gd name="connsiteX12" fmla="*/ 0 w 10381792"/>
              <a:gd name="connsiteY12" fmla="*/ 0 h 347838"/>
              <a:gd name="connsiteX0" fmla="*/ 9598014 w 10387201"/>
              <a:gd name="connsiteY0" fmla="*/ 339139 h 347838"/>
              <a:gd name="connsiteX1" fmla="*/ 845227 w 10387201"/>
              <a:gd name="connsiteY1" fmla="*/ 335964 h 347838"/>
              <a:gd name="connsiteX2" fmla="*/ 0 w 10387201"/>
              <a:gd name="connsiteY2" fmla="*/ 335964 h 347838"/>
              <a:gd name="connsiteX3" fmla="*/ 0 w 10387201"/>
              <a:gd name="connsiteY3" fmla="*/ 0 h 347838"/>
              <a:gd name="connsiteX4" fmla="*/ 9598014 w 10387201"/>
              <a:gd name="connsiteY4" fmla="*/ 339139 h 347838"/>
              <a:gd name="connsiteX5" fmla="*/ 0 w 10387201"/>
              <a:gd name="connsiteY5" fmla="*/ 0 h 347838"/>
              <a:gd name="connsiteX6" fmla="*/ 739665 w 10387201"/>
              <a:gd name="connsiteY6" fmla="*/ 0 h 347838"/>
              <a:gd name="connsiteX7" fmla="*/ 9785339 w 10387201"/>
              <a:gd name="connsiteY7" fmla="*/ 3175 h 347838"/>
              <a:gd name="connsiteX8" fmla="*/ 9540864 w 10387201"/>
              <a:gd name="connsiteY8" fmla="*/ 191313 h 347838"/>
              <a:gd name="connsiteX9" fmla="*/ 9540864 w 10387201"/>
              <a:gd name="connsiteY9" fmla="*/ 242641 h 347838"/>
              <a:gd name="connsiteX10" fmla="*/ 9598014 w 10387201"/>
              <a:gd name="connsiteY10" fmla="*/ 339139 h 347838"/>
              <a:gd name="connsiteX11" fmla="*/ 0 w 10387201"/>
              <a:gd name="connsiteY11" fmla="*/ 0 h 347838"/>
              <a:gd name="connsiteX0" fmla="*/ 9598014 w 10385367"/>
              <a:gd name="connsiteY0" fmla="*/ 339139 h 350048"/>
              <a:gd name="connsiteX1" fmla="*/ 845227 w 10385367"/>
              <a:gd name="connsiteY1" fmla="*/ 335964 h 350048"/>
              <a:gd name="connsiteX2" fmla="*/ 0 w 10385367"/>
              <a:gd name="connsiteY2" fmla="*/ 335964 h 350048"/>
              <a:gd name="connsiteX3" fmla="*/ 0 w 10385367"/>
              <a:gd name="connsiteY3" fmla="*/ 0 h 350048"/>
              <a:gd name="connsiteX4" fmla="*/ 9598014 w 10385367"/>
              <a:gd name="connsiteY4" fmla="*/ 339139 h 350048"/>
              <a:gd name="connsiteX5" fmla="*/ 0 w 10385367"/>
              <a:gd name="connsiteY5" fmla="*/ 0 h 350048"/>
              <a:gd name="connsiteX6" fmla="*/ 739665 w 10385367"/>
              <a:gd name="connsiteY6" fmla="*/ 0 h 350048"/>
              <a:gd name="connsiteX7" fmla="*/ 9785339 w 10385367"/>
              <a:gd name="connsiteY7" fmla="*/ 3175 h 350048"/>
              <a:gd name="connsiteX8" fmla="*/ 9540864 w 10385367"/>
              <a:gd name="connsiteY8" fmla="*/ 242641 h 350048"/>
              <a:gd name="connsiteX9" fmla="*/ 9598014 w 10385367"/>
              <a:gd name="connsiteY9" fmla="*/ 339139 h 350048"/>
              <a:gd name="connsiteX10" fmla="*/ 0 w 10385367"/>
              <a:gd name="connsiteY10" fmla="*/ 0 h 350048"/>
              <a:gd name="connsiteX0" fmla="*/ 9598014 w 10858369"/>
              <a:gd name="connsiteY0" fmla="*/ 339139 h 339139"/>
              <a:gd name="connsiteX1" fmla="*/ 845227 w 10858369"/>
              <a:gd name="connsiteY1" fmla="*/ 335964 h 339139"/>
              <a:gd name="connsiteX2" fmla="*/ 0 w 10858369"/>
              <a:gd name="connsiteY2" fmla="*/ 335964 h 339139"/>
              <a:gd name="connsiteX3" fmla="*/ 0 w 10858369"/>
              <a:gd name="connsiteY3" fmla="*/ 0 h 339139"/>
              <a:gd name="connsiteX4" fmla="*/ 9598014 w 10858369"/>
              <a:gd name="connsiteY4" fmla="*/ 339139 h 339139"/>
              <a:gd name="connsiteX5" fmla="*/ 0 w 10858369"/>
              <a:gd name="connsiteY5" fmla="*/ 0 h 339139"/>
              <a:gd name="connsiteX6" fmla="*/ 739665 w 10858369"/>
              <a:gd name="connsiteY6" fmla="*/ 0 h 339139"/>
              <a:gd name="connsiteX7" fmla="*/ 9785339 w 10858369"/>
              <a:gd name="connsiteY7" fmla="*/ 3175 h 339139"/>
              <a:gd name="connsiteX8" fmla="*/ 9598014 w 10858369"/>
              <a:gd name="connsiteY8" fmla="*/ 339139 h 339139"/>
              <a:gd name="connsiteX9" fmla="*/ 0 w 10858369"/>
              <a:gd name="connsiteY9" fmla="*/ 0 h 339139"/>
              <a:gd name="connsiteX0" fmla="*/ 9598014 w 10374035"/>
              <a:gd name="connsiteY0" fmla="*/ 339139 h 339139"/>
              <a:gd name="connsiteX1" fmla="*/ 845227 w 10374035"/>
              <a:gd name="connsiteY1" fmla="*/ 335964 h 339139"/>
              <a:gd name="connsiteX2" fmla="*/ 0 w 10374035"/>
              <a:gd name="connsiteY2" fmla="*/ 335964 h 339139"/>
              <a:gd name="connsiteX3" fmla="*/ 0 w 10374035"/>
              <a:gd name="connsiteY3" fmla="*/ 0 h 339139"/>
              <a:gd name="connsiteX4" fmla="*/ 9598014 w 10374035"/>
              <a:gd name="connsiteY4" fmla="*/ 339139 h 339139"/>
              <a:gd name="connsiteX5" fmla="*/ 0 w 10374035"/>
              <a:gd name="connsiteY5" fmla="*/ 0 h 339139"/>
              <a:gd name="connsiteX6" fmla="*/ 739665 w 10374035"/>
              <a:gd name="connsiteY6" fmla="*/ 0 h 339139"/>
              <a:gd name="connsiteX7" fmla="*/ 9785339 w 10374035"/>
              <a:gd name="connsiteY7" fmla="*/ 3175 h 339139"/>
              <a:gd name="connsiteX8" fmla="*/ 9598014 w 10374035"/>
              <a:gd name="connsiteY8" fmla="*/ 339139 h 339139"/>
              <a:gd name="connsiteX9" fmla="*/ 0 w 10374035"/>
              <a:gd name="connsiteY9" fmla="*/ 0 h 339139"/>
              <a:gd name="connsiteX0" fmla="*/ 9598014 w 10398682"/>
              <a:gd name="connsiteY0" fmla="*/ 339139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9598014 w 10398682"/>
              <a:gd name="connsiteY5" fmla="*/ 339139 h 430579"/>
              <a:gd name="connsiteX6" fmla="*/ 0 w 10398682"/>
              <a:gd name="connsiteY6" fmla="*/ 0 h 430579"/>
              <a:gd name="connsiteX7" fmla="*/ 739665 w 10398682"/>
              <a:gd name="connsiteY7" fmla="*/ 0 h 430579"/>
              <a:gd name="connsiteX8" fmla="*/ 9785339 w 10398682"/>
              <a:gd name="connsiteY8" fmla="*/ 3175 h 430579"/>
              <a:gd name="connsiteX9" fmla="*/ 9689454 w 10398682"/>
              <a:gd name="connsiteY9" fmla="*/ 430579 h 430579"/>
              <a:gd name="connsiteX0" fmla="*/ 0 w 10398682"/>
              <a:gd name="connsiteY0" fmla="*/ 0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0 w 10398682"/>
              <a:gd name="connsiteY5" fmla="*/ 0 h 430579"/>
              <a:gd name="connsiteX6" fmla="*/ 739665 w 10398682"/>
              <a:gd name="connsiteY6" fmla="*/ 0 h 430579"/>
              <a:gd name="connsiteX7" fmla="*/ 9785339 w 10398682"/>
              <a:gd name="connsiteY7" fmla="*/ 3175 h 430579"/>
              <a:gd name="connsiteX8" fmla="*/ 9689454 w 10398682"/>
              <a:gd name="connsiteY8" fmla="*/ 430579 h 430579"/>
              <a:gd name="connsiteX0" fmla="*/ 0 w 10867773"/>
              <a:gd name="connsiteY0" fmla="*/ 0 h 336082"/>
              <a:gd name="connsiteX1" fmla="*/ 0 w 10867773"/>
              <a:gd name="connsiteY1" fmla="*/ 0 h 336082"/>
              <a:gd name="connsiteX2" fmla="*/ 845227 w 10867773"/>
              <a:gd name="connsiteY2" fmla="*/ 335964 h 336082"/>
              <a:gd name="connsiteX3" fmla="*/ 0 w 10867773"/>
              <a:gd name="connsiteY3" fmla="*/ 335964 h 336082"/>
              <a:gd name="connsiteX4" fmla="*/ 0 w 10867773"/>
              <a:gd name="connsiteY4" fmla="*/ 0 h 336082"/>
              <a:gd name="connsiteX5" fmla="*/ 0 w 10867773"/>
              <a:gd name="connsiteY5" fmla="*/ 0 h 336082"/>
              <a:gd name="connsiteX6" fmla="*/ 739665 w 10867773"/>
              <a:gd name="connsiteY6" fmla="*/ 0 h 336082"/>
              <a:gd name="connsiteX7" fmla="*/ 9785339 w 10867773"/>
              <a:gd name="connsiteY7" fmla="*/ 3175 h 336082"/>
              <a:gd name="connsiteX8" fmla="*/ 9676754 w 10867773"/>
              <a:gd name="connsiteY8" fmla="*/ 230554 h 336082"/>
              <a:gd name="connsiteX0" fmla="*/ 0 w 10840435"/>
              <a:gd name="connsiteY0" fmla="*/ 0 h 336082"/>
              <a:gd name="connsiteX1" fmla="*/ 0 w 10840435"/>
              <a:gd name="connsiteY1" fmla="*/ 0 h 336082"/>
              <a:gd name="connsiteX2" fmla="*/ 845227 w 10840435"/>
              <a:gd name="connsiteY2" fmla="*/ 335964 h 336082"/>
              <a:gd name="connsiteX3" fmla="*/ 0 w 10840435"/>
              <a:gd name="connsiteY3" fmla="*/ 335964 h 336082"/>
              <a:gd name="connsiteX4" fmla="*/ 0 w 10840435"/>
              <a:gd name="connsiteY4" fmla="*/ 0 h 336082"/>
              <a:gd name="connsiteX5" fmla="*/ 0 w 10840435"/>
              <a:gd name="connsiteY5" fmla="*/ 0 h 336082"/>
              <a:gd name="connsiteX6" fmla="*/ 739665 w 10840435"/>
              <a:gd name="connsiteY6" fmla="*/ 0 h 336082"/>
              <a:gd name="connsiteX7" fmla="*/ 9785339 w 10840435"/>
              <a:gd name="connsiteY7" fmla="*/ 3175 h 336082"/>
              <a:gd name="connsiteX8" fmla="*/ 9625954 w 10840435"/>
              <a:gd name="connsiteY8" fmla="*/ 335329 h 336082"/>
              <a:gd name="connsiteX0" fmla="*/ 0 w 10403938"/>
              <a:gd name="connsiteY0" fmla="*/ 0 h 336082"/>
              <a:gd name="connsiteX1" fmla="*/ 0 w 10403938"/>
              <a:gd name="connsiteY1" fmla="*/ 0 h 336082"/>
              <a:gd name="connsiteX2" fmla="*/ 845227 w 10403938"/>
              <a:gd name="connsiteY2" fmla="*/ 335964 h 336082"/>
              <a:gd name="connsiteX3" fmla="*/ 0 w 10403938"/>
              <a:gd name="connsiteY3" fmla="*/ 335964 h 336082"/>
              <a:gd name="connsiteX4" fmla="*/ 0 w 10403938"/>
              <a:gd name="connsiteY4" fmla="*/ 0 h 336082"/>
              <a:gd name="connsiteX5" fmla="*/ 0 w 10403938"/>
              <a:gd name="connsiteY5" fmla="*/ 0 h 336082"/>
              <a:gd name="connsiteX6" fmla="*/ 739665 w 10403938"/>
              <a:gd name="connsiteY6" fmla="*/ 0 h 336082"/>
              <a:gd name="connsiteX7" fmla="*/ 9785339 w 10403938"/>
              <a:gd name="connsiteY7" fmla="*/ 3175 h 336082"/>
              <a:gd name="connsiteX8" fmla="*/ 9625954 w 10403938"/>
              <a:gd name="connsiteY8" fmla="*/ 335329 h 336082"/>
              <a:gd name="connsiteX0" fmla="*/ 0 w 9785601"/>
              <a:gd name="connsiteY0" fmla="*/ 0 h 336082"/>
              <a:gd name="connsiteX1" fmla="*/ 0 w 9785601"/>
              <a:gd name="connsiteY1" fmla="*/ 0 h 336082"/>
              <a:gd name="connsiteX2" fmla="*/ 845227 w 9785601"/>
              <a:gd name="connsiteY2" fmla="*/ 335964 h 336082"/>
              <a:gd name="connsiteX3" fmla="*/ 0 w 9785601"/>
              <a:gd name="connsiteY3" fmla="*/ 335964 h 336082"/>
              <a:gd name="connsiteX4" fmla="*/ 0 w 9785601"/>
              <a:gd name="connsiteY4" fmla="*/ 0 h 336082"/>
              <a:gd name="connsiteX5" fmla="*/ 0 w 9785601"/>
              <a:gd name="connsiteY5" fmla="*/ 0 h 336082"/>
              <a:gd name="connsiteX6" fmla="*/ 739665 w 9785601"/>
              <a:gd name="connsiteY6" fmla="*/ 0 h 336082"/>
              <a:gd name="connsiteX7" fmla="*/ 9785339 w 9785601"/>
              <a:gd name="connsiteY7" fmla="*/ 3175 h 336082"/>
              <a:gd name="connsiteX8" fmla="*/ 9625954 w 9785601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6350 h 336082"/>
              <a:gd name="connsiteX8" fmla="*/ 9625954 w 9798283"/>
              <a:gd name="connsiteY8" fmla="*/ 335329 h 336082"/>
              <a:gd name="connsiteX0" fmla="*/ 0 w 9941053"/>
              <a:gd name="connsiteY0" fmla="*/ 60328 h 396410"/>
              <a:gd name="connsiteX1" fmla="*/ 0 w 9941053"/>
              <a:gd name="connsiteY1" fmla="*/ 60328 h 396410"/>
              <a:gd name="connsiteX2" fmla="*/ 845227 w 9941053"/>
              <a:gd name="connsiteY2" fmla="*/ 396292 h 396410"/>
              <a:gd name="connsiteX3" fmla="*/ 0 w 9941053"/>
              <a:gd name="connsiteY3" fmla="*/ 396292 h 396410"/>
              <a:gd name="connsiteX4" fmla="*/ 0 w 9941053"/>
              <a:gd name="connsiteY4" fmla="*/ 60328 h 396410"/>
              <a:gd name="connsiteX5" fmla="*/ 0 w 9941053"/>
              <a:gd name="connsiteY5" fmla="*/ 60328 h 396410"/>
              <a:gd name="connsiteX6" fmla="*/ 739665 w 9941053"/>
              <a:gd name="connsiteY6" fmla="*/ 60328 h 396410"/>
              <a:gd name="connsiteX7" fmla="*/ 9940914 w 9941053"/>
              <a:gd name="connsiteY7" fmla="*/ 3 h 396410"/>
              <a:gd name="connsiteX8" fmla="*/ 9625954 w 9941053"/>
              <a:gd name="connsiteY8" fmla="*/ 395657 h 396410"/>
              <a:gd name="connsiteX0" fmla="*/ 0 w 9625954"/>
              <a:gd name="connsiteY0" fmla="*/ 0 h 336082"/>
              <a:gd name="connsiteX1" fmla="*/ 0 w 9625954"/>
              <a:gd name="connsiteY1" fmla="*/ 0 h 336082"/>
              <a:gd name="connsiteX2" fmla="*/ 845227 w 9625954"/>
              <a:gd name="connsiteY2" fmla="*/ 335964 h 336082"/>
              <a:gd name="connsiteX3" fmla="*/ 0 w 9625954"/>
              <a:gd name="connsiteY3" fmla="*/ 335964 h 336082"/>
              <a:gd name="connsiteX4" fmla="*/ 0 w 9625954"/>
              <a:gd name="connsiteY4" fmla="*/ 0 h 336082"/>
              <a:gd name="connsiteX5" fmla="*/ 0 w 9625954"/>
              <a:gd name="connsiteY5" fmla="*/ 0 h 336082"/>
              <a:gd name="connsiteX6" fmla="*/ 739665 w 9625954"/>
              <a:gd name="connsiteY6" fmla="*/ 0 h 336082"/>
              <a:gd name="connsiteX7" fmla="*/ 9229714 w 9625954"/>
              <a:gd name="connsiteY7" fmla="*/ 177800 h 336082"/>
              <a:gd name="connsiteX8" fmla="*/ 9625954 w 9625954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3175 h 336082"/>
              <a:gd name="connsiteX8" fmla="*/ 9625954 w 9798283"/>
              <a:gd name="connsiteY8" fmla="*/ 335329 h 336082"/>
              <a:gd name="connsiteX0" fmla="*/ 0 w 10332581"/>
              <a:gd name="connsiteY0" fmla="*/ 0 h 336082"/>
              <a:gd name="connsiteX1" fmla="*/ 0 w 10332581"/>
              <a:gd name="connsiteY1" fmla="*/ 0 h 336082"/>
              <a:gd name="connsiteX2" fmla="*/ 845227 w 10332581"/>
              <a:gd name="connsiteY2" fmla="*/ 335964 h 336082"/>
              <a:gd name="connsiteX3" fmla="*/ 0 w 10332581"/>
              <a:gd name="connsiteY3" fmla="*/ 335964 h 336082"/>
              <a:gd name="connsiteX4" fmla="*/ 0 w 10332581"/>
              <a:gd name="connsiteY4" fmla="*/ 0 h 336082"/>
              <a:gd name="connsiteX5" fmla="*/ 0 w 10332581"/>
              <a:gd name="connsiteY5" fmla="*/ 0 h 336082"/>
              <a:gd name="connsiteX6" fmla="*/ 739665 w 10332581"/>
              <a:gd name="connsiteY6" fmla="*/ 0 h 336082"/>
              <a:gd name="connsiteX7" fmla="*/ 9798039 w 10332581"/>
              <a:gd name="connsiteY7" fmla="*/ 3175 h 336082"/>
              <a:gd name="connsiteX8" fmla="*/ 9333854 w 10332581"/>
              <a:gd name="connsiteY8" fmla="*/ 243254 h 336082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739665 w 10410875"/>
              <a:gd name="connsiteY6" fmla="*/ 0 h 338504"/>
              <a:gd name="connsiteX7" fmla="*/ 9798039 w 10410875"/>
              <a:gd name="connsiteY7" fmla="*/ 3175 h 338504"/>
              <a:gd name="connsiteX8" fmla="*/ 9616429 w 10410875"/>
              <a:gd name="connsiteY8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9798039"/>
              <a:gd name="connsiteY0" fmla="*/ 0 h 335964"/>
              <a:gd name="connsiteX1" fmla="*/ 0 w 9798039"/>
              <a:gd name="connsiteY1" fmla="*/ 0 h 335964"/>
              <a:gd name="connsiteX2" fmla="*/ 4450166 w 9798039"/>
              <a:gd name="connsiteY2" fmla="*/ 331176 h 335964"/>
              <a:gd name="connsiteX3" fmla="*/ 0 w 9798039"/>
              <a:gd name="connsiteY3" fmla="*/ 335964 h 335964"/>
              <a:gd name="connsiteX4" fmla="*/ 0 w 9798039"/>
              <a:gd name="connsiteY4" fmla="*/ 0 h 335964"/>
              <a:gd name="connsiteX5" fmla="*/ 0 w 9798039"/>
              <a:gd name="connsiteY5" fmla="*/ 0 h 335964"/>
              <a:gd name="connsiteX6" fmla="*/ 9798039 w 9798039"/>
              <a:gd name="connsiteY6" fmla="*/ 3175 h 335964"/>
              <a:gd name="connsiteX0" fmla="*/ 0 w 4808553"/>
              <a:gd name="connsiteY0" fmla="*/ 0 h 335964"/>
              <a:gd name="connsiteX1" fmla="*/ 0 w 4808553"/>
              <a:gd name="connsiteY1" fmla="*/ 0 h 335964"/>
              <a:gd name="connsiteX2" fmla="*/ 4450166 w 4808553"/>
              <a:gd name="connsiteY2" fmla="*/ 331176 h 335964"/>
              <a:gd name="connsiteX3" fmla="*/ 0 w 4808553"/>
              <a:gd name="connsiteY3" fmla="*/ 335964 h 335964"/>
              <a:gd name="connsiteX4" fmla="*/ 0 w 4808553"/>
              <a:gd name="connsiteY4" fmla="*/ 0 h 335964"/>
              <a:gd name="connsiteX0" fmla="*/ 77078 w 4528022"/>
              <a:gd name="connsiteY0" fmla="*/ 10269 h 365804"/>
              <a:gd name="connsiteX1" fmla="*/ 77078 w 4528022"/>
              <a:gd name="connsiteY1" fmla="*/ 10269 h 365804"/>
              <a:gd name="connsiteX2" fmla="*/ 436136 w 4528022"/>
              <a:gd name="connsiteY2" fmla="*/ 29857 h 365804"/>
              <a:gd name="connsiteX3" fmla="*/ 4527244 w 4528022"/>
              <a:gd name="connsiteY3" fmla="*/ 341445 h 365804"/>
              <a:gd name="connsiteX4" fmla="*/ 77078 w 4528022"/>
              <a:gd name="connsiteY4" fmla="*/ 346233 h 365804"/>
              <a:gd name="connsiteX5" fmla="*/ 77078 w 4528022"/>
              <a:gd name="connsiteY5" fmla="*/ 10269 h 365804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973015"/>
              <a:gd name="connsiteY0" fmla="*/ 0 h 356920"/>
              <a:gd name="connsiteX1" fmla="*/ 0 w 4973015"/>
              <a:gd name="connsiteY1" fmla="*/ 0 h 356920"/>
              <a:gd name="connsiteX2" fmla="*/ 4035808 w 4973015"/>
              <a:gd name="connsiteY2" fmla="*/ 48312 h 356920"/>
              <a:gd name="connsiteX3" fmla="*/ 4673465 w 4973015"/>
              <a:gd name="connsiteY3" fmla="*/ 335963 h 356920"/>
              <a:gd name="connsiteX4" fmla="*/ 0 w 4973015"/>
              <a:gd name="connsiteY4" fmla="*/ 335964 h 356920"/>
              <a:gd name="connsiteX5" fmla="*/ 0 w 4973015"/>
              <a:gd name="connsiteY5" fmla="*/ 0 h 356920"/>
              <a:gd name="connsiteX0" fmla="*/ 0 w 4971985"/>
              <a:gd name="connsiteY0" fmla="*/ 0 h 339915"/>
              <a:gd name="connsiteX1" fmla="*/ 0 w 4971985"/>
              <a:gd name="connsiteY1" fmla="*/ 0 h 339915"/>
              <a:gd name="connsiteX2" fmla="*/ 4035808 w 4971985"/>
              <a:gd name="connsiteY2" fmla="*/ 48312 h 339915"/>
              <a:gd name="connsiteX3" fmla="*/ 4673465 w 4971985"/>
              <a:gd name="connsiteY3" fmla="*/ 335963 h 339915"/>
              <a:gd name="connsiteX4" fmla="*/ 0 w 4971985"/>
              <a:gd name="connsiteY4" fmla="*/ 335964 h 339915"/>
              <a:gd name="connsiteX5" fmla="*/ 0 w 4971985"/>
              <a:gd name="connsiteY5" fmla="*/ 0 h 339915"/>
              <a:gd name="connsiteX0" fmla="*/ 0 w 4977139"/>
              <a:gd name="connsiteY0" fmla="*/ 0 h 335964"/>
              <a:gd name="connsiteX1" fmla="*/ 0 w 4977139"/>
              <a:gd name="connsiteY1" fmla="*/ 0 h 335964"/>
              <a:gd name="connsiteX2" fmla="*/ 4035808 w 4977139"/>
              <a:gd name="connsiteY2" fmla="*/ 48312 h 335964"/>
              <a:gd name="connsiteX3" fmla="*/ 4673465 w 4977139"/>
              <a:gd name="connsiteY3" fmla="*/ 335963 h 335964"/>
              <a:gd name="connsiteX4" fmla="*/ 0 w 4977139"/>
              <a:gd name="connsiteY4" fmla="*/ 335964 h 335964"/>
              <a:gd name="connsiteX5" fmla="*/ 0 w 4977139"/>
              <a:gd name="connsiteY5" fmla="*/ 0 h 335964"/>
              <a:gd name="connsiteX0" fmla="*/ 0 w 4680500"/>
              <a:gd name="connsiteY0" fmla="*/ 0 h 335993"/>
              <a:gd name="connsiteX1" fmla="*/ 0 w 4680500"/>
              <a:gd name="connsiteY1" fmla="*/ 0 h 335993"/>
              <a:gd name="connsiteX2" fmla="*/ 4035808 w 4680500"/>
              <a:gd name="connsiteY2" fmla="*/ 48312 h 335993"/>
              <a:gd name="connsiteX3" fmla="*/ 4673465 w 4680500"/>
              <a:gd name="connsiteY3" fmla="*/ 335963 h 335993"/>
              <a:gd name="connsiteX4" fmla="*/ 0 w 4680500"/>
              <a:gd name="connsiteY4" fmla="*/ 335964 h 335993"/>
              <a:gd name="connsiteX5" fmla="*/ 0 w 4680500"/>
              <a:gd name="connsiteY5" fmla="*/ 0 h 335993"/>
              <a:gd name="connsiteX0" fmla="*/ 0 w 4673495"/>
              <a:gd name="connsiteY0" fmla="*/ 0 h 335993"/>
              <a:gd name="connsiteX1" fmla="*/ 0 w 4673495"/>
              <a:gd name="connsiteY1" fmla="*/ 0 h 335993"/>
              <a:gd name="connsiteX2" fmla="*/ 4035808 w 4673495"/>
              <a:gd name="connsiteY2" fmla="*/ 48312 h 335993"/>
              <a:gd name="connsiteX3" fmla="*/ 4673465 w 4673495"/>
              <a:gd name="connsiteY3" fmla="*/ 335963 h 335993"/>
              <a:gd name="connsiteX4" fmla="*/ 0 w 4673495"/>
              <a:gd name="connsiteY4" fmla="*/ 335964 h 335993"/>
              <a:gd name="connsiteX5" fmla="*/ 0 w 4673495"/>
              <a:gd name="connsiteY5" fmla="*/ 0 h 335993"/>
              <a:gd name="connsiteX0" fmla="*/ 0 w 5049349"/>
              <a:gd name="connsiteY0" fmla="*/ 0 h 360817"/>
              <a:gd name="connsiteX1" fmla="*/ 0 w 5049349"/>
              <a:gd name="connsiteY1" fmla="*/ 0 h 360817"/>
              <a:gd name="connsiteX2" fmla="*/ 4752225 w 5049349"/>
              <a:gd name="connsiteY2" fmla="*/ 438 h 360817"/>
              <a:gd name="connsiteX3" fmla="*/ 4673465 w 5049349"/>
              <a:gd name="connsiteY3" fmla="*/ 335963 h 360817"/>
              <a:gd name="connsiteX4" fmla="*/ 0 w 5049349"/>
              <a:gd name="connsiteY4" fmla="*/ 335964 h 360817"/>
              <a:gd name="connsiteX5" fmla="*/ 0 w 5049349"/>
              <a:gd name="connsiteY5" fmla="*/ 0 h 360817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317112"/>
              <a:gd name="connsiteY0" fmla="*/ 0 h 354433"/>
              <a:gd name="connsiteX1" fmla="*/ 0 w 5317112"/>
              <a:gd name="connsiteY1" fmla="*/ 0 h 354433"/>
              <a:gd name="connsiteX2" fmla="*/ 4775485 w 5317112"/>
              <a:gd name="connsiteY2" fmla="*/ 86612 h 354433"/>
              <a:gd name="connsiteX3" fmla="*/ 4673465 w 5317112"/>
              <a:gd name="connsiteY3" fmla="*/ 335963 h 354433"/>
              <a:gd name="connsiteX4" fmla="*/ 0 w 5317112"/>
              <a:gd name="connsiteY4" fmla="*/ 335964 h 354433"/>
              <a:gd name="connsiteX5" fmla="*/ 0 w 5317112"/>
              <a:gd name="connsiteY5" fmla="*/ 0 h 354433"/>
              <a:gd name="connsiteX0" fmla="*/ 0 w 5286704"/>
              <a:gd name="connsiteY0" fmla="*/ 0 h 354433"/>
              <a:gd name="connsiteX1" fmla="*/ 0 w 5286704"/>
              <a:gd name="connsiteY1" fmla="*/ 0 h 354433"/>
              <a:gd name="connsiteX2" fmla="*/ 4775485 w 5286704"/>
              <a:gd name="connsiteY2" fmla="*/ 86612 h 354433"/>
              <a:gd name="connsiteX3" fmla="*/ 4673465 w 5286704"/>
              <a:gd name="connsiteY3" fmla="*/ 335963 h 354433"/>
              <a:gd name="connsiteX4" fmla="*/ 0 w 5286704"/>
              <a:gd name="connsiteY4" fmla="*/ 335964 h 354433"/>
              <a:gd name="connsiteX5" fmla="*/ 0 w 5286704"/>
              <a:gd name="connsiteY5" fmla="*/ 0 h 354433"/>
              <a:gd name="connsiteX0" fmla="*/ 0 w 5097113"/>
              <a:gd name="connsiteY0" fmla="*/ 0 h 354433"/>
              <a:gd name="connsiteX1" fmla="*/ 0 w 5097113"/>
              <a:gd name="connsiteY1" fmla="*/ 0 h 354433"/>
              <a:gd name="connsiteX2" fmla="*/ 4775485 w 5097113"/>
              <a:gd name="connsiteY2" fmla="*/ 86612 h 354433"/>
              <a:gd name="connsiteX3" fmla="*/ 4673465 w 5097113"/>
              <a:gd name="connsiteY3" fmla="*/ 335963 h 354433"/>
              <a:gd name="connsiteX4" fmla="*/ 0 w 5097113"/>
              <a:gd name="connsiteY4" fmla="*/ 335964 h 354433"/>
              <a:gd name="connsiteX5" fmla="*/ 0 w 5097113"/>
              <a:gd name="connsiteY5" fmla="*/ 0 h 354433"/>
              <a:gd name="connsiteX0" fmla="*/ 0 w 5059613"/>
              <a:gd name="connsiteY0" fmla="*/ 269184 h 623617"/>
              <a:gd name="connsiteX1" fmla="*/ 0 w 5059613"/>
              <a:gd name="connsiteY1" fmla="*/ 269184 h 623617"/>
              <a:gd name="connsiteX2" fmla="*/ 4775485 w 5059613"/>
              <a:gd name="connsiteY2" fmla="*/ 355796 h 623617"/>
              <a:gd name="connsiteX3" fmla="*/ 4673465 w 5059613"/>
              <a:gd name="connsiteY3" fmla="*/ 605147 h 623617"/>
              <a:gd name="connsiteX4" fmla="*/ 0 w 5059613"/>
              <a:gd name="connsiteY4" fmla="*/ 605148 h 623617"/>
              <a:gd name="connsiteX5" fmla="*/ 0 w 5059613"/>
              <a:gd name="connsiteY5" fmla="*/ 269184 h 623617"/>
              <a:gd name="connsiteX0" fmla="*/ 0 w 5080032"/>
              <a:gd name="connsiteY0" fmla="*/ 0 h 606920"/>
              <a:gd name="connsiteX1" fmla="*/ 0 w 5080032"/>
              <a:gd name="connsiteY1" fmla="*/ 0 h 606920"/>
              <a:gd name="connsiteX2" fmla="*/ 4775485 w 5080032"/>
              <a:gd name="connsiteY2" fmla="*/ 86612 h 606920"/>
              <a:gd name="connsiteX3" fmla="*/ 4673465 w 5080032"/>
              <a:gd name="connsiteY3" fmla="*/ 335963 h 606920"/>
              <a:gd name="connsiteX4" fmla="*/ 0 w 5080032"/>
              <a:gd name="connsiteY4" fmla="*/ 335964 h 606920"/>
              <a:gd name="connsiteX5" fmla="*/ 0 w 5080032"/>
              <a:gd name="connsiteY5" fmla="*/ 0 h 606920"/>
              <a:gd name="connsiteX0" fmla="*/ 0 w 5042821"/>
              <a:gd name="connsiteY0" fmla="*/ 38486 h 645406"/>
              <a:gd name="connsiteX1" fmla="*/ 0 w 5042821"/>
              <a:gd name="connsiteY1" fmla="*/ 38486 h 645406"/>
              <a:gd name="connsiteX2" fmla="*/ 4775485 w 5042821"/>
              <a:gd name="connsiteY2" fmla="*/ 125098 h 645406"/>
              <a:gd name="connsiteX3" fmla="*/ 4673465 w 5042821"/>
              <a:gd name="connsiteY3" fmla="*/ 374449 h 645406"/>
              <a:gd name="connsiteX4" fmla="*/ 0 w 5042821"/>
              <a:gd name="connsiteY4" fmla="*/ 374450 h 645406"/>
              <a:gd name="connsiteX5" fmla="*/ 0 w 5042821"/>
              <a:gd name="connsiteY5" fmla="*/ 38486 h 645406"/>
              <a:gd name="connsiteX0" fmla="*/ 0 w 5185081"/>
              <a:gd name="connsiteY0" fmla="*/ 0 h 606920"/>
              <a:gd name="connsiteX1" fmla="*/ 0 w 5185081"/>
              <a:gd name="connsiteY1" fmla="*/ 0 h 606920"/>
              <a:gd name="connsiteX2" fmla="*/ 4775485 w 5185081"/>
              <a:gd name="connsiteY2" fmla="*/ 86612 h 606920"/>
              <a:gd name="connsiteX3" fmla="*/ 4673465 w 5185081"/>
              <a:gd name="connsiteY3" fmla="*/ 335963 h 606920"/>
              <a:gd name="connsiteX4" fmla="*/ 0 w 5185081"/>
              <a:gd name="connsiteY4" fmla="*/ 335964 h 606920"/>
              <a:gd name="connsiteX5" fmla="*/ 0 w 5185081"/>
              <a:gd name="connsiteY5" fmla="*/ 0 h 606920"/>
              <a:gd name="connsiteX0" fmla="*/ 0 w 5185081"/>
              <a:gd name="connsiteY0" fmla="*/ 0 h 354433"/>
              <a:gd name="connsiteX1" fmla="*/ 0 w 5185081"/>
              <a:gd name="connsiteY1" fmla="*/ 0 h 354433"/>
              <a:gd name="connsiteX2" fmla="*/ 4775485 w 5185081"/>
              <a:gd name="connsiteY2" fmla="*/ 86612 h 354433"/>
              <a:gd name="connsiteX3" fmla="*/ 4673465 w 5185081"/>
              <a:gd name="connsiteY3" fmla="*/ 335963 h 354433"/>
              <a:gd name="connsiteX4" fmla="*/ 0 w 5185081"/>
              <a:gd name="connsiteY4" fmla="*/ 335964 h 354433"/>
              <a:gd name="connsiteX5" fmla="*/ 0 w 5185081"/>
              <a:gd name="connsiteY5" fmla="*/ 0 h 354433"/>
              <a:gd name="connsiteX0" fmla="*/ 0 w 5056051"/>
              <a:gd name="connsiteY0" fmla="*/ 0 h 354433"/>
              <a:gd name="connsiteX1" fmla="*/ 0 w 5056051"/>
              <a:gd name="connsiteY1" fmla="*/ 0 h 354433"/>
              <a:gd name="connsiteX2" fmla="*/ 4775485 w 5056051"/>
              <a:gd name="connsiteY2" fmla="*/ 86612 h 354433"/>
              <a:gd name="connsiteX3" fmla="*/ 4673465 w 5056051"/>
              <a:gd name="connsiteY3" fmla="*/ 335963 h 354433"/>
              <a:gd name="connsiteX4" fmla="*/ 0 w 5056051"/>
              <a:gd name="connsiteY4" fmla="*/ 335964 h 354433"/>
              <a:gd name="connsiteX5" fmla="*/ 0 w 5056051"/>
              <a:gd name="connsiteY5" fmla="*/ 0 h 354433"/>
              <a:gd name="connsiteX0" fmla="*/ 0 w 4775496"/>
              <a:gd name="connsiteY0" fmla="*/ 0 h 354433"/>
              <a:gd name="connsiteX1" fmla="*/ 0 w 4775496"/>
              <a:gd name="connsiteY1" fmla="*/ 0 h 354433"/>
              <a:gd name="connsiteX2" fmla="*/ 4775485 w 4775496"/>
              <a:gd name="connsiteY2" fmla="*/ 86612 h 354433"/>
              <a:gd name="connsiteX3" fmla="*/ 4673465 w 4775496"/>
              <a:gd name="connsiteY3" fmla="*/ 335963 h 354433"/>
              <a:gd name="connsiteX4" fmla="*/ 0 w 4775496"/>
              <a:gd name="connsiteY4" fmla="*/ 335964 h 354433"/>
              <a:gd name="connsiteX5" fmla="*/ 0 w 4775496"/>
              <a:gd name="connsiteY5" fmla="*/ 0 h 354433"/>
              <a:gd name="connsiteX0" fmla="*/ 0 w 4775496"/>
              <a:gd name="connsiteY0" fmla="*/ 0 h 335964"/>
              <a:gd name="connsiteX1" fmla="*/ 0 w 4775496"/>
              <a:gd name="connsiteY1" fmla="*/ 0 h 335964"/>
              <a:gd name="connsiteX2" fmla="*/ 4775485 w 4775496"/>
              <a:gd name="connsiteY2" fmla="*/ 86612 h 335964"/>
              <a:gd name="connsiteX3" fmla="*/ 4673465 w 4775496"/>
              <a:gd name="connsiteY3" fmla="*/ 335963 h 335964"/>
              <a:gd name="connsiteX4" fmla="*/ 0 w 4775496"/>
              <a:gd name="connsiteY4" fmla="*/ 335964 h 335964"/>
              <a:gd name="connsiteX5" fmla="*/ 0 w 4775496"/>
              <a:gd name="connsiteY5" fmla="*/ 0 h 335964"/>
              <a:gd name="connsiteX0" fmla="*/ 0 w 4759216"/>
              <a:gd name="connsiteY0" fmla="*/ 0 h 335964"/>
              <a:gd name="connsiteX1" fmla="*/ 0 w 4759216"/>
              <a:gd name="connsiteY1" fmla="*/ 0 h 335964"/>
              <a:gd name="connsiteX2" fmla="*/ 4759203 w 4759216"/>
              <a:gd name="connsiteY2" fmla="*/ 5225 h 335964"/>
              <a:gd name="connsiteX3" fmla="*/ 4673465 w 4759216"/>
              <a:gd name="connsiteY3" fmla="*/ 335963 h 335964"/>
              <a:gd name="connsiteX4" fmla="*/ 0 w 4759216"/>
              <a:gd name="connsiteY4" fmla="*/ 335964 h 335964"/>
              <a:gd name="connsiteX5" fmla="*/ 0 w 4759216"/>
              <a:gd name="connsiteY5" fmla="*/ 0 h 335964"/>
              <a:gd name="connsiteX0" fmla="*/ 0 w 4759208"/>
              <a:gd name="connsiteY0" fmla="*/ 0 h 335964"/>
              <a:gd name="connsiteX1" fmla="*/ 0 w 4759208"/>
              <a:gd name="connsiteY1" fmla="*/ 0 h 335964"/>
              <a:gd name="connsiteX2" fmla="*/ 4759203 w 4759208"/>
              <a:gd name="connsiteY2" fmla="*/ 5225 h 335964"/>
              <a:gd name="connsiteX3" fmla="*/ 4559490 w 4759208"/>
              <a:gd name="connsiteY3" fmla="*/ 206702 h 335964"/>
              <a:gd name="connsiteX4" fmla="*/ 0 w 4759208"/>
              <a:gd name="connsiteY4" fmla="*/ 335964 h 335964"/>
              <a:gd name="connsiteX5" fmla="*/ 0 w 4759208"/>
              <a:gd name="connsiteY5" fmla="*/ 0 h 335964"/>
              <a:gd name="connsiteX0" fmla="*/ 0 w 4759215"/>
              <a:gd name="connsiteY0" fmla="*/ 0 h 335964"/>
              <a:gd name="connsiteX1" fmla="*/ 0 w 4759215"/>
              <a:gd name="connsiteY1" fmla="*/ 0 h 335964"/>
              <a:gd name="connsiteX2" fmla="*/ 4759203 w 4759215"/>
              <a:gd name="connsiteY2" fmla="*/ 5225 h 335964"/>
              <a:gd name="connsiteX3" fmla="*/ 4668814 w 4759215"/>
              <a:gd name="connsiteY3" fmla="*/ 335963 h 335964"/>
              <a:gd name="connsiteX4" fmla="*/ 0 w 4759215"/>
              <a:gd name="connsiteY4" fmla="*/ 335964 h 335964"/>
              <a:gd name="connsiteX5" fmla="*/ 0 w 4759215"/>
              <a:gd name="connsiteY5" fmla="*/ 0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9215" h="335964">
                <a:moveTo>
                  <a:pt x="0" y="0"/>
                </a:moveTo>
                <a:lnTo>
                  <a:pt x="0" y="0"/>
                </a:lnTo>
                <a:lnTo>
                  <a:pt x="4759203" y="5225"/>
                </a:lnTo>
                <a:cubicBezTo>
                  <a:pt x="4760433" y="13511"/>
                  <a:pt x="4673878" y="332704"/>
                  <a:pt x="4668814" y="335963"/>
                </a:cubicBezTo>
                <a:cubicBezTo>
                  <a:pt x="4670728" y="334435"/>
                  <a:pt x="1557822" y="335964"/>
                  <a:pt x="0" y="3359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54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 </a:t>
            </a:r>
          </a:p>
        </p:txBody>
      </p:sp>
      <p:sp>
        <p:nvSpPr>
          <p:cNvPr id="3" name="Espace réservé du numéro de diapositive 7">
            <a:extLst>
              <a:ext uri="{FF2B5EF4-FFF2-40B4-BE49-F238E27FC236}">
                <a16:creationId xmlns:a16="http://schemas.microsoft.com/office/drawing/2014/main" id="{3D75D980-E4C1-70A5-D305-99DEF2F7D67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28548" y="6397368"/>
            <a:ext cx="541454" cy="184666"/>
          </a:xfrm>
        </p:spPr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</p:spTree>
    <p:extLst>
      <p:ext uri="{BB962C8B-B14F-4D97-AF65-F5344CB8AC3E}">
        <p14:creationId xmlns:p14="http://schemas.microsoft.com/office/powerpoint/2010/main" val="3139935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E81FFD1A-90DF-48A1-9716-E41ABD43762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26319" y="1128407"/>
            <a:ext cx="5462565" cy="5256000"/>
          </a:xfrm>
          <a:custGeom>
            <a:avLst/>
            <a:gdLst>
              <a:gd name="connsiteX0" fmla="*/ 0 w 5462565"/>
              <a:gd name="connsiteY0" fmla="*/ 0 h 5256000"/>
              <a:gd name="connsiteX1" fmla="*/ 5462565 w 5462565"/>
              <a:gd name="connsiteY1" fmla="*/ 0 h 5256000"/>
              <a:gd name="connsiteX2" fmla="*/ 5462565 w 5462565"/>
              <a:gd name="connsiteY2" fmla="*/ 5256000 h 5256000"/>
              <a:gd name="connsiteX3" fmla="*/ 0 w 5462565"/>
              <a:gd name="connsiteY3" fmla="*/ 5256000 h 525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2565" h="5256000">
                <a:moveTo>
                  <a:pt x="0" y="0"/>
                </a:moveTo>
                <a:lnTo>
                  <a:pt x="5462565" y="0"/>
                </a:lnTo>
                <a:lnTo>
                  <a:pt x="5462565" y="5256000"/>
                </a:lnTo>
                <a:lnTo>
                  <a:pt x="0" y="525600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lIns="216000" tIns="216000" rIns="216000" bIns="216000">
            <a:noAutofit/>
          </a:bodyPr>
          <a:lstStyle>
            <a:lvl1pPr>
              <a:defRPr sz="1900"/>
            </a:lvl1pPr>
            <a:lvl2pPr>
              <a:defRPr sz="17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0" y="2556822"/>
            <a:ext cx="5076000" cy="3636000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21" name="Espace réservé du graphique 2">
            <a:extLst>
              <a:ext uri="{FF2B5EF4-FFF2-40B4-BE49-F238E27FC236}">
                <a16:creationId xmlns:a16="http://schemas.microsoft.com/office/drawing/2014/main" id="{EBA46C1A-FD0D-44CC-9BA2-F8724E59CBE7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6321428" y="2556822"/>
            <a:ext cx="5076000" cy="3636000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304733"/>
            <a:ext cx="5076000" cy="1707159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Espace réservé du texte 16">
            <a:extLst>
              <a:ext uri="{FF2B5EF4-FFF2-40B4-BE49-F238E27FC236}">
                <a16:creationId xmlns:a16="http://schemas.microsoft.com/office/drawing/2014/main" id="{47F0136F-2D64-433D-A5B2-DB1BA419C0CC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-1" y="449848"/>
            <a:ext cx="9795419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9609373 w 9683261"/>
              <a:gd name="connsiteY23" fmla="*/ 50961 h 335964"/>
              <a:gd name="connsiteX24" fmla="*/ 0 w 9683261"/>
              <a:gd name="connsiteY24" fmla="*/ 0 h 335964"/>
              <a:gd name="connsiteX25" fmla="*/ 739665 w 9683261"/>
              <a:gd name="connsiteY25" fmla="*/ 0 h 335964"/>
              <a:gd name="connsiteX26" fmla="*/ 9540864 w 9683261"/>
              <a:gd name="connsiteY26" fmla="*/ 0 h 335964"/>
              <a:gd name="connsiteX27" fmla="*/ 9568541 w 9683261"/>
              <a:gd name="connsiteY27" fmla="*/ 27997 h 335964"/>
              <a:gd name="connsiteX28" fmla="*/ 9540864 w 9683261"/>
              <a:gd name="connsiteY28" fmla="*/ 55995 h 335964"/>
              <a:gd name="connsiteX29" fmla="*/ 9522411 w 9683261"/>
              <a:gd name="connsiteY29" fmla="*/ 74659 h 335964"/>
              <a:gd name="connsiteX30" fmla="*/ 9540864 w 9683261"/>
              <a:gd name="connsiteY30" fmla="*/ 97990 h 335964"/>
              <a:gd name="connsiteX31" fmla="*/ 9568541 w 9683261"/>
              <a:gd name="connsiteY31" fmla="*/ 121320 h 335964"/>
              <a:gd name="connsiteX32" fmla="*/ 9545478 w 9683261"/>
              <a:gd name="connsiteY32" fmla="*/ 149317 h 335964"/>
              <a:gd name="connsiteX33" fmla="*/ 9540864 w 9683261"/>
              <a:gd name="connsiteY33" fmla="*/ 149317 h 335964"/>
              <a:gd name="connsiteX34" fmla="*/ 9522411 w 9683261"/>
              <a:gd name="connsiteY34" fmla="*/ 167982 h 335964"/>
              <a:gd name="connsiteX35" fmla="*/ 9540864 w 9683261"/>
              <a:gd name="connsiteY35" fmla="*/ 191313 h 335964"/>
              <a:gd name="connsiteX36" fmla="*/ 9568541 w 9683261"/>
              <a:gd name="connsiteY36" fmla="*/ 214644 h 335964"/>
              <a:gd name="connsiteX37" fmla="*/ 9540864 w 9683261"/>
              <a:gd name="connsiteY37" fmla="*/ 242641 h 335964"/>
              <a:gd name="connsiteX38" fmla="*/ 9522411 w 9683261"/>
              <a:gd name="connsiteY38" fmla="*/ 265971 h 335964"/>
              <a:gd name="connsiteX39" fmla="*/ 9540864 w 9683261"/>
              <a:gd name="connsiteY39" fmla="*/ 284636 h 335964"/>
              <a:gd name="connsiteX40" fmla="*/ 9568541 w 9683261"/>
              <a:gd name="connsiteY40" fmla="*/ 312633 h 335964"/>
              <a:gd name="connsiteX41" fmla="*/ 9540864 w 9683261"/>
              <a:gd name="connsiteY41" fmla="*/ 335964 h 335964"/>
              <a:gd name="connsiteX42" fmla="*/ 845227 w 9683261"/>
              <a:gd name="connsiteY42" fmla="*/ 335964 h 335964"/>
              <a:gd name="connsiteX43" fmla="*/ 0 w 9683261"/>
              <a:gd name="connsiteY43" fmla="*/ 335964 h 335964"/>
              <a:gd name="connsiteX44" fmla="*/ 0 w 9683261"/>
              <a:gd name="connsiteY44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586041 w 9683261"/>
              <a:gd name="connsiteY20" fmla="*/ 7450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0 w 9683261"/>
              <a:gd name="connsiteY23" fmla="*/ 0 h 335964"/>
              <a:gd name="connsiteX24" fmla="*/ 739665 w 9683261"/>
              <a:gd name="connsiteY24" fmla="*/ 0 h 335964"/>
              <a:gd name="connsiteX25" fmla="*/ 9540864 w 9683261"/>
              <a:gd name="connsiteY25" fmla="*/ 0 h 335964"/>
              <a:gd name="connsiteX26" fmla="*/ 9568541 w 9683261"/>
              <a:gd name="connsiteY26" fmla="*/ 27997 h 335964"/>
              <a:gd name="connsiteX27" fmla="*/ 9540864 w 9683261"/>
              <a:gd name="connsiteY27" fmla="*/ 55995 h 335964"/>
              <a:gd name="connsiteX28" fmla="*/ 9522411 w 9683261"/>
              <a:gd name="connsiteY28" fmla="*/ 74659 h 335964"/>
              <a:gd name="connsiteX29" fmla="*/ 9540864 w 9683261"/>
              <a:gd name="connsiteY29" fmla="*/ 97990 h 335964"/>
              <a:gd name="connsiteX30" fmla="*/ 9568541 w 9683261"/>
              <a:gd name="connsiteY30" fmla="*/ 121320 h 335964"/>
              <a:gd name="connsiteX31" fmla="*/ 9545478 w 9683261"/>
              <a:gd name="connsiteY31" fmla="*/ 149317 h 335964"/>
              <a:gd name="connsiteX32" fmla="*/ 9540864 w 9683261"/>
              <a:gd name="connsiteY32" fmla="*/ 149317 h 335964"/>
              <a:gd name="connsiteX33" fmla="*/ 9522411 w 9683261"/>
              <a:gd name="connsiteY33" fmla="*/ 167982 h 335964"/>
              <a:gd name="connsiteX34" fmla="*/ 9540864 w 9683261"/>
              <a:gd name="connsiteY34" fmla="*/ 191313 h 335964"/>
              <a:gd name="connsiteX35" fmla="*/ 9568541 w 9683261"/>
              <a:gd name="connsiteY35" fmla="*/ 214644 h 335964"/>
              <a:gd name="connsiteX36" fmla="*/ 9540864 w 9683261"/>
              <a:gd name="connsiteY36" fmla="*/ 242641 h 335964"/>
              <a:gd name="connsiteX37" fmla="*/ 9522411 w 9683261"/>
              <a:gd name="connsiteY37" fmla="*/ 265971 h 335964"/>
              <a:gd name="connsiteX38" fmla="*/ 9540864 w 9683261"/>
              <a:gd name="connsiteY38" fmla="*/ 284636 h 335964"/>
              <a:gd name="connsiteX39" fmla="*/ 9568541 w 9683261"/>
              <a:gd name="connsiteY39" fmla="*/ 312633 h 335964"/>
              <a:gd name="connsiteX40" fmla="*/ 9540864 w 9683261"/>
              <a:gd name="connsiteY40" fmla="*/ 335964 h 335964"/>
              <a:gd name="connsiteX41" fmla="*/ 845227 w 9683261"/>
              <a:gd name="connsiteY41" fmla="*/ 335964 h 335964"/>
              <a:gd name="connsiteX42" fmla="*/ 0 w 9683261"/>
              <a:gd name="connsiteY42" fmla="*/ 335964 h 335964"/>
              <a:gd name="connsiteX43" fmla="*/ 0 w 9683261"/>
              <a:gd name="connsiteY43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0 w 9683261"/>
              <a:gd name="connsiteY20" fmla="*/ 0 h 335964"/>
              <a:gd name="connsiteX21" fmla="*/ 739665 w 9683261"/>
              <a:gd name="connsiteY21" fmla="*/ 0 h 335964"/>
              <a:gd name="connsiteX22" fmla="*/ 9540864 w 9683261"/>
              <a:gd name="connsiteY22" fmla="*/ 0 h 335964"/>
              <a:gd name="connsiteX23" fmla="*/ 9568541 w 9683261"/>
              <a:gd name="connsiteY23" fmla="*/ 27997 h 335964"/>
              <a:gd name="connsiteX24" fmla="*/ 9540864 w 9683261"/>
              <a:gd name="connsiteY24" fmla="*/ 55995 h 335964"/>
              <a:gd name="connsiteX25" fmla="*/ 9522411 w 9683261"/>
              <a:gd name="connsiteY25" fmla="*/ 74659 h 335964"/>
              <a:gd name="connsiteX26" fmla="*/ 9540864 w 9683261"/>
              <a:gd name="connsiteY26" fmla="*/ 97990 h 335964"/>
              <a:gd name="connsiteX27" fmla="*/ 9568541 w 9683261"/>
              <a:gd name="connsiteY27" fmla="*/ 121320 h 335964"/>
              <a:gd name="connsiteX28" fmla="*/ 9545478 w 9683261"/>
              <a:gd name="connsiteY28" fmla="*/ 149317 h 335964"/>
              <a:gd name="connsiteX29" fmla="*/ 9540864 w 9683261"/>
              <a:gd name="connsiteY29" fmla="*/ 149317 h 335964"/>
              <a:gd name="connsiteX30" fmla="*/ 9522411 w 9683261"/>
              <a:gd name="connsiteY30" fmla="*/ 167982 h 335964"/>
              <a:gd name="connsiteX31" fmla="*/ 9540864 w 9683261"/>
              <a:gd name="connsiteY31" fmla="*/ 191313 h 335964"/>
              <a:gd name="connsiteX32" fmla="*/ 9568541 w 9683261"/>
              <a:gd name="connsiteY32" fmla="*/ 214644 h 335964"/>
              <a:gd name="connsiteX33" fmla="*/ 9540864 w 9683261"/>
              <a:gd name="connsiteY33" fmla="*/ 242641 h 335964"/>
              <a:gd name="connsiteX34" fmla="*/ 9522411 w 9683261"/>
              <a:gd name="connsiteY34" fmla="*/ 265971 h 335964"/>
              <a:gd name="connsiteX35" fmla="*/ 9540864 w 9683261"/>
              <a:gd name="connsiteY35" fmla="*/ 284636 h 335964"/>
              <a:gd name="connsiteX36" fmla="*/ 9568541 w 9683261"/>
              <a:gd name="connsiteY36" fmla="*/ 312633 h 335964"/>
              <a:gd name="connsiteX37" fmla="*/ 9540864 w 9683261"/>
              <a:gd name="connsiteY37" fmla="*/ 335964 h 335964"/>
              <a:gd name="connsiteX38" fmla="*/ 845227 w 9683261"/>
              <a:gd name="connsiteY38" fmla="*/ 335964 h 335964"/>
              <a:gd name="connsiteX39" fmla="*/ 0 w 9683261"/>
              <a:gd name="connsiteY39" fmla="*/ 335964 h 335964"/>
              <a:gd name="connsiteX40" fmla="*/ 0 w 9683261"/>
              <a:gd name="connsiteY40" fmla="*/ 0 h 335964"/>
              <a:gd name="connsiteX0" fmla="*/ 9609373 w 9683639"/>
              <a:gd name="connsiteY0" fmla="*/ 237817 h 335964"/>
              <a:gd name="connsiteX1" fmla="*/ 9632706 w 9683639"/>
              <a:gd name="connsiteY1" fmla="*/ 261358 h 335964"/>
              <a:gd name="connsiteX2" fmla="*/ 9609373 w 9683639"/>
              <a:gd name="connsiteY2" fmla="*/ 284899 h 335964"/>
              <a:gd name="connsiteX3" fmla="*/ 9586041 w 9683639"/>
              <a:gd name="connsiteY3" fmla="*/ 261358 h 335964"/>
              <a:gd name="connsiteX4" fmla="*/ 9609373 w 9683639"/>
              <a:gd name="connsiteY4" fmla="*/ 237817 h 335964"/>
              <a:gd name="connsiteX5" fmla="*/ 9669650 w 9683639"/>
              <a:gd name="connsiteY5" fmla="*/ 200069 h 335964"/>
              <a:gd name="connsiteX6" fmla="*/ 9683261 w 9683639"/>
              <a:gd name="connsiteY6" fmla="*/ 212909 h 335964"/>
              <a:gd name="connsiteX7" fmla="*/ 9669650 w 9683639"/>
              <a:gd name="connsiteY7" fmla="*/ 225749 h 335964"/>
              <a:gd name="connsiteX8" fmla="*/ 9656038 w 9683639"/>
              <a:gd name="connsiteY8" fmla="*/ 212909 h 335964"/>
              <a:gd name="connsiteX9" fmla="*/ 9669650 w 9683639"/>
              <a:gd name="connsiteY9" fmla="*/ 200069 h 335964"/>
              <a:gd name="connsiteX10" fmla="*/ 9609373 w 9683639"/>
              <a:gd name="connsiteY10" fmla="*/ 143445 h 335964"/>
              <a:gd name="connsiteX11" fmla="*/ 9632706 w 9683639"/>
              <a:gd name="connsiteY11" fmla="*/ 166987 h 335964"/>
              <a:gd name="connsiteX12" fmla="*/ 9609373 w 9683639"/>
              <a:gd name="connsiteY12" fmla="*/ 190527 h 335964"/>
              <a:gd name="connsiteX13" fmla="*/ 9586041 w 9683639"/>
              <a:gd name="connsiteY13" fmla="*/ 166987 h 335964"/>
              <a:gd name="connsiteX14" fmla="*/ 9609373 w 9683639"/>
              <a:gd name="connsiteY14" fmla="*/ 143445 h 335964"/>
              <a:gd name="connsiteX15" fmla="*/ 9656038 w 9683639"/>
              <a:gd name="connsiteY15" fmla="*/ 114762 h 335964"/>
              <a:gd name="connsiteX16" fmla="*/ 9683261 w 9683639"/>
              <a:gd name="connsiteY16" fmla="*/ 114762 h 335964"/>
              <a:gd name="connsiteX17" fmla="*/ 9669650 w 9683639"/>
              <a:gd name="connsiteY17" fmla="*/ 127602 h 335964"/>
              <a:gd name="connsiteX18" fmla="*/ 9656038 w 9683639"/>
              <a:gd name="connsiteY18" fmla="*/ 114762 h 335964"/>
              <a:gd name="connsiteX19" fmla="*/ 0 w 9683639"/>
              <a:gd name="connsiteY19" fmla="*/ 0 h 335964"/>
              <a:gd name="connsiteX20" fmla="*/ 739665 w 9683639"/>
              <a:gd name="connsiteY20" fmla="*/ 0 h 335964"/>
              <a:gd name="connsiteX21" fmla="*/ 9540864 w 9683639"/>
              <a:gd name="connsiteY21" fmla="*/ 0 h 335964"/>
              <a:gd name="connsiteX22" fmla="*/ 9568541 w 9683639"/>
              <a:gd name="connsiteY22" fmla="*/ 27997 h 335964"/>
              <a:gd name="connsiteX23" fmla="*/ 9540864 w 9683639"/>
              <a:gd name="connsiteY23" fmla="*/ 55995 h 335964"/>
              <a:gd name="connsiteX24" fmla="*/ 9522411 w 9683639"/>
              <a:gd name="connsiteY24" fmla="*/ 74659 h 335964"/>
              <a:gd name="connsiteX25" fmla="*/ 9540864 w 9683639"/>
              <a:gd name="connsiteY25" fmla="*/ 97990 h 335964"/>
              <a:gd name="connsiteX26" fmla="*/ 9568541 w 9683639"/>
              <a:gd name="connsiteY26" fmla="*/ 121320 h 335964"/>
              <a:gd name="connsiteX27" fmla="*/ 9545478 w 9683639"/>
              <a:gd name="connsiteY27" fmla="*/ 149317 h 335964"/>
              <a:gd name="connsiteX28" fmla="*/ 9540864 w 9683639"/>
              <a:gd name="connsiteY28" fmla="*/ 149317 h 335964"/>
              <a:gd name="connsiteX29" fmla="*/ 9522411 w 9683639"/>
              <a:gd name="connsiteY29" fmla="*/ 167982 h 335964"/>
              <a:gd name="connsiteX30" fmla="*/ 9540864 w 9683639"/>
              <a:gd name="connsiteY30" fmla="*/ 191313 h 335964"/>
              <a:gd name="connsiteX31" fmla="*/ 9568541 w 9683639"/>
              <a:gd name="connsiteY31" fmla="*/ 214644 h 335964"/>
              <a:gd name="connsiteX32" fmla="*/ 9540864 w 9683639"/>
              <a:gd name="connsiteY32" fmla="*/ 242641 h 335964"/>
              <a:gd name="connsiteX33" fmla="*/ 9522411 w 9683639"/>
              <a:gd name="connsiteY33" fmla="*/ 265971 h 335964"/>
              <a:gd name="connsiteX34" fmla="*/ 9540864 w 9683639"/>
              <a:gd name="connsiteY34" fmla="*/ 284636 h 335964"/>
              <a:gd name="connsiteX35" fmla="*/ 9568541 w 9683639"/>
              <a:gd name="connsiteY35" fmla="*/ 312633 h 335964"/>
              <a:gd name="connsiteX36" fmla="*/ 9540864 w 9683639"/>
              <a:gd name="connsiteY36" fmla="*/ 335964 h 335964"/>
              <a:gd name="connsiteX37" fmla="*/ 845227 w 9683639"/>
              <a:gd name="connsiteY37" fmla="*/ 335964 h 335964"/>
              <a:gd name="connsiteX38" fmla="*/ 0 w 9683639"/>
              <a:gd name="connsiteY38" fmla="*/ 335964 h 335964"/>
              <a:gd name="connsiteX39" fmla="*/ 0 w 9683639"/>
              <a:gd name="connsiteY39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56038 w 9683261"/>
              <a:gd name="connsiteY15" fmla="*/ 114762 h 335964"/>
              <a:gd name="connsiteX16" fmla="*/ 9669650 w 9683261"/>
              <a:gd name="connsiteY16" fmla="*/ 127602 h 335964"/>
              <a:gd name="connsiteX17" fmla="*/ 9656038 w 9683261"/>
              <a:gd name="connsiteY17" fmla="*/ 114762 h 335964"/>
              <a:gd name="connsiteX18" fmla="*/ 0 w 9683261"/>
              <a:gd name="connsiteY18" fmla="*/ 0 h 335964"/>
              <a:gd name="connsiteX19" fmla="*/ 739665 w 9683261"/>
              <a:gd name="connsiteY19" fmla="*/ 0 h 335964"/>
              <a:gd name="connsiteX20" fmla="*/ 9540864 w 9683261"/>
              <a:gd name="connsiteY20" fmla="*/ 0 h 335964"/>
              <a:gd name="connsiteX21" fmla="*/ 9568541 w 9683261"/>
              <a:gd name="connsiteY21" fmla="*/ 27997 h 335964"/>
              <a:gd name="connsiteX22" fmla="*/ 9540864 w 9683261"/>
              <a:gd name="connsiteY22" fmla="*/ 55995 h 335964"/>
              <a:gd name="connsiteX23" fmla="*/ 9522411 w 9683261"/>
              <a:gd name="connsiteY23" fmla="*/ 74659 h 335964"/>
              <a:gd name="connsiteX24" fmla="*/ 9540864 w 9683261"/>
              <a:gd name="connsiteY24" fmla="*/ 97990 h 335964"/>
              <a:gd name="connsiteX25" fmla="*/ 9568541 w 9683261"/>
              <a:gd name="connsiteY25" fmla="*/ 121320 h 335964"/>
              <a:gd name="connsiteX26" fmla="*/ 9545478 w 9683261"/>
              <a:gd name="connsiteY26" fmla="*/ 149317 h 335964"/>
              <a:gd name="connsiteX27" fmla="*/ 9540864 w 9683261"/>
              <a:gd name="connsiteY27" fmla="*/ 149317 h 335964"/>
              <a:gd name="connsiteX28" fmla="*/ 9522411 w 9683261"/>
              <a:gd name="connsiteY28" fmla="*/ 167982 h 335964"/>
              <a:gd name="connsiteX29" fmla="*/ 9540864 w 9683261"/>
              <a:gd name="connsiteY29" fmla="*/ 191313 h 335964"/>
              <a:gd name="connsiteX30" fmla="*/ 9568541 w 9683261"/>
              <a:gd name="connsiteY30" fmla="*/ 214644 h 335964"/>
              <a:gd name="connsiteX31" fmla="*/ 9540864 w 9683261"/>
              <a:gd name="connsiteY31" fmla="*/ 242641 h 335964"/>
              <a:gd name="connsiteX32" fmla="*/ 9522411 w 9683261"/>
              <a:gd name="connsiteY32" fmla="*/ 265971 h 335964"/>
              <a:gd name="connsiteX33" fmla="*/ 9540864 w 9683261"/>
              <a:gd name="connsiteY33" fmla="*/ 284636 h 335964"/>
              <a:gd name="connsiteX34" fmla="*/ 9568541 w 9683261"/>
              <a:gd name="connsiteY34" fmla="*/ 312633 h 335964"/>
              <a:gd name="connsiteX35" fmla="*/ 9540864 w 9683261"/>
              <a:gd name="connsiteY35" fmla="*/ 335964 h 335964"/>
              <a:gd name="connsiteX36" fmla="*/ 845227 w 9683261"/>
              <a:gd name="connsiteY36" fmla="*/ 335964 h 335964"/>
              <a:gd name="connsiteX37" fmla="*/ 0 w 9683261"/>
              <a:gd name="connsiteY37" fmla="*/ 335964 h 335964"/>
              <a:gd name="connsiteX38" fmla="*/ 0 w 9683261"/>
              <a:gd name="connsiteY38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0 w 9683261"/>
              <a:gd name="connsiteY15" fmla="*/ 0 h 335964"/>
              <a:gd name="connsiteX16" fmla="*/ 739665 w 9683261"/>
              <a:gd name="connsiteY16" fmla="*/ 0 h 335964"/>
              <a:gd name="connsiteX17" fmla="*/ 9540864 w 9683261"/>
              <a:gd name="connsiteY17" fmla="*/ 0 h 335964"/>
              <a:gd name="connsiteX18" fmla="*/ 9568541 w 9683261"/>
              <a:gd name="connsiteY18" fmla="*/ 27997 h 335964"/>
              <a:gd name="connsiteX19" fmla="*/ 9540864 w 9683261"/>
              <a:gd name="connsiteY19" fmla="*/ 55995 h 335964"/>
              <a:gd name="connsiteX20" fmla="*/ 9522411 w 9683261"/>
              <a:gd name="connsiteY20" fmla="*/ 74659 h 335964"/>
              <a:gd name="connsiteX21" fmla="*/ 9540864 w 9683261"/>
              <a:gd name="connsiteY21" fmla="*/ 97990 h 335964"/>
              <a:gd name="connsiteX22" fmla="*/ 9568541 w 9683261"/>
              <a:gd name="connsiteY22" fmla="*/ 121320 h 335964"/>
              <a:gd name="connsiteX23" fmla="*/ 9545478 w 9683261"/>
              <a:gd name="connsiteY23" fmla="*/ 149317 h 335964"/>
              <a:gd name="connsiteX24" fmla="*/ 9540864 w 9683261"/>
              <a:gd name="connsiteY24" fmla="*/ 149317 h 335964"/>
              <a:gd name="connsiteX25" fmla="*/ 9522411 w 9683261"/>
              <a:gd name="connsiteY25" fmla="*/ 167982 h 335964"/>
              <a:gd name="connsiteX26" fmla="*/ 9540864 w 9683261"/>
              <a:gd name="connsiteY26" fmla="*/ 191313 h 335964"/>
              <a:gd name="connsiteX27" fmla="*/ 9568541 w 9683261"/>
              <a:gd name="connsiteY27" fmla="*/ 214644 h 335964"/>
              <a:gd name="connsiteX28" fmla="*/ 9540864 w 9683261"/>
              <a:gd name="connsiteY28" fmla="*/ 242641 h 335964"/>
              <a:gd name="connsiteX29" fmla="*/ 9522411 w 9683261"/>
              <a:gd name="connsiteY29" fmla="*/ 265971 h 335964"/>
              <a:gd name="connsiteX30" fmla="*/ 9540864 w 9683261"/>
              <a:gd name="connsiteY30" fmla="*/ 284636 h 335964"/>
              <a:gd name="connsiteX31" fmla="*/ 9568541 w 9683261"/>
              <a:gd name="connsiteY31" fmla="*/ 312633 h 335964"/>
              <a:gd name="connsiteX32" fmla="*/ 9540864 w 9683261"/>
              <a:gd name="connsiteY32" fmla="*/ 335964 h 335964"/>
              <a:gd name="connsiteX33" fmla="*/ 845227 w 9683261"/>
              <a:gd name="connsiteY33" fmla="*/ 335964 h 335964"/>
              <a:gd name="connsiteX34" fmla="*/ 0 w 9683261"/>
              <a:gd name="connsiteY34" fmla="*/ 335964 h 335964"/>
              <a:gd name="connsiteX35" fmla="*/ 0 w 9683261"/>
              <a:gd name="connsiteY35" fmla="*/ 0 h 335964"/>
              <a:gd name="connsiteX0" fmla="*/ 9609373 w 9786569"/>
              <a:gd name="connsiteY0" fmla="*/ 237817 h 335964"/>
              <a:gd name="connsiteX1" fmla="*/ 9632706 w 9786569"/>
              <a:gd name="connsiteY1" fmla="*/ 261358 h 335964"/>
              <a:gd name="connsiteX2" fmla="*/ 9609373 w 9786569"/>
              <a:gd name="connsiteY2" fmla="*/ 284899 h 335964"/>
              <a:gd name="connsiteX3" fmla="*/ 9586041 w 9786569"/>
              <a:gd name="connsiteY3" fmla="*/ 261358 h 335964"/>
              <a:gd name="connsiteX4" fmla="*/ 9609373 w 9786569"/>
              <a:gd name="connsiteY4" fmla="*/ 237817 h 335964"/>
              <a:gd name="connsiteX5" fmla="*/ 9669650 w 9786569"/>
              <a:gd name="connsiteY5" fmla="*/ 200069 h 335964"/>
              <a:gd name="connsiteX6" fmla="*/ 9683261 w 9786569"/>
              <a:gd name="connsiteY6" fmla="*/ 212909 h 335964"/>
              <a:gd name="connsiteX7" fmla="*/ 9669650 w 9786569"/>
              <a:gd name="connsiteY7" fmla="*/ 225749 h 335964"/>
              <a:gd name="connsiteX8" fmla="*/ 9656038 w 9786569"/>
              <a:gd name="connsiteY8" fmla="*/ 212909 h 335964"/>
              <a:gd name="connsiteX9" fmla="*/ 9669650 w 9786569"/>
              <a:gd name="connsiteY9" fmla="*/ 200069 h 335964"/>
              <a:gd name="connsiteX10" fmla="*/ 9609373 w 9786569"/>
              <a:gd name="connsiteY10" fmla="*/ 143445 h 335964"/>
              <a:gd name="connsiteX11" fmla="*/ 9632706 w 9786569"/>
              <a:gd name="connsiteY11" fmla="*/ 166987 h 335964"/>
              <a:gd name="connsiteX12" fmla="*/ 9609373 w 9786569"/>
              <a:gd name="connsiteY12" fmla="*/ 190527 h 335964"/>
              <a:gd name="connsiteX13" fmla="*/ 9586041 w 9786569"/>
              <a:gd name="connsiteY13" fmla="*/ 166987 h 335964"/>
              <a:gd name="connsiteX14" fmla="*/ 9609373 w 9786569"/>
              <a:gd name="connsiteY14" fmla="*/ 143445 h 335964"/>
              <a:gd name="connsiteX15" fmla="*/ 0 w 9786569"/>
              <a:gd name="connsiteY15" fmla="*/ 0 h 335964"/>
              <a:gd name="connsiteX16" fmla="*/ 739665 w 9786569"/>
              <a:gd name="connsiteY16" fmla="*/ 0 h 335964"/>
              <a:gd name="connsiteX17" fmla="*/ 9785339 w 9786569"/>
              <a:gd name="connsiteY17" fmla="*/ 3175 h 335964"/>
              <a:gd name="connsiteX18" fmla="*/ 9568541 w 9786569"/>
              <a:gd name="connsiteY18" fmla="*/ 27997 h 335964"/>
              <a:gd name="connsiteX19" fmla="*/ 9540864 w 9786569"/>
              <a:gd name="connsiteY19" fmla="*/ 55995 h 335964"/>
              <a:gd name="connsiteX20" fmla="*/ 9522411 w 9786569"/>
              <a:gd name="connsiteY20" fmla="*/ 74659 h 335964"/>
              <a:gd name="connsiteX21" fmla="*/ 9540864 w 9786569"/>
              <a:gd name="connsiteY21" fmla="*/ 97990 h 335964"/>
              <a:gd name="connsiteX22" fmla="*/ 9568541 w 9786569"/>
              <a:gd name="connsiteY22" fmla="*/ 121320 h 335964"/>
              <a:gd name="connsiteX23" fmla="*/ 9545478 w 9786569"/>
              <a:gd name="connsiteY23" fmla="*/ 149317 h 335964"/>
              <a:gd name="connsiteX24" fmla="*/ 9540864 w 9786569"/>
              <a:gd name="connsiteY24" fmla="*/ 149317 h 335964"/>
              <a:gd name="connsiteX25" fmla="*/ 9522411 w 9786569"/>
              <a:gd name="connsiteY25" fmla="*/ 167982 h 335964"/>
              <a:gd name="connsiteX26" fmla="*/ 9540864 w 9786569"/>
              <a:gd name="connsiteY26" fmla="*/ 191313 h 335964"/>
              <a:gd name="connsiteX27" fmla="*/ 9568541 w 9786569"/>
              <a:gd name="connsiteY27" fmla="*/ 214644 h 335964"/>
              <a:gd name="connsiteX28" fmla="*/ 9540864 w 9786569"/>
              <a:gd name="connsiteY28" fmla="*/ 242641 h 335964"/>
              <a:gd name="connsiteX29" fmla="*/ 9522411 w 9786569"/>
              <a:gd name="connsiteY29" fmla="*/ 265971 h 335964"/>
              <a:gd name="connsiteX30" fmla="*/ 9540864 w 9786569"/>
              <a:gd name="connsiteY30" fmla="*/ 284636 h 335964"/>
              <a:gd name="connsiteX31" fmla="*/ 9568541 w 9786569"/>
              <a:gd name="connsiteY31" fmla="*/ 312633 h 335964"/>
              <a:gd name="connsiteX32" fmla="*/ 9540864 w 9786569"/>
              <a:gd name="connsiteY32" fmla="*/ 335964 h 335964"/>
              <a:gd name="connsiteX33" fmla="*/ 845227 w 9786569"/>
              <a:gd name="connsiteY33" fmla="*/ 335964 h 335964"/>
              <a:gd name="connsiteX34" fmla="*/ 0 w 9786569"/>
              <a:gd name="connsiteY34" fmla="*/ 335964 h 335964"/>
              <a:gd name="connsiteX35" fmla="*/ 0 w 9786569"/>
              <a:gd name="connsiteY35" fmla="*/ 0 h 335964"/>
              <a:gd name="connsiteX0" fmla="*/ 9609373 w 9786569"/>
              <a:gd name="connsiteY0" fmla="*/ 237817 h 339139"/>
              <a:gd name="connsiteX1" fmla="*/ 9632706 w 9786569"/>
              <a:gd name="connsiteY1" fmla="*/ 261358 h 339139"/>
              <a:gd name="connsiteX2" fmla="*/ 9609373 w 9786569"/>
              <a:gd name="connsiteY2" fmla="*/ 284899 h 339139"/>
              <a:gd name="connsiteX3" fmla="*/ 9586041 w 9786569"/>
              <a:gd name="connsiteY3" fmla="*/ 261358 h 339139"/>
              <a:gd name="connsiteX4" fmla="*/ 9609373 w 9786569"/>
              <a:gd name="connsiteY4" fmla="*/ 237817 h 339139"/>
              <a:gd name="connsiteX5" fmla="*/ 9669650 w 9786569"/>
              <a:gd name="connsiteY5" fmla="*/ 200069 h 339139"/>
              <a:gd name="connsiteX6" fmla="*/ 9683261 w 9786569"/>
              <a:gd name="connsiteY6" fmla="*/ 212909 h 339139"/>
              <a:gd name="connsiteX7" fmla="*/ 9669650 w 9786569"/>
              <a:gd name="connsiteY7" fmla="*/ 225749 h 339139"/>
              <a:gd name="connsiteX8" fmla="*/ 9656038 w 9786569"/>
              <a:gd name="connsiteY8" fmla="*/ 212909 h 339139"/>
              <a:gd name="connsiteX9" fmla="*/ 9669650 w 9786569"/>
              <a:gd name="connsiteY9" fmla="*/ 200069 h 339139"/>
              <a:gd name="connsiteX10" fmla="*/ 9609373 w 9786569"/>
              <a:gd name="connsiteY10" fmla="*/ 143445 h 339139"/>
              <a:gd name="connsiteX11" fmla="*/ 9632706 w 9786569"/>
              <a:gd name="connsiteY11" fmla="*/ 166987 h 339139"/>
              <a:gd name="connsiteX12" fmla="*/ 9609373 w 9786569"/>
              <a:gd name="connsiteY12" fmla="*/ 190527 h 339139"/>
              <a:gd name="connsiteX13" fmla="*/ 9586041 w 9786569"/>
              <a:gd name="connsiteY13" fmla="*/ 166987 h 339139"/>
              <a:gd name="connsiteX14" fmla="*/ 9609373 w 9786569"/>
              <a:gd name="connsiteY14" fmla="*/ 143445 h 339139"/>
              <a:gd name="connsiteX15" fmla="*/ 0 w 9786569"/>
              <a:gd name="connsiteY15" fmla="*/ 0 h 339139"/>
              <a:gd name="connsiteX16" fmla="*/ 739665 w 9786569"/>
              <a:gd name="connsiteY16" fmla="*/ 0 h 339139"/>
              <a:gd name="connsiteX17" fmla="*/ 9785339 w 9786569"/>
              <a:gd name="connsiteY17" fmla="*/ 3175 h 339139"/>
              <a:gd name="connsiteX18" fmla="*/ 9568541 w 9786569"/>
              <a:gd name="connsiteY18" fmla="*/ 27997 h 339139"/>
              <a:gd name="connsiteX19" fmla="*/ 9540864 w 9786569"/>
              <a:gd name="connsiteY19" fmla="*/ 55995 h 339139"/>
              <a:gd name="connsiteX20" fmla="*/ 9522411 w 9786569"/>
              <a:gd name="connsiteY20" fmla="*/ 74659 h 339139"/>
              <a:gd name="connsiteX21" fmla="*/ 9540864 w 9786569"/>
              <a:gd name="connsiteY21" fmla="*/ 97990 h 339139"/>
              <a:gd name="connsiteX22" fmla="*/ 9568541 w 9786569"/>
              <a:gd name="connsiteY22" fmla="*/ 121320 h 339139"/>
              <a:gd name="connsiteX23" fmla="*/ 9545478 w 9786569"/>
              <a:gd name="connsiteY23" fmla="*/ 149317 h 339139"/>
              <a:gd name="connsiteX24" fmla="*/ 9540864 w 9786569"/>
              <a:gd name="connsiteY24" fmla="*/ 149317 h 339139"/>
              <a:gd name="connsiteX25" fmla="*/ 9522411 w 9786569"/>
              <a:gd name="connsiteY25" fmla="*/ 167982 h 339139"/>
              <a:gd name="connsiteX26" fmla="*/ 9540864 w 9786569"/>
              <a:gd name="connsiteY26" fmla="*/ 191313 h 339139"/>
              <a:gd name="connsiteX27" fmla="*/ 9568541 w 9786569"/>
              <a:gd name="connsiteY27" fmla="*/ 214644 h 339139"/>
              <a:gd name="connsiteX28" fmla="*/ 9540864 w 9786569"/>
              <a:gd name="connsiteY28" fmla="*/ 242641 h 339139"/>
              <a:gd name="connsiteX29" fmla="*/ 9522411 w 9786569"/>
              <a:gd name="connsiteY29" fmla="*/ 265971 h 339139"/>
              <a:gd name="connsiteX30" fmla="*/ 9540864 w 9786569"/>
              <a:gd name="connsiteY30" fmla="*/ 284636 h 339139"/>
              <a:gd name="connsiteX31" fmla="*/ 9568541 w 9786569"/>
              <a:gd name="connsiteY31" fmla="*/ 312633 h 339139"/>
              <a:gd name="connsiteX32" fmla="*/ 9598014 w 9786569"/>
              <a:gd name="connsiteY32" fmla="*/ 339139 h 339139"/>
              <a:gd name="connsiteX33" fmla="*/ 845227 w 9786569"/>
              <a:gd name="connsiteY33" fmla="*/ 335964 h 339139"/>
              <a:gd name="connsiteX34" fmla="*/ 0 w 9786569"/>
              <a:gd name="connsiteY34" fmla="*/ 335964 h 339139"/>
              <a:gd name="connsiteX35" fmla="*/ 0 w 9786569"/>
              <a:gd name="connsiteY35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882821"/>
              <a:gd name="connsiteY0" fmla="*/ 237817 h 339158"/>
              <a:gd name="connsiteX1" fmla="*/ 9632706 w 10882821"/>
              <a:gd name="connsiteY1" fmla="*/ 261358 h 339158"/>
              <a:gd name="connsiteX2" fmla="*/ 9609373 w 10882821"/>
              <a:gd name="connsiteY2" fmla="*/ 284899 h 339158"/>
              <a:gd name="connsiteX3" fmla="*/ 9586041 w 10882821"/>
              <a:gd name="connsiteY3" fmla="*/ 261358 h 339158"/>
              <a:gd name="connsiteX4" fmla="*/ 9609373 w 10882821"/>
              <a:gd name="connsiteY4" fmla="*/ 237817 h 339158"/>
              <a:gd name="connsiteX5" fmla="*/ 9669650 w 10882821"/>
              <a:gd name="connsiteY5" fmla="*/ 200069 h 339158"/>
              <a:gd name="connsiteX6" fmla="*/ 9683261 w 10882821"/>
              <a:gd name="connsiteY6" fmla="*/ 212909 h 339158"/>
              <a:gd name="connsiteX7" fmla="*/ 9669650 w 10882821"/>
              <a:gd name="connsiteY7" fmla="*/ 225749 h 339158"/>
              <a:gd name="connsiteX8" fmla="*/ 9656038 w 10882821"/>
              <a:gd name="connsiteY8" fmla="*/ 212909 h 339158"/>
              <a:gd name="connsiteX9" fmla="*/ 9669650 w 10882821"/>
              <a:gd name="connsiteY9" fmla="*/ 200069 h 339158"/>
              <a:gd name="connsiteX10" fmla="*/ 9609373 w 10882821"/>
              <a:gd name="connsiteY10" fmla="*/ 143445 h 339158"/>
              <a:gd name="connsiteX11" fmla="*/ 9632706 w 10882821"/>
              <a:gd name="connsiteY11" fmla="*/ 166987 h 339158"/>
              <a:gd name="connsiteX12" fmla="*/ 9609373 w 10882821"/>
              <a:gd name="connsiteY12" fmla="*/ 190527 h 339158"/>
              <a:gd name="connsiteX13" fmla="*/ 9586041 w 10882821"/>
              <a:gd name="connsiteY13" fmla="*/ 166987 h 339158"/>
              <a:gd name="connsiteX14" fmla="*/ 9609373 w 10882821"/>
              <a:gd name="connsiteY14" fmla="*/ 143445 h 339158"/>
              <a:gd name="connsiteX15" fmla="*/ 0 w 10882821"/>
              <a:gd name="connsiteY15" fmla="*/ 0 h 339158"/>
              <a:gd name="connsiteX16" fmla="*/ 739665 w 10882821"/>
              <a:gd name="connsiteY16" fmla="*/ 0 h 339158"/>
              <a:gd name="connsiteX17" fmla="*/ 9785339 w 10882821"/>
              <a:gd name="connsiteY17" fmla="*/ 3175 h 339158"/>
              <a:gd name="connsiteX18" fmla="*/ 9568541 w 10882821"/>
              <a:gd name="connsiteY18" fmla="*/ 27997 h 339158"/>
              <a:gd name="connsiteX19" fmla="*/ 9540864 w 10882821"/>
              <a:gd name="connsiteY19" fmla="*/ 55995 h 339158"/>
              <a:gd name="connsiteX20" fmla="*/ 9522411 w 10882821"/>
              <a:gd name="connsiteY20" fmla="*/ 74659 h 339158"/>
              <a:gd name="connsiteX21" fmla="*/ 9540864 w 10882821"/>
              <a:gd name="connsiteY21" fmla="*/ 97990 h 339158"/>
              <a:gd name="connsiteX22" fmla="*/ 9568541 w 10882821"/>
              <a:gd name="connsiteY22" fmla="*/ 121320 h 339158"/>
              <a:gd name="connsiteX23" fmla="*/ 9545478 w 10882821"/>
              <a:gd name="connsiteY23" fmla="*/ 149317 h 339158"/>
              <a:gd name="connsiteX24" fmla="*/ 9540864 w 10882821"/>
              <a:gd name="connsiteY24" fmla="*/ 149317 h 339158"/>
              <a:gd name="connsiteX25" fmla="*/ 9522411 w 10882821"/>
              <a:gd name="connsiteY25" fmla="*/ 167982 h 339158"/>
              <a:gd name="connsiteX26" fmla="*/ 9540864 w 10882821"/>
              <a:gd name="connsiteY26" fmla="*/ 191313 h 339158"/>
              <a:gd name="connsiteX27" fmla="*/ 9568541 w 10882821"/>
              <a:gd name="connsiteY27" fmla="*/ 214644 h 339158"/>
              <a:gd name="connsiteX28" fmla="*/ 9540864 w 10882821"/>
              <a:gd name="connsiteY28" fmla="*/ 242641 h 339158"/>
              <a:gd name="connsiteX29" fmla="*/ 9522411 w 10882821"/>
              <a:gd name="connsiteY29" fmla="*/ 265971 h 339158"/>
              <a:gd name="connsiteX30" fmla="*/ 9540864 w 10882821"/>
              <a:gd name="connsiteY30" fmla="*/ 284636 h 339158"/>
              <a:gd name="connsiteX31" fmla="*/ 9598014 w 10882821"/>
              <a:gd name="connsiteY31" fmla="*/ 339139 h 339158"/>
              <a:gd name="connsiteX32" fmla="*/ 845227 w 10882821"/>
              <a:gd name="connsiteY32" fmla="*/ 335964 h 339158"/>
              <a:gd name="connsiteX33" fmla="*/ 0 w 10882821"/>
              <a:gd name="connsiteY33" fmla="*/ 335964 h 339158"/>
              <a:gd name="connsiteX34" fmla="*/ 0 w 10882821"/>
              <a:gd name="connsiteY34" fmla="*/ 0 h 339158"/>
              <a:gd name="connsiteX0" fmla="*/ 9598014 w 10910786"/>
              <a:gd name="connsiteY0" fmla="*/ 339139 h 430579"/>
              <a:gd name="connsiteX1" fmla="*/ 845227 w 10910786"/>
              <a:gd name="connsiteY1" fmla="*/ 335964 h 430579"/>
              <a:gd name="connsiteX2" fmla="*/ 0 w 10910786"/>
              <a:gd name="connsiteY2" fmla="*/ 335964 h 430579"/>
              <a:gd name="connsiteX3" fmla="*/ 0 w 10910786"/>
              <a:gd name="connsiteY3" fmla="*/ 0 h 430579"/>
              <a:gd name="connsiteX4" fmla="*/ 9632706 w 10910786"/>
              <a:gd name="connsiteY4" fmla="*/ 261358 h 430579"/>
              <a:gd name="connsiteX5" fmla="*/ 9609373 w 10910786"/>
              <a:gd name="connsiteY5" fmla="*/ 284899 h 430579"/>
              <a:gd name="connsiteX6" fmla="*/ 9586041 w 10910786"/>
              <a:gd name="connsiteY6" fmla="*/ 261358 h 430579"/>
              <a:gd name="connsiteX7" fmla="*/ 9609373 w 10910786"/>
              <a:gd name="connsiteY7" fmla="*/ 237817 h 430579"/>
              <a:gd name="connsiteX8" fmla="*/ 9669650 w 10910786"/>
              <a:gd name="connsiteY8" fmla="*/ 200069 h 430579"/>
              <a:gd name="connsiteX9" fmla="*/ 9683261 w 10910786"/>
              <a:gd name="connsiteY9" fmla="*/ 212909 h 430579"/>
              <a:gd name="connsiteX10" fmla="*/ 9669650 w 10910786"/>
              <a:gd name="connsiteY10" fmla="*/ 225749 h 430579"/>
              <a:gd name="connsiteX11" fmla="*/ 9656038 w 10910786"/>
              <a:gd name="connsiteY11" fmla="*/ 212909 h 430579"/>
              <a:gd name="connsiteX12" fmla="*/ 9669650 w 10910786"/>
              <a:gd name="connsiteY12" fmla="*/ 200069 h 430579"/>
              <a:gd name="connsiteX13" fmla="*/ 9609373 w 10910786"/>
              <a:gd name="connsiteY13" fmla="*/ 143445 h 430579"/>
              <a:gd name="connsiteX14" fmla="*/ 9632706 w 10910786"/>
              <a:gd name="connsiteY14" fmla="*/ 166987 h 430579"/>
              <a:gd name="connsiteX15" fmla="*/ 9609373 w 10910786"/>
              <a:gd name="connsiteY15" fmla="*/ 190527 h 430579"/>
              <a:gd name="connsiteX16" fmla="*/ 9586041 w 10910786"/>
              <a:gd name="connsiteY16" fmla="*/ 166987 h 430579"/>
              <a:gd name="connsiteX17" fmla="*/ 9609373 w 10910786"/>
              <a:gd name="connsiteY17" fmla="*/ 143445 h 430579"/>
              <a:gd name="connsiteX18" fmla="*/ 0 w 10910786"/>
              <a:gd name="connsiteY18" fmla="*/ 0 h 430579"/>
              <a:gd name="connsiteX19" fmla="*/ 739665 w 10910786"/>
              <a:gd name="connsiteY19" fmla="*/ 0 h 430579"/>
              <a:gd name="connsiteX20" fmla="*/ 9785339 w 10910786"/>
              <a:gd name="connsiteY20" fmla="*/ 3175 h 430579"/>
              <a:gd name="connsiteX21" fmla="*/ 9568541 w 10910786"/>
              <a:gd name="connsiteY21" fmla="*/ 27997 h 430579"/>
              <a:gd name="connsiteX22" fmla="*/ 9540864 w 10910786"/>
              <a:gd name="connsiteY22" fmla="*/ 55995 h 430579"/>
              <a:gd name="connsiteX23" fmla="*/ 9522411 w 10910786"/>
              <a:gd name="connsiteY23" fmla="*/ 74659 h 430579"/>
              <a:gd name="connsiteX24" fmla="*/ 9540864 w 10910786"/>
              <a:gd name="connsiteY24" fmla="*/ 97990 h 430579"/>
              <a:gd name="connsiteX25" fmla="*/ 9568541 w 10910786"/>
              <a:gd name="connsiteY25" fmla="*/ 121320 h 430579"/>
              <a:gd name="connsiteX26" fmla="*/ 9545478 w 10910786"/>
              <a:gd name="connsiteY26" fmla="*/ 149317 h 430579"/>
              <a:gd name="connsiteX27" fmla="*/ 9540864 w 10910786"/>
              <a:gd name="connsiteY27" fmla="*/ 149317 h 430579"/>
              <a:gd name="connsiteX28" fmla="*/ 9522411 w 10910786"/>
              <a:gd name="connsiteY28" fmla="*/ 167982 h 430579"/>
              <a:gd name="connsiteX29" fmla="*/ 9540864 w 10910786"/>
              <a:gd name="connsiteY29" fmla="*/ 191313 h 430579"/>
              <a:gd name="connsiteX30" fmla="*/ 9568541 w 10910786"/>
              <a:gd name="connsiteY30" fmla="*/ 214644 h 430579"/>
              <a:gd name="connsiteX31" fmla="*/ 9540864 w 10910786"/>
              <a:gd name="connsiteY31" fmla="*/ 242641 h 430579"/>
              <a:gd name="connsiteX32" fmla="*/ 9522411 w 10910786"/>
              <a:gd name="connsiteY32" fmla="*/ 265971 h 430579"/>
              <a:gd name="connsiteX33" fmla="*/ 9540864 w 10910786"/>
              <a:gd name="connsiteY33" fmla="*/ 284636 h 430579"/>
              <a:gd name="connsiteX34" fmla="*/ 9689454 w 10910786"/>
              <a:gd name="connsiteY34" fmla="*/ 430579 h 43057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34" fmla="*/ 9540864 w 9786569"/>
              <a:gd name="connsiteY34" fmla="*/ 284636 h 33913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73768"/>
              <a:gd name="connsiteY0" fmla="*/ 418315 h 418315"/>
              <a:gd name="connsiteX1" fmla="*/ 845227 w 10373768"/>
              <a:gd name="connsiteY1" fmla="*/ 415140 h 418315"/>
              <a:gd name="connsiteX2" fmla="*/ 0 w 10373768"/>
              <a:gd name="connsiteY2" fmla="*/ 415140 h 418315"/>
              <a:gd name="connsiteX3" fmla="*/ 0 w 10373768"/>
              <a:gd name="connsiteY3" fmla="*/ 79176 h 418315"/>
              <a:gd name="connsiteX4" fmla="*/ 9632706 w 10373768"/>
              <a:gd name="connsiteY4" fmla="*/ 340534 h 418315"/>
              <a:gd name="connsiteX5" fmla="*/ 9609373 w 10373768"/>
              <a:gd name="connsiteY5" fmla="*/ 364075 h 418315"/>
              <a:gd name="connsiteX6" fmla="*/ 9586041 w 10373768"/>
              <a:gd name="connsiteY6" fmla="*/ 340534 h 418315"/>
              <a:gd name="connsiteX7" fmla="*/ 9609373 w 10373768"/>
              <a:gd name="connsiteY7" fmla="*/ 316993 h 418315"/>
              <a:gd name="connsiteX8" fmla="*/ 9598014 w 10373768"/>
              <a:gd name="connsiteY8" fmla="*/ 418315 h 418315"/>
              <a:gd name="connsiteX9" fmla="*/ 9669650 w 10373768"/>
              <a:gd name="connsiteY9" fmla="*/ 279245 h 418315"/>
              <a:gd name="connsiteX10" fmla="*/ 9683261 w 10373768"/>
              <a:gd name="connsiteY10" fmla="*/ 292085 h 418315"/>
              <a:gd name="connsiteX11" fmla="*/ 9669650 w 10373768"/>
              <a:gd name="connsiteY11" fmla="*/ 304925 h 418315"/>
              <a:gd name="connsiteX12" fmla="*/ 9656038 w 10373768"/>
              <a:gd name="connsiteY12" fmla="*/ 292085 h 418315"/>
              <a:gd name="connsiteX13" fmla="*/ 9669650 w 10373768"/>
              <a:gd name="connsiteY13" fmla="*/ 279245 h 418315"/>
              <a:gd name="connsiteX14" fmla="*/ 9609373 w 10373768"/>
              <a:gd name="connsiteY14" fmla="*/ 222621 h 418315"/>
              <a:gd name="connsiteX15" fmla="*/ 9632706 w 10373768"/>
              <a:gd name="connsiteY15" fmla="*/ 246163 h 418315"/>
              <a:gd name="connsiteX16" fmla="*/ 9609373 w 10373768"/>
              <a:gd name="connsiteY16" fmla="*/ 269703 h 418315"/>
              <a:gd name="connsiteX17" fmla="*/ 9586041 w 10373768"/>
              <a:gd name="connsiteY17" fmla="*/ 246163 h 418315"/>
              <a:gd name="connsiteX18" fmla="*/ 9609373 w 10373768"/>
              <a:gd name="connsiteY18" fmla="*/ 222621 h 418315"/>
              <a:gd name="connsiteX19" fmla="*/ 0 w 10373768"/>
              <a:gd name="connsiteY19" fmla="*/ 79176 h 418315"/>
              <a:gd name="connsiteX20" fmla="*/ 739665 w 10373768"/>
              <a:gd name="connsiteY20" fmla="*/ 79176 h 418315"/>
              <a:gd name="connsiteX21" fmla="*/ 9785339 w 10373768"/>
              <a:gd name="connsiteY21" fmla="*/ 82351 h 418315"/>
              <a:gd name="connsiteX22" fmla="*/ 9540864 w 10373768"/>
              <a:gd name="connsiteY22" fmla="*/ 135171 h 418315"/>
              <a:gd name="connsiteX23" fmla="*/ 9522411 w 10373768"/>
              <a:gd name="connsiteY23" fmla="*/ 153835 h 418315"/>
              <a:gd name="connsiteX24" fmla="*/ 9540864 w 10373768"/>
              <a:gd name="connsiteY24" fmla="*/ 177166 h 418315"/>
              <a:gd name="connsiteX25" fmla="*/ 9568541 w 10373768"/>
              <a:gd name="connsiteY25" fmla="*/ 200496 h 418315"/>
              <a:gd name="connsiteX26" fmla="*/ 9545478 w 10373768"/>
              <a:gd name="connsiteY26" fmla="*/ 228493 h 418315"/>
              <a:gd name="connsiteX27" fmla="*/ 9540864 w 10373768"/>
              <a:gd name="connsiteY27" fmla="*/ 228493 h 418315"/>
              <a:gd name="connsiteX28" fmla="*/ 9522411 w 10373768"/>
              <a:gd name="connsiteY28" fmla="*/ 247158 h 418315"/>
              <a:gd name="connsiteX29" fmla="*/ 9540864 w 10373768"/>
              <a:gd name="connsiteY29" fmla="*/ 270489 h 418315"/>
              <a:gd name="connsiteX30" fmla="*/ 9568541 w 10373768"/>
              <a:gd name="connsiteY30" fmla="*/ 293820 h 418315"/>
              <a:gd name="connsiteX31" fmla="*/ 9540864 w 10373768"/>
              <a:gd name="connsiteY31" fmla="*/ 321817 h 418315"/>
              <a:gd name="connsiteX32" fmla="*/ 9522411 w 10373768"/>
              <a:gd name="connsiteY32" fmla="*/ 345147 h 418315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40864 w 9785339"/>
              <a:gd name="connsiteY22" fmla="*/ 55995 h 339139"/>
              <a:gd name="connsiteX23" fmla="*/ 9522411 w 9785339"/>
              <a:gd name="connsiteY23" fmla="*/ 74659 h 339139"/>
              <a:gd name="connsiteX24" fmla="*/ 9540864 w 9785339"/>
              <a:gd name="connsiteY24" fmla="*/ 97990 h 339139"/>
              <a:gd name="connsiteX25" fmla="*/ 9568541 w 9785339"/>
              <a:gd name="connsiteY25" fmla="*/ 121320 h 339139"/>
              <a:gd name="connsiteX26" fmla="*/ 9545478 w 9785339"/>
              <a:gd name="connsiteY26" fmla="*/ 149317 h 339139"/>
              <a:gd name="connsiteX27" fmla="*/ 9540864 w 9785339"/>
              <a:gd name="connsiteY27" fmla="*/ 149317 h 339139"/>
              <a:gd name="connsiteX28" fmla="*/ 9522411 w 9785339"/>
              <a:gd name="connsiteY28" fmla="*/ 167982 h 339139"/>
              <a:gd name="connsiteX29" fmla="*/ 9540864 w 9785339"/>
              <a:gd name="connsiteY29" fmla="*/ 191313 h 339139"/>
              <a:gd name="connsiteX30" fmla="*/ 9568541 w 9785339"/>
              <a:gd name="connsiteY30" fmla="*/ 214644 h 339139"/>
              <a:gd name="connsiteX31" fmla="*/ 9540864 w 9785339"/>
              <a:gd name="connsiteY31" fmla="*/ 242641 h 339139"/>
              <a:gd name="connsiteX32" fmla="*/ 9522411 w 9785339"/>
              <a:gd name="connsiteY32" fmla="*/ 265971 h 339139"/>
              <a:gd name="connsiteX0" fmla="*/ 9598014 w 10504275"/>
              <a:gd name="connsiteY0" fmla="*/ 339139 h 339139"/>
              <a:gd name="connsiteX1" fmla="*/ 845227 w 10504275"/>
              <a:gd name="connsiteY1" fmla="*/ 335964 h 339139"/>
              <a:gd name="connsiteX2" fmla="*/ 0 w 10504275"/>
              <a:gd name="connsiteY2" fmla="*/ 335964 h 339139"/>
              <a:gd name="connsiteX3" fmla="*/ 0 w 10504275"/>
              <a:gd name="connsiteY3" fmla="*/ 0 h 339139"/>
              <a:gd name="connsiteX4" fmla="*/ 9632706 w 10504275"/>
              <a:gd name="connsiteY4" fmla="*/ 261358 h 339139"/>
              <a:gd name="connsiteX5" fmla="*/ 9609373 w 10504275"/>
              <a:gd name="connsiteY5" fmla="*/ 284899 h 339139"/>
              <a:gd name="connsiteX6" fmla="*/ 9586041 w 10504275"/>
              <a:gd name="connsiteY6" fmla="*/ 261358 h 339139"/>
              <a:gd name="connsiteX7" fmla="*/ 9609373 w 10504275"/>
              <a:gd name="connsiteY7" fmla="*/ 237817 h 339139"/>
              <a:gd name="connsiteX8" fmla="*/ 9598014 w 10504275"/>
              <a:gd name="connsiteY8" fmla="*/ 339139 h 339139"/>
              <a:gd name="connsiteX9" fmla="*/ 9669650 w 10504275"/>
              <a:gd name="connsiteY9" fmla="*/ 200069 h 339139"/>
              <a:gd name="connsiteX10" fmla="*/ 9683261 w 10504275"/>
              <a:gd name="connsiteY10" fmla="*/ 212909 h 339139"/>
              <a:gd name="connsiteX11" fmla="*/ 9669650 w 10504275"/>
              <a:gd name="connsiteY11" fmla="*/ 225749 h 339139"/>
              <a:gd name="connsiteX12" fmla="*/ 9656038 w 10504275"/>
              <a:gd name="connsiteY12" fmla="*/ 212909 h 339139"/>
              <a:gd name="connsiteX13" fmla="*/ 9669650 w 10504275"/>
              <a:gd name="connsiteY13" fmla="*/ 200069 h 339139"/>
              <a:gd name="connsiteX14" fmla="*/ 9609373 w 10504275"/>
              <a:gd name="connsiteY14" fmla="*/ 143445 h 339139"/>
              <a:gd name="connsiteX15" fmla="*/ 9632706 w 10504275"/>
              <a:gd name="connsiteY15" fmla="*/ 166987 h 339139"/>
              <a:gd name="connsiteX16" fmla="*/ 9609373 w 10504275"/>
              <a:gd name="connsiteY16" fmla="*/ 190527 h 339139"/>
              <a:gd name="connsiteX17" fmla="*/ 9586041 w 10504275"/>
              <a:gd name="connsiteY17" fmla="*/ 166987 h 339139"/>
              <a:gd name="connsiteX18" fmla="*/ 9609373 w 10504275"/>
              <a:gd name="connsiteY18" fmla="*/ 143445 h 339139"/>
              <a:gd name="connsiteX19" fmla="*/ 0 w 10504275"/>
              <a:gd name="connsiteY19" fmla="*/ 0 h 339139"/>
              <a:gd name="connsiteX20" fmla="*/ 739665 w 10504275"/>
              <a:gd name="connsiteY20" fmla="*/ 0 h 339139"/>
              <a:gd name="connsiteX21" fmla="*/ 9785339 w 10504275"/>
              <a:gd name="connsiteY21" fmla="*/ 3175 h 339139"/>
              <a:gd name="connsiteX22" fmla="*/ 9896464 w 10504275"/>
              <a:gd name="connsiteY22" fmla="*/ 294120 h 339139"/>
              <a:gd name="connsiteX23" fmla="*/ 9522411 w 10504275"/>
              <a:gd name="connsiteY23" fmla="*/ 74659 h 339139"/>
              <a:gd name="connsiteX24" fmla="*/ 9540864 w 10504275"/>
              <a:gd name="connsiteY24" fmla="*/ 97990 h 339139"/>
              <a:gd name="connsiteX25" fmla="*/ 9568541 w 10504275"/>
              <a:gd name="connsiteY25" fmla="*/ 121320 h 339139"/>
              <a:gd name="connsiteX26" fmla="*/ 9545478 w 10504275"/>
              <a:gd name="connsiteY26" fmla="*/ 149317 h 339139"/>
              <a:gd name="connsiteX27" fmla="*/ 9540864 w 10504275"/>
              <a:gd name="connsiteY27" fmla="*/ 149317 h 339139"/>
              <a:gd name="connsiteX28" fmla="*/ 9522411 w 10504275"/>
              <a:gd name="connsiteY28" fmla="*/ 167982 h 339139"/>
              <a:gd name="connsiteX29" fmla="*/ 9540864 w 10504275"/>
              <a:gd name="connsiteY29" fmla="*/ 191313 h 339139"/>
              <a:gd name="connsiteX30" fmla="*/ 9568541 w 10504275"/>
              <a:gd name="connsiteY30" fmla="*/ 214644 h 339139"/>
              <a:gd name="connsiteX31" fmla="*/ 9540864 w 10504275"/>
              <a:gd name="connsiteY31" fmla="*/ 242641 h 339139"/>
              <a:gd name="connsiteX32" fmla="*/ 9522411 w 10504275"/>
              <a:gd name="connsiteY32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32" fmla="*/ 9598014 w 10381792"/>
              <a:gd name="connsiteY32" fmla="*/ 339139 h 339139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22411 w 9785339"/>
              <a:gd name="connsiteY22" fmla="*/ 74659 h 339139"/>
              <a:gd name="connsiteX23" fmla="*/ 9540864 w 9785339"/>
              <a:gd name="connsiteY23" fmla="*/ 97990 h 339139"/>
              <a:gd name="connsiteX24" fmla="*/ 9568541 w 9785339"/>
              <a:gd name="connsiteY24" fmla="*/ 121320 h 339139"/>
              <a:gd name="connsiteX25" fmla="*/ 9545478 w 9785339"/>
              <a:gd name="connsiteY25" fmla="*/ 149317 h 339139"/>
              <a:gd name="connsiteX26" fmla="*/ 9540864 w 9785339"/>
              <a:gd name="connsiteY26" fmla="*/ 149317 h 339139"/>
              <a:gd name="connsiteX27" fmla="*/ 9522411 w 9785339"/>
              <a:gd name="connsiteY27" fmla="*/ 167982 h 339139"/>
              <a:gd name="connsiteX28" fmla="*/ 9540864 w 9785339"/>
              <a:gd name="connsiteY28" fmla="*/ 191313 h 339139"/>
              <a:gd name="connsiteX29" fmla="*/ 9568541 w 9785339"/>
              <a:gd name="connsiteY29" fmla="*/ 214644 h 339139"/>
              <a:gd name="connsiteX30" fmla="*/ 9540864 w 9785339"/>
              <a:gd name="connsiteY30" fmla="*/ 242641 h 339139"/>
              <a:gd name="connsiteX31" fmla="*/ 9522411 w 9785339"/>
              <a:gd name="connsiteY31" fmla="*/ 265971 h 339139"/>
              <a:gd name="connsiteX32" fmla="*/ 9598014 w 9785339"/>
              <a:gd name="connsiteY32" fmla="*/ 339139 h 339139"/>
              <a:gd name="connsiteX33" fmla="*/ 0 w 9785339"/>
              <a:gd name="connsiteY33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609373 w 10386312"/>
              <a:gd name="connsiteY14" fmla="*/ 143445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9609373 w 10386312"/>
              <a:gd name="connsiteY18" fmla="*/ 143445 h 339139"/>
              <a:gd name="connsiteX19" fmla="*/ 0 w 10386312"/>
              <a:gd name="connsiteY19" fmla="*/ 0 h 339139"/>
              <a:gd name="connsiteX20" fmla="*/ 739665 w 10386312"/>
              <a:gd name="connsiteY20" fmla="*/ 0 h 339139"/>
              <a:gd name="connsiteX21" fmla="*/ 9785339 w 10386312"/>
              <a:gd name="connsiteY21" fmla="*/ 3175 h 339139"/>
              <a:gd name="connsiteX22" fmla="*/ 9540864 w 10386312"/>
              <a:gd name="connsiteY22" fmla="*/ 97990 h 339139"/>
              <a:gd name="connsiteX23" fmla="*/ 9568541 w 10386312"/>
              <a:gd name="connsiteY23" fmla="*/ 121320 h 339139"/>
              <a:gd name="connsiteX24" fmla="*/ 9545478 w 10386312"/>
              <a:gd name="connsiteY24" fmla="*/ 149317 h 339139"/>
              <a:gd name="connsiteX25" fmla="*/ 9540864 w 10386312"/>
              <a:gd name="connsiteY25" fmla="*/ 149317 h 339139"/>
              <a:gd name="connsiteX26" fmla="*/ 9522411 w 10386312"/>
              <a:gd name="connsiteY26" fmla="*/ 167982 h 339139"/>
              <a:gd name="connsiteX27" fmla="*/ 9540864 w 10386312"/>
              <a:gd name="connsiteY27" fmla="*/ 191313 h 339139"/>
              <a:gd name="connsiteX28" fmla="*/ 9568541 w 10386312"/>
              <a:gd name="connsiteY28" fmla="*/ 214644 h 339139"/>
              <a:gd name="connsiteX29" fmla="*/ 9540864 w 10386312"/>
              <a:gd name="connsiteY29" fmla="*/ 242641 h 339139"/>
              <a:gd name="connsiteX30" fmla="*/ 9522411 w 10386312"/>
              <a:gd name="connsiteY30" fmla="*/ 265971 h 339139"/>
              <a:gd name="connsiteX31" fmla="*/ 9598014 w 10386312"/>
              <a:gd name="connsiteY31" fmla="*/ 339139 h 339139"/>
              <a:gd name="connsiteX32" fmla="*/ 0 w 10386312"/>
              <a:gd name="connsiteY32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586041 w 10386312"/>
              <a:gd name="connsiteY14" fmla="*/ 166987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0 w 10386312"/>
              <a:gd name="connsiteY18" fmla="*/ 0 h 339139"/>
              <a:gd name="connsiteX19" fmla="*/ 739665 w 10386312"/>
              <a:gd name="connsiteY19" fmla="*/ 0 h 339139"/>
              <a:gd name="connsiteX20" fmla="*/ 9785339 w 10386312"/>
              <a:gd name="connsiteY20" fmla="*/ 3175 h 339139"/>
              <a:gd name="connsiteX21" fmla="*/ 9540864 w 10386312"/>
              <a:gd name="connsiteY21" fmla="*/ 97990 h 339139"/>
              <a:gd name="connsiteX22" fmla="*/ 9568541 w 10386312"/>
              <a:gd name="connsiteY22" fmla="*/ 121320 h 339139"/>
              <a:gd name="connsiteX23" fmla="*/ 9545478 w 10386312"/>
              <a:gd name="connsiteY23" fmla="*/ 149317 h 339139"/>
              <a:gd name="connsiteX24" fmla="*/ 9540864 w 10386312"/>
              <a:gd name="connsiteY24" fmla="*/ 149317 h 339139"/>
              <a:gd name="connsiteX25" fmla="*/ 9522411 w 10386312"/>
              <a:gd name="connsiteY25" fmla="*/ 167982 h 339139"/>
              <a:gd name="connsiteX26" fmla="*/ 9540864 w 10386312"/>
              <a:gd name="connsiteY26" fmla="*/ 191313 h 339139"/>
              <a:gd name="connsiteX27" fmla="*/ 9568541 w 10386312"/>
              <a:gd name="connsiteY27" fmla="*/ 214644 h 339139"/>
              <a:gd name="connsiteX28" fmla="*/ 9540864 w 10386312"/>
              <a:gd name="connsiteY28" fmla="*/ 242641 h 339139"/>
              <a:gd name="connsiteX29" fmla="*/ 9522411 w 10386312"/>
              <a:gd name="connsiteY29" fmla="*/ 265971 h 339139"/>
              <a:gd name="connsiteX30" fmla="*/ 9598014 w 10386312"/>
              <a:gd name="connsiteY30" fmla="*/ 339139 h 339139"/>
              <a:gd name="connsiteX31" fmla="*/ 0 w 10386312"/>
              <a:gd name="connsiteY31" fmla="*/ 0 h 339139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609373 w 10386312"/>
              <a:gd name="connsiteY5" fmla="*/ 284899 h 347620"/>
              <a:gd name="connsiteX6" fmla="*/ 9586041 w 10386312"/>
              <a:gd name="connsiteY6" fmla="*/ 261358 h 347620"/>
              <a:gd name="connsiteX7" fmla="*/ 9609373 w 10386312"/>
              <a:gd name="connsiteY7" fmla="*/ 237817 h 347620"/>
              <a:gd name="connsiteX8" fmla="*/ 9598014 w 10386312"/>
              <a:gd name="connsiteY8" fmla="*/ 339139 h 347620"/>
              <a:gd name="connsiteX9" fmla="*/ 9669650 w 10386312"/>
              <a:gd name="connsiteY9" fmla="*/ 200069 h 347620"/>
              <a:gd name="connsiteX10" fmla="*/ 9683261 w 10386312"/>
              <a:gd name="connsiteY10" fmla="*/ 212909 h 347620"/>
              <a:gd name="connsiteX11" fmla="*/ 9669650 w 10386312"/>
              <a:gd name="connsiteY11" fmla="*/ 225749 h 347620"/>
              <a:gd name="connsiteX12" fmla="*/ 9656038 w 10386312"/>
              <a:gd name="connsiteY12" fmla="*/ 212909 h 347620"/>
              <a:gd name="connsiteX13" fmla="*/ 9669650 w 10386312"/>
              <a:gd name="connsiteY13" fmla="*/ 200069 h 347620"/>
              <a:gd name="connsiteX14" fmla="*/ 9586041 w 10386312"/>
              <a:gd name="connsiteY14" fmla="*/ 166987 h 347620"/>
              <a:gd name="connsiteX15" fmla="*/ 9632706 w 10386312"/>
              <a:gd name="connsiteY15" fmla="*/ 166987 h 347620"/>
              <a:gd name="connsiteX16" fmla="*/ 9609373 w 10386312"/>
              <a:gd name="connsiteY16" fmla="*/ 190527 h 347620"/>
              <a:gd name="connsiteX17" fmla="*/ 9586041 w 10386312"/>
              <a:gd name="connsiteY17" fmla="*/ 166987 h 347620"/>
              <a:gd name="connsiteX18" fmla="*/ 0 w 10386312"/>
              <a:gd name="connsiteY18" fmla="*/ 0 h 347620"/>
              <a:gd name="connsiteX19" fmla="*/ 739665 w 10386312"/>
              <a:gd name="connsiteY19" fmla="*/ 0 h 347620"/>
              <a:gd name="connsiteX20" fmla="*/ 9785339 w 10386312"/>
              <a:gd name="connsiteY20" fmla="*/ 3175 h 347620"/>
              <a:gd name="connsiteX21" fmla="*/ 9540864 w 10386312"/>
              <a:gd name="connsiteY21" fmla="*/ 97990 h 347620"/>
              <a:gd name="connsiteX22" fmla="*/ 9568541 w 10386312"/>
              <a:gd name="connsiteY22" fmla="*/ 121320 h 347620"/>
              <a:gd name="connsiteX23" fmla="*/ 9545478 w 10386312"/>
              <a:gd name="connsiteY23" fmla="*/ 149317 h 347620"/>
              <a:gd name="connsiteX24" fmla="*/ 9540864 w 10386312"/>
              <a:gd name="connsiteY24" fmla="*/ 149317 h 347620"/>
              <a:gd name="connsiteX25" fmla="*/ 9522411 w 10386312"/>
              <a:gd name="connsiteY25" fmla="*/ 167982 h 347620"/>
              <a:gd name="connsiteX26" fmla="*/ 9540864 w 10386312"/>
              <a:gd name="connsiteY26" fmla="*/ 191313 h 347620"/>
              <a:gd name="connsiteX27" fmla="*/ 9568541 w 10386312"/>
              <a:gd name="connsiteY27" fmla="*/ 214644 h 347620"/>
              <a:gd name="connsiteX28" fmla="*/ 9540864 w 10386312"/>
              <a:gd name="connsiteY28" fmla="*/ 242641 h 347620"/>
              <a:gd name="connsiteX29" fmla="*/ 9598014 w 10386312"/>
              <a:gd name="connsiteY29" fmla="*/ 339139 h 347620"/>
              <a:gd name="connsiteX30" fmla="*/ 0 w 10386312"/>
              <a:gd name="connsiteY3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609373 w 10386312"/>
              <a:gd name="connsiteY6" fmla="*/ 237817 h 347620"/>
              <a:gd name="connsiteX7" fmla="*/ 9598014 w 10386312"/>
              <a:gd name="connsiteY7" fmla="*/ 339139 h 347620"/>
              <a:gd name="connsiteX8" fmla="*/ 9669650 w 10386312"/>
              <a:gd name="connsiteY8" fmla="*/ 200069 h 347620"/>
              <a:gd name="connsiteX9" fmla="*/ 9683261 w 10386312"/>
              <a:gd name="connsiteY9" fmla="*/ 212909 h 347620"/>
              <a:gd name="connsiteX10" fmla="*/ 9669650 w 10386312"/>
              <a:gd name="connsiteY10" fmla="*/ 225749 h 347620"/>
              <a:gd name="connsiteX11" fmla="*/ 9656038 w 10386312"/>
              <a:gd name="connsiteY11" fmla="*/ 212909 h 347620"/>
              <a:gd name="connsiteX12" fmla="*/ 9669650 w 10386312"/>
              <a:gd name="connsiteY12" fmla="*/ 200069 h 347620"/>
              <a:gd name="connsiteX13" fmla="*/ 9586041 w 10386312"/>
              <a:gd name="connsiteY13" fmla="*/ 166987 h 347620"/>
              <a:gd name="connsiteX14" fmla="*/ 9632706 w 10386312"/>
              <a:gd name="connsiteY14" fmla="*/ 166987 h 347620"/>
              <a:gd name="connsiteX15" fmla="*/ 9609373 w 10386312"/>
              <a:gd name="connsiteY15" fmla="*/ 190527 h 347620"/>
              <a:gd name="connsiteX16" fmla="*/ 9586041 w 10386312"/>
              <a:gd name="connsiteY16" fmla="*/ 166987 h 347620"/>
              <a:gd name="connsiteX17" fmla="*/ 0 w 10386312"/>
              <a:gd name="connsiteY17" fmla="*/ 0 h 347620"/>
              <a:gd name="connsiteX18" fmla="*/ 739665 w 10386312"/>
              <a:gd name="connsiteY18" fmla="*/ 0 h 347620"/>
              <a:gd name="connsiteX19" fmla="*/ 9785339 w 10386312"/>
              <a:gd name="connsiteY19" fmla="*/ 3175 h 347620"/>
              <a:gd name="connsiteX20" fmla="*/ 9540864 w 10386312"/>
              <a:gd name="connsiteY20" fmla="*/ 97990 h 347620"/>
              <a:gd name="connsiteX21" fmla="*/ 9568541 w 10386312"/>
              <a:gd name="connsiteY21" fmla="*/ 121320 h 347620"/>
              <a:gd name="connsiteX22" fmla="*/ 9545478 w 10386312"/>
              <a:gd name="connsiteY22" fmla="*/ 149317 h 347620"/>
              <a:gd name="connsiteX23" fmla="*/ 9540864 w 10386312"/>
              <a:gd name="connsiteY23" fmla="*/ 149317 h 347620"/>
              <a:gd name="connsiteX24" fmla="*/ 9522411 w 10386312"/>
              <a:gd name="connsiteY24" fmla="*/ 167982 h 347620"/>
              <a:gd name="connsiteX25" fmla="*/ 9540864 w 10386312"/>
              <a:gd name="connsiteY25" fmla="*/ 191313 h 347620"/>
              <a:gd name="connsiteX26" fmla="*/ 9568541 w 10386312"/>
              <a:gd name="connsiteY26" fmla="*/ 214644 h 347620"/>
              <a:gd name="connsiteX27" fmla="*/ 9540864 w 10386312"/>
              <a:gd name="connsiteY27" fmla="*/ 242641 h 347620"/>
              <a:gd name="connsiteX28" fmla="*/ 9598014 w 10386312"/>
              <a:gd name="connsiteY28" fmla="*/ 339139 h 347620"/>
              <a:gd name="connsiteX29" fmla="*/ 0 w 10386312"/>
              <a:gd name="connsiteY29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598014 w 10386312"/>
              <a:gd name="connsiteY6" fmla="*/ 339139 h 347620"/>
              <a:gd name="connsiteX7" fmla="*/ 9669650 w 10386312"/>
              <a:gd name="connsiteY7" fmla="*/ 200069 h 347620"/>
              <a:gd name="connsiteX8" fmla="*/ 9683261 w 10386312"/>
              <a:gd name="connsiteY8" fmla="*/ 212909 h 347620"/>
              <a:gd name="connsiteX9" fmla="*/ 9669650 w 10386312"/>
              <a:gd name="connsiteY9" fmla="*/ 225749 h 347620"/>
              <a:gd name="connsiteX10" fmla="*/ 9656038 w 10386312"/>
              <a:gd name="connsiteY10" fmla="*/ 212909 h 347620"/>
              <a:gd name="connsiteX11" fmla="*/ 9669650 w 10386312"/>
              <a:gd name="connsiteY11" fmla="*/ 200069 h 347620"/>
              <a:gd name="connsiteX12" fmla="*/ 9586041 w 10386312"/>
              <a:gd name="connsiteY12" fmla="*/ 166987 h 347620"/>
              <a:gd name="connsiteX13" fmla="*/ 9632706 w 10386312"/>
              <a:gd name="connsiteY13" fmla="*/ 166987 h 347620"/>
              <a:gd name="connsiteX14" fmla="*/ 9609373 w 10386312"/>
              <a:gd name="connsiteY14" fmla="*/ 190527 h 347620"/>
              <a:gd name="connsiteX15" fmla="*/ 9586041 w 10386312"/>
              <a:gd name="connsiteY15" fmla="*/ 166987 h 347620"/>
              <a:gd name="connsiteX16" fmla="*/ 0 w 10386312"/>
              <a:gd name="connsiteY16" fmla="*/ 0 h 347620"/>
              <a:gd name="connsiteX17" fmla="*/ 739665 w 10386312"/>
              <a:gd name="connsiteY17" fmla="*/ 0 h 347620"/>
              <a:gd name="connsiteX18" fmla="*/ 9785339 w 10386312"/>
              <a:gd name="connsiteY18" fmla="*/ 3175 h 347620"/>
              <a:gd name="connsiteX19" fmla="*/ 9540864 w 10386312"/>
              <a:gd name="connsiteY19" fmla="*/ 97990 h 347620"/>
              <a:gd name="connsiteX20" fmla="*/ 9568541 w 10386312"/>
              <a:gd name="connsiteY20" fmla="*/ 121320 h 347620"/>
              <a:gd name="connsiteX21" fmla="*/ 9545478 w 10386312"/>
              <a:gd name="connsiteY21" fmla="*/ 149317 h 347620"/>
              <a:gd name="connsiteX22" fmla="*/ 9540864 w 10386312"/>
              <a:gd name="connsiteY22" fmla="*/ 149317 h 347620"/>
              <a:gd name="connsiteX23" fmla="*/ 9522411 w 10386312"/>
              <a:gd name="connsiteY23" fmla="*/ 167982 h 347620"/>
              <a:gd name="connsiteX24" fmla="*/ 9540864 w 10386312"/>
              <a:gd name="connsiteY24" fmla="*/ 191313 h 347620"/>
              <a:gd name="connsiteX25" fmla="*/ 9568541 w 10386312"/>
              <a:gd name="connsiteY25" fmla="*/ 214644 h 347620"/>
              <a:gd name="connsiteX26" fmla="*/ 9540864 w 10386312"/>
              <a:gd name="connsiteY26" fmla="*/ 242641 h 347620"/>
              <a:gd name="connsiteX27" fmla="*/ 9598014 w 10386312"/>
              <a:gd name="connsiteY27" fmla="*/ 339139 h 347620"/>
              <a:gd name="connsiteX28" fmla="*/ 0 w 10386312"/>
              <a:gd name="connsiteY28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86041 w 10386312"/>
              <a:gd name="connsiteY4" fmla="*/ 261358 h 347620"/>
              <a:gd name="connsiteX5" fmla="*/ 9598014 w 10386312"/>
              <a:gd name="connsiteY5" fmla="*/ 339139 h 347620"/>
              <a:gd name="connsiteX6" fmla="*/ 9669650 w 10386312"/>
              <a:gd name="connsiteY6" fmla="*/ 200069 h 347620"/>
              <a:gd name="connsiteX7" fmla="*/ 9683261 w 10386312"/>
              <a:gd name="connsiteY7" fmla="*/ 212909 h 347620"/>
              <a:gd name="connsiteX8" fmla="*/ 9669650 w 10386312"/>
              <a:gd name="connsiteY8" fmla="*/ 225749 h 347620"/>
              <a:gd name="connsiteX9" fmla="*/ 9656038 w 10386312"/>
              <a:gd name="connsiteY9" fmla="*/ 212909 h 347620"/>
              <a:gd name="connsiteX10" fmla="*/ 9669650 w 10386312"/>
              <a:gd name="connsiteY10" fmla="*/ 200069 h 347620"/>
              <a:gd name="connsiteX11" fmla="*/ 9586041 w 10386312"/>
              <a:gd name="connsiteY11" fmla="*/ 166987 h 347620"/>
              <a:gd name="connsiteX12" fmla="*/ 9632706 w 10386312"/>
              <a:gd name="connsiteY12" fmla="*/ 166987 h 347620"/>
              <a:gd name="connsiteX13" fmla="*/ 9609373 w 10386312"/>
              <a:gd name="connsiteY13" fmla="*/ 190527 h 347620"/>
              <a:gd name="connsiteX14" fmla="*/ 9586041 w 10386312"/>
              <a:gd name="connsiteY14" fmla="*/ 166987 h 347620"/>
              <a:gd name="connsiteX15" fmla="*/ 0 w 10386312"/>
              <a:gd name="connsiteY15" fmla="*/ 0 h 347620"/>
              <a:gd name="connsiteX16" fmla="*/ 739665 w 10386312"/>
              <a:gd name="connsiteY16" fmla="*/ 0 h 347620"/>
              <a:gd name="connsiteX17" fmla="*/ 9785339 w 10386312"/>
              <a:gd name="connsiteY17" fmla="*/ 3175 h 347620"/>
              <a:gd name="connsiteX18" fmla="*/ 9540864 w 10386312"/>
              <a:gd name="connsiteY18" fmla="*/ 97990 h 347620"/>
              <a:gd name="connsiteX19" fmla="*/ 9568541 w 10386312"/>
              <a:gd name="connsiteY19" fmla="*/ 121320 h 347620"/>
              <a:gd name="connsiteX20" fmla="*/ 9545478 w 10386312"/>
              <a:gd name="connsiteY20" fmla="*/ 149317 h 347620"/>
              <a:gd name="connsiteX21" fmla="*/ 9540864 w 10386312"/>
              <a:gd name="connsiteY21" fmla="*/ 149317 h 347620"/>
              <a:gd name="connsiteX22" fmla="*/ 9522411 w 10386312"/>
              <a:gd name="connsiteY22" fmla="*/ 167982 h 347620"/>
              <a:gd name="connsiteX23" fmla="*/ 9540864 w 10386312"/>
              <a:gd name="connsiteY23" fmla="*/ 191313 h 347620"/>
              <a:gd name="connsiteX24" fmla="*/ 9568541 w 10386312"/>
              <a:gd name="connsiteY24" fmla="*/ 214644 h 347620"/>
              <a:gd name="connsiteX25" fmla="*/ 9540864 w 10386312"/>
              <a:gd name="connsiteY25" fmla="*/ 242641 h 347620"/>
              <a:gd name="connsiteX26" fmla="*/ 9598014 w 10386312"/>
              <a:gd name="connsiteY26" fmla="*/ 339139 h 347620"/>
              <a:gd name="connsiteX27" fmla="*/ 0 w 10386312"/>
              <a:gd name="connsiteY27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0006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669650 w 10386312"/>
              <a:gd name="connsiteY9" fmla="*/ 200069 h 347620"/>
              <a:gd name="connsiteX10" fmla="*/ 9586041 w 10386312"/>
              <a:gd name="connsiteY10" fmla="*/ 166987 h 347620"/>
              <a:gd name="connsiteX11" fmla="*/ 9632706 w 10386312"/>
              <a:gd name="connsiteY11" fmla="*/ 166987 h 347620"/>
              <a:gd name="connsiteX12" fmla="*/ 9609373 w 10386312"/>
              <a:gd name="connsiteY12" fmla="*/ 190527 h 347620"/>
              <a:gd name="connsiteX13" fmla="*/ 9586041 w 10386312"/>
              <a:gd name="connsiteY13" fmla="*/ 166987 h 347620"/>
              <a:gd name="connsiteX14" fmla="*/ 0 w 10386312"/>
              <a:gd name="connsiteY14" fmla="*/ 0 h 347620"/>
              <a:gd name="connsiteX15" fmla="*/ 739665 w 10386312"/>
              <a:gd name="connsiteY15" fmla="*/ 0 h 347620"/>
              <a:gd name="connsiteX16" fmla="*/ 9785339 w 10386312"/>
              <a:gd name="connsiteY16" fmla="*/ 3175 h 347620"/>
              <a:gd name="connsiteX17" fmla="*/ 9540864 w 10386312"/>
              <a:gd name="connsiteY17" fmla="*/ 97990 h 347620"/>
              <a:gd name="connsiteX18" fmla="*/ 9568541 w 10386312"/>
              <a:gd name="connsiteY18" fmla="*/ 121320 h 347620"/>
              <a:gd name="connsiteX19" fmla="*/ 9545478 w 10386312"/>
              <a:gd name="connsiteY19" fmla="*/ 149317 h 347620"/>
              <a:gd name="connsiteX20" fmla="*/ 9540864 w 10386312"/>
              <a:gd name="connsiteY20" fmla="*/ 149317 h 347620"/>
              <a:gd name="connsiteX21" fmla="*/ 9522411 w 10386312"/>
              <a:gd name="connsiteY21" fmla="*/ 167982 h 347620"/>
              <a:gd name="connsiteX22" fmla="*/ 9540864 w 10386312"/>
              <a:gd name="connsiteY22" fmla="*/ 191313 h 347620"/>
              <a:gd name="connsiteX23" fmla="*/ 9568541 w 10386312"/>
              <a:gd name="connsiteY23" fmla="*/ 214644 h 347620"/>
              <a:gd name="connsiteX24" fmla="*/ 9540864 w 10386312"/>
              <a:gd name="connsiteY24" fmla="*/ 242641 h 347620"/>
              <a:gd name="connsiteX25" fmla="*/ 9598014 w 10386312"/>
              <a:gd name="connsiteY25" fmla="*/ 339139 h 347620"/>
              <a:gd name="connsiteX26" fmla="*/ 0 w 10386312"/>
              <a:gd name="connsiteY26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56038 w 10386312"/>
              <a:gd name="connsiteY5" fmla="*/ 21290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586041 w 10386312"/>
              <a:gd name="connsiteY9" fmla="*/ 166987 h 347620"/>
              <a:gd name="connsiteX10" fmla="*/ 9632706 w 10386312"/>
              <a:gd name="connsiteY10" fmla="*/ 166987 h 347620"/>
              <a:gd name="connsiteX11" fmla="*/ 9609373 w 10386312"/>
              <a:gd name="connsiteY11" fmla="*/ 190527 h 347620"/>
              <a:gd name="connsiteX12" fmla="*/ 9586041 w 10386312"/>
              <a:gd name="connsiteY12" fmla="*/ 166987 h 347620"/>
              <a:gd name="connsiteX13" fmla="*/ 0 w 10386312"/>
              <a:gd name="connsiteY13" fmla="*/ 0 h 347620"/>
              <a:gd name="connsiteX14" fmla="*/ 739665 w 10386312"/>
              <a:gd name="connsiteY14" fmla="*/ 0 h 347620"/>
              <a:gd name="connsiteX15" fmla="*/ 9785339 w 10386312"/>
              <a:gd name="connsiteY15" fmla="*/ 3175 h 347620"/>
              <a:gd name="connsiteX16" fmla="*/ 9540864 w 10386312"/>
              <a:gd name="connsiteY16" fmla="*/ 97990 h 347620"/>
              <a:gd name="connsiteX17" fmla="*/ 9568541 w 10386312"/>
              <a:gd name="connsiteY17" fmla="*/ 121320 h 347620"/>
              <a:gd name="connsiteX18" fmla="*/ 9545478 w 10386312"/>
              <a:gd name="connsiteY18" fmla="*/ 149317 h 347620"/>
              <a:gd name="connsiteX19" fmla="*/ 9540864 w 10386312"/>
              <a:gd name="connsiteY19" fmla="*/ 149317 h 347620"/>
              <a:gd name="connsiteX20" fmla="*/ 9522411 w 10386312"/>
              <a:gd name="connsiteY20" fmla="*/ 167982 h 347620"/>
              <a:gd name="connsiteX21" fmla="*/ 9540864 w 10386312"/>
              <a:gd name="connsiteY21" fmla="*/ 191313 h 347620"/>
              <a:gd name="connsiteX22" fmla="*/ 9568541 w 10386312"/>
              <a:gd name="connsiteY22" fmla="*/ 214644 h 347620"/>
              <a:gd name="connsiteX23" fmla="*/ 9540864 w 10386312"/>
              <a:gd name="connsiteY23" fmla="*/ 242641 h 347620"/>
              <a:gd name="connsiteX24" fmla="*/ 9598014 w 10386312"/>
              <a:gd name="connsiteY24" fmla="*/ 339139 h 347620"/>
              <a:gd name="connsiteX25" fmla="*/ 0 w 10386312"/>
              <a:gd name="connsiteY25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2574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586041 w 10386312"/>
              <a:gd name="connsiteY8" fmla="*/ 166987 h 347620"/>
              <a:gd name="connsiteX9" fmla="*/ 9632706 w 10386312"/>
              <a:gd name="connsiteY9" fmla="*/ 166987 h 347620"/>
              <a:gd name="connsiteX10" fmla="*/ 9609373 w 10386312"/>
              <a:gd name="connsiteY10" fmla="*/ 190527 h 347620"/>
              <a:gd name="connsiteX11" fmla="*/ 9586041 w 10386312"/>
              <a:gd name="connsiteY11" fmla="*/ 166987 h 347620"/>
              <a:gd name="connsiteX12" fmla="*/ 0 w 10386312"/>
              <a:gd name="connsiteY12" fmla="*/ 0 h 347620"/>
              <a:gd name="connsiteX13" fmla="*/ 739665 w 10386312"/>
              <a:gd name="connsiteY13" fmla="*/ 0 h 347620"/>
              <a:gd name="connsiteX14" fmla="*/ 9785339 w 10386312"/>
              <a:gd name="connsiteY14" fmla="*/ 3175 h 347620"/>
              <a:gd name="connsiteX15" fmla="*/ 9540864 w 10386312"/>
              <a:gd name="connsiteY15" fmla="*/ 97990 h 347620"/>
              <a:gd name="connsiteX16" fmla="*/ 9568541 w 10386312"/>
              <a:gd name="connsiteY16" fmla="*/ 121320 h 347620"/>
              <a:gd name="connsiteX17" fmla="*/ 9545478 w 10386312"/>
              <a:gd name="connsiteY17" fmla="*/ 149317 h 347620"/>
              <a:gd name="connsiteX18" fmla="*/ 9540864 w 10386312"/>
              <a:gd name="connsiteY18" fmla="*/ 149317 h 347620"/>
              <a:gd name="connsiteX19" fmla="*/ 9522411 w 10386312"/>
              <a:gd name="connsiteY19" fmla="*/ 167982 h 347620"/>
              <a:gd name="connsiteX20" fmla="*/ 9540864 w 10386312"/>
              <a:gd name="connsiteY20" fmla="*/ 191313 h 347620"/>
              <a:gd name="connsiteX21" fmla="*/ 9568541 w 10386312"/>
              <a:gd name="connsiteY21" fmla="*/ 214644 h 347620"/>
              <a:gd name="connsiteX22" fmla="*/ 9540864 w 10386312"/>
              <a:gd name="connsiteY22" fmla="*/ 242641 h 347620"/>
              <a:gd name="connsiteX23" fmla="*/ 9598014 w 10386312"/>
              <a:gd name="connsiteY23" fmla="*/ 339139 h 347620"/>
              <a:gd name="connsiteX24" fmla="*/ 0 w 10386312"/>
              <a:gd name="connsiteY24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32706 w 10386312"/>
              <a:gd name="connsiteY6" fmla="*/ 166987 h 347620"/>
              <a:gd name="connsiteX7" fmla="*/ 9609373 w 10386312"/>
              <a:gd name="connsiteY7" fmla="*/ 190527 h 347620"/>
              <a:gd name="connsiteX8" fmla="*/ 9586041 w 10386312"/>
              <a:gd name="connsiteY8" fmla="*/ 166987 h 347620"/>
              <a:gd name="connsiteX9" fmla="*/ 0 w 10386312"/>
              <a:gd name="connsiteY9" fmla="*/ 0 h 347620"/>
              <a:gd name="connsiteX10" fmla="*/ 739665 w 10386312"/>
              <a:gd name="connsiteY10" fmla="*/ 0 h 347620"/>
              <a:gd name="connsiteX11" fmla="*/ 9785339 w 10386312"/>
              <a:gd name="connsiteY11" fmla="*/ 3175 h 347620"/>
              <a:gd name="connsiteX12" fmla="*/ 9540864 w 10386312"/>
              <a:gd name="connsiteY12" fmla="*/ 97990 h 347620"/>
              <a:gd name="connsiteX13" fmla="*/ 9568541 w 10386312"/>
              <a:gd name="connsiteY13" fmla="*/ 121320 h 347620"/>
              <a:gd name="connsiteX14" fmla="*/ 9545478 w 10386312"/>
              <a:gd name="connsiteY14" fmla="*/ 149317 h 347620"/>
              <a:gd name="connsiteX15" fmla="*/ 9540864 w 10386312"/>
              <a:gd name="connsiteY15" fmla="*/ 149317 h 347620"/>
              <a:gd name="connsiteX16" fmla="*/ 9522411 w 10386312"/>
              <a:gd name="connsiteY16" fmla="*/ 167982 h 347620"/>
              <a:gd name="connsiteX17" fmla="*/ 9540864 w 10386312"/>
              <a:gd name="connsiteY17" fmla="*/ 191313 h 347620"/>
              <a:gd name="connsiteX18" fmla="*/ 9568541 w 10386312"/>
              <a:gd name="connsiteY18" fmla="*/ 214644 h 347620"/>
              <a:gd name="connsiteX19" fmla="*/ 9540864 w 10386312"/>
              <a:gd name="connsiteY19" fmla="*/ 242641 h 347620"/>
              <a:gd name="connsiteX20" fmla="*/ 9598014 w 10386312"/>
              <a:gd name="connsiteY20" fmla="*/ 339139 h 347620"/>
              <a:gd name="connsiteX21" fmla="*/ 0 w 10386312"/>
              <a:gd name="connsiteY21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09373 w 10386312"/>
              <a:gd name="connsiteY6" fmla="*/ 190527 h 347620"/>
              <a:gd name="connsiteX7" fmla="*/ 9586041 w 10386312"/>
              <a:gd name="connsiteY7" fmla="*/ 166987 h 347620"/>
              <a:gd name="connsiteX8" fmla="*/ 0 w 10386312"/>
              <a:gd name="connsiteY8" fmla="*/ 0 h 347620"/>
              <a:gd name="connsiteX9" fmla="*/ 739665 w 10386312"/>
              <a:gd name="connsiteY9" fmla="*/ 0 h 347620"/>
              <a:gd name="connsiteX10" fmla="*/ 9785339 w 10386312"/>
              <a:gd name="connsiteY10" fmla="*/ 3175 h 347620"/>
              <a:gd name="connsiteX11" fmla="*/ 9540864 w 10386312"/>
              <a:gd name="connsiteY11" fmla="*/ 97990 h 347620"/>
              <a:gd name="connsiteX12" fmla="*/ 9568541 w 10386312"/>
              <a:gd name="connsiteY12" fmla="*/ 121320 h 347620"/>
              <a:gd name="connsiteX13" fmla="*/ 9545478 w 10386312"/>
              <a:gd name="connsiteY13" fmla="*/ 149317 h 347620"/>
              <a:gd name="connsiteX14" fmla="*/ 9540864 w 10386312"/>
              <a:gd name="connsiteY14" fmla="*/ 149317 h 347620"/>
              <a:gd name="connsiteX15" fmla="*/ 9522411 w 10386312"/>
              <a:gd name="connsiteY15" fmla="*/ 167982 h 347620"/>
              <a:gd name="connsiteX16" fmla="*/ 9540864 w 10386312"/>
              <a:gd name="connsiteY16" fmla="*/ 191313 h 347620"/>
              <a:gd name="connsiteX17" fmla="*/ 9568541 w 10386312"/>
              <a:gd name="connsiteY17" fmla="*/ 214644 h 347620"/>
              <a:gd name="connsiteX18" fmla="*/ 9540864 w 10386312"/>
              <a:gd name="connsiteY18" fmla="*/ 242641 h 347620"/>
              <a:gd name="connsiteX19" fmla="*/ 9598014 w 10386312"/>
              <a:gd name="connsiteY19" fmla="*/ 339139 h 347620"/>
              <a:gd name="connsiteX20" fmla="*/ 0 w 10386312"/>
              <a:gd name="connsiteY2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0 w 10386312"/>
              <a:gd name="connsiteY5" fmla="*/ 0 h 347620"/>
              <a:gd name="connsiteX6" fmla="*/ 739665 w 10386312"/>
              <a:gd name="connsiteY6" fmla="*/ 0 h 347620"/>
              <a:gd name="connsiteX7" fmla="*/ 9785339 w 10386312"/>
              <a:gd name="connsiteY7" fmla="*/ 3175 h 347620"/>
              <a:gd name="connsiteX8" fmla="*/ 9540864 w 10386312"/>
              <a:gd name="connsiteY8" fmla="*/ 97990 h 347620"/>
              <a:gd name="connsiteX9" fmla="*/ 9568541 w 10386312"/>
              <a:gd name="connsiteY9" fmla="*/ 121320 h 347620"/>
              <a:gd name="connsiteX10" fmla="*/ 9545478 w 10386312"/>
              <a:gd name="connsiteY10" fmla="*/ 149317 h 347620"/>
              <a:gd name="connsiteX11" fmla="*/ 9540864 w 10386312"/>
              <a:gd name="connsiteY11" fmla="*/ 149317 h 347620"/>
              <a:gd name="connsiteX12" fmla="*/ 9522411 w 10386312"/>
              <a:gd name="connsiteY12" fmla="*/ 167982 h 347620"/>
              <a:gd name="connsiteX13" fmla="*/ 9540864 w 10386312"/>
              <a:gd name="connsiteY13" fmla="*/ 191313 h 347620"/>
              <a:gd name="connsiteX14" fmla="*/ 9568541 w 10386312"/>
              <a:gd name="connsiteY14" fmla="*/ 214644 h 347620"/>
              <a:gd name="connsiteX15" fmla="*/ 9540864 w 10386312"/>
              <a:gd name="connsiteY15" fmla="*/ 242641 h 347620"/>
              <a:gd name="connsiteX16" fmla="*/ 9598014 w 10386312"/>
              <a:gd name="connsiteY16" fmla="*/ 339139 h 347620"/>
              <a:gd name="connsiteX17" fmla="*/ 0 w 10386312"/>
              <a:gd name="connsiteY17" fmla="*/ 0 h 347620"/>
              <a:gd name="connsiteX0" fmla="*/ 9598014 w 10386312"/>
              <a:gd name="connsiteY0" fmla="*/ 339139 h 347838"/>
              <a:gd name="connsiteX1" fmla="*/ 845227 w 10386312"/>
              <a:gd name="connsiteY1" fmla="*/ 335964 h 347838"/>
              <a:gd name="connsiteX2" fmla="*/ 0 w 10386312"/>
              <a:gd name="connsiteY2" fmla="*/ 335964 h 347838"/>
              <a:gd name="connsiteX3" fmla="*/ 0 w 10386312"/>
              <a:gd name="connsiteY3" fmla="*/ 0 h 347838"/>
              <a:gd name="connsiteX4" fmla="*/ 9598014 w 10386312"/>
              <a:gd name="connsiteY4" fmla="*/ 339139 h 347838"/>
              <a:gd name="connsiteX5" fmla="*/ 0 w 10386312"/>
              <a:gd name="connsiteY5" fmla="*/ 0 h 347838"/>
              <a:gd name="connsiteX6" fmla="*/ 739665 w 10386312"/>
              <a:gd name="connsiteY6" fmla="*/ 0 h 347838"/>
              <a:gd name="connsiteX7" fmla="*/ 9785339 w 10386312"/>
              <a:gd name="connsiteY7" fmla="*/ 3175 h 347838"/>
              <a:gd name="connsiteX8" fmla="*/ 9540864 w 10386312"/>
              <a:gd name="connsiteY8" fmla="*/ 97990 h 347838"/>
              <a:gd name="connsiteX9" fmla="*/ 9568541 w 10386312"/>
              <a:gd name="connsiteY9" fmla="*/ 121320 h 347838"/>
              <a:gd name="connsiteX10" fmla="*/ 9545478 w 10386312"/>
              <a:gd name="connsiteY10" fmla="*/ 149317 h 347838"/>
              <a:gd name="connsiteX11" fmla="*/ 9540864 w 10386312"/>
              <a:gd name="connsiteY11" fmla="*/ 149317 h 347838"/>
              <a:gd name="connsiteX12" fmla="*/ 9522411 w 10386312"/>
              <a:gd name="connsiteY12" fmla="*/ 167982 h 347838"/>
              <a:gd name="connsiteX13" fmla="*/ 9540864 w 10386312"/>
              <a:gd name="connsiteY13" fmla="*/ 191313 h 347838"/>
              <a:gd name="connsiteX14" fmla="*/ 9540864 w 10386312"/>
              <a:gd name="connsiteY14" fmla="*/ 242641 h 347838"/>
              <a:gd name="connsiteX15" fmla="*/ 9598014 w 10386312"/>
              <a:gd name="connsiteY15" fmla="*/ 339139 h 347838"/>
              <a:gd name="connsiteX16" fmla="*/ 0 w 10386312"/>
              <a:gd name="connsiteY16" fmla="*/ 0 h 347838"/>
              <a:gd name="connsiteX0" fmla="*/ 9598014 w 10387052"/>
              <a:gd name="connsiteY0" fmla="*/ 339139 h 347838"/>
              <a:gd name="connsiteX1" fmla="*/ 845227 w 10387052"/>
              <a:gd name="connsiteY1" fmla="*/ 335964 h 347838"/>
              <a:gd name="connsiteX2" fmla="*/ 0 w 10387052"/>
              <a:gd name="connsiteY2" fmla="*/ 335964 h 347838"/>
              <a:gd name="connsiteX3" fmla="*/ 0 w 10387052"/>
              <a:gd name="connsiteY3" fmla="*/ 0 h 347838"/>
              <a:gd name="connsiteX4" fmla="*/ 9598014 w 10387052"/>
              <a:gd name="connsiteY4" fmla="*/ 339139 h 347838"/>
              <a:gd name="connsiteX5" fmla="*/ 0 w 10387052"/>
              <a:gd name="connsiteY5" fmla="*/ 0 h 347838"/>
              <a:gd name="connsiteX6" fmla="*/ 739665 w 10387052"/>
              <a:gd name="connsiteY6" fmla="*/ 0 h 347838"/>
              <a:gd name="connsiteX7" fmla="*/ 9785339 w 10387052"/>
              <a:gd name="connsiteY7" fmla="*/ 3175 h 347838"/>
              <a:gd name="connsiteX8" fmla="*/ 9540864 w 10387052"/>
              <a:gd name="connsiteY8" fmla="*/ 97990 h 347838"/>
              <a:gd name="connsiteX9" fmla="*/ 9545478 w 10387052"/>
              <a:gd name="connsiteY9" fmla="*/ 149317 h 347838"/>
              <a:gd name="connsiteX10" fmla="*/ 9540864 w 10387052"/>
              <a:gd name="connsiteY10" fmla="*/ 149317 h 347838"/>
              <a:gd name="connsiteX11" fmla="*/ 9522411 w 10387052"/>
              <a:gd name="connsiteY11" fmla="*/ 167982 h 347838"/>
              <a:gd name="connsiteX12" fmla="*/ 9540864 w 10387052"/>
              <a:gd name="connsiteY12" fmla="*/ 191313 h 347838"/>
              <a:gd name="connsiteX13" fmla="*/ 9540864 w 10387052"/>
              <a:gd name="connsiteY13" fmla="*/ 242641 h 347838"/>
              <a:gd name="connsiteX14" fmla="*/ 9598014 w 10387052"/>
              <a:gd name="connsiteY14" fmla="*/ 339139 h 347838"/>
              <a:gd name="connsiteX15" fmla="*/ 0 w 10387052"/>
              <a:gd name="connsiteY15" fmla="*/ 0 h 347838"/>
              <a:gd name="connsiteX0" fmla="*/ 9598014 w 10388562"/>
              <a:gd name="connsiteY0" fmla="*/ 339139 h 347838"/>
              <a:gd name="connsiteX1" fmla="*/ 845227 w 10388562"/>
              <a:gd name="connsiteY1" fmla="*/ 335964 h 347838"/>
              <a:gd name="connsiteX2" fmla="*/ 0 w 10388562"/>
              <a:gd name="connsiteY2" fmla="*/ 335964 h 347838"/>
              <a:gd name="connsiteX3" fmla="*/ 0 w 10388562"/>
              <a:gd name="connsiteY3" fmla="*/ 0 h 347838"/>
              <a:gd name="connsiteX4" fmla="*/ 9598014 w 10388562"/>
              <a:gd name="connsiteY4" fmla="*/ 339139 h 347838"/>
              <a:gd name="connsiteX5" fmla="*/ 0 w 10388562"/>
              <a:gd name="connsiteY5" fmla="*/ 0 h 347838"/>
              <a:gd name="connsiteX6" fmla="*/ 739665 w 10388562"/>
              <a:gd name="connsiteY6" fmla="*/ 0 h 347838"/>
              <a:gd name="connsiteX7" fmla="*/ 9785339 w 10388562"/>
              <a:gd name="connsiteY7" fmla="*/ 3175 h 347838"/>
              <a:gd name="connsiteX8" fmla="*/ 9545478 w 10388562"/>
              <a:gd name="connsiteY8" fmla="*/ 149317 h 347838"/>
              <a:gd name="connsiteX9" fmla="*/ 9540864 w 10388562"/>
              <a:gd name="connsiteY9" fmla="*/ 149317 h 347838"/>
              <a:gd name="connsiteX10" fmla="*/ 9522411 w 10388562"/>
              <a:gd name="connsiteY10" fmla="*/ 167982 h 347838"/>
              <a:gd name="connsiteX11" fmla="*/ 9540864 w 10388562"/>
              <a:gd name="connsiteY11" fmla="*/ 191313 h 347838"/>
              <a:gd name="connsiteX12" fmla="*/ 9540864 w 10388562"/>
              <a:gd name="connsiteY12" fmla="*/ 242641 h 347838"/>
              <a:gd name="connsiteX13" fmla="*/ 9598014 w 10388562"/>
              <a:gd name="connsiteY13" fmla="*/ 339139 h 347838"/>
              <a:gd name="connsiteX14" fmla="*/ 0 w 10388562"/>
              <a:gd name="connsiteY14" fmla="*/ 0 h 347838"/>
              <a:gd name="connsiteX0" fmla="*/ 9598014 w 10389157"/>
              <a:gd name="connsiteY0" fmla="*/ 339139 h 347838"/>
              <a:gd name="connsiteX1" fmla="*/ 845227 w 10389157"/>
              <a:gd name="connsiteY1" fmla="*/ 335964 h 347838"/>
              <a:gd name="connsiteX2" fmla="*/ 0 w 10389157"/>
              <a:gd name="connsiteY2" fmla="*/ 335964 h 347838"/>
              <a:gd name="connsiteX3" fmla="*/ 0 w 10389157"/>
              <a:gd name="connsiteY3" fmla="*/ 0 h 347838"/>
              <a:gd name="connsiteX4" fmla="*/ 9598014 w 10389157"/>
              <a:gd name="connsiteY4" fmla="*/ 339139 h 347838"/>
              <a:gd name="connsiteX5" fmla="*/ 0 w 10389157"/>
              <a:gd name="connsiteY5" fmla="*/ 0 h 347838"/>
              <a:gd name="connsiteX6" fmla="*/ 739665 w 10389157"/>
              <a:gd name="connsiteY6" fmla="*/ 0 h 347838"/>
              <a:gd name="connsiteX7" fmla="*/ 9785339 w 10389157"/>
              <a:gd name="connsiteY7" fmla="*/ 3175 h 347838"/>
              <a:gd name="connsiteX8" fmla="*/ 9545478 w 10389157"/>
              <a:gd name="connsiteY8" fmla="*/ 149317 h 347838"/>
              <a:gd name="connsiteX9" fmla="*/ 9522411 w 10389157"/>
              <a:gd name="connsiteY9" fmla="*/ 167982 h 347838"/>
              <a:gd name="connsiteX10" fmla="*/ 9540864 w 10389157"/>
              <a:gd name="connsiteY10" fmla="*/ 191313 h 347838"/>
              <a:gd name="connsiteX11" fmla="*/ 9540864 w 10389157"/>
              <a:gd name="connsiteY11" fmla="*/ 242641 h 347838"/>
              <a:gd name="connsiteX12" fmla="*/ 9598014 w 10389157"/>
              <a:gd name="connsiteY12" fmla="*/ 339139 h 347838"/>
              <a:gd name="connsiteX13" fmla="*/ 0 w 10389157"/>
              <a:gd name="connsiteY13" fmla="*/ 0 h 347838"/>
              <a:gd name="connsiteX0" fmla="*/ 9598014 w 10381792"/>
              <a:gd name="connsiteY0" fmla="*/ 339139 h 347838"/>
              <a:gd name="connsiteX1" fmla="*/ 845227 w 10381792"/>
              <a:gd name="connsiteY1" fmla="*/ 335964 h 347838"/>
              <a:gd name="connsiteX2" fmla="*/ 0 w 10381792"/>
              <a:gd name="connsiteY2" fmla="*/ 335964 h 347838"/>
              <a:gd name="connsiteX3" fmla="*/ 0 w 10381792"/>
              <a:gd name="connsiteY3" fmla="*/ 0 h 347838"/>
              <a:gd name="connsiteX4" fmla="*/ 9598014 w 10381792"/>
              <a:gd name="connsiteY4" fmla="*/ 339139 h 347838"/>
              <a:gd name="connsiteX5" fmla="*/ 0 w 10381792"/>
              <a:gd name="connsiteY5" fmla="*/ 0 h 347838"/>
              <a:gd name="connsiteX6" fmla="*/ 739665 w 10381792"/>
              <a:gd name="connsiteY6" fmla="*/ 0 h 347838"/>
              <a:gd name="connsiteX7" fmla="*/ 9785339 w 10381792"/>
              <a:gd name="connsiteY7" fmla="*/ 3175 h 347838"/>
              <a:gd name="connsiteX8" fmla="*/ 9522411 w 10381792"/>
              <a:gd name="connsiteY8" fmla="*/ 167982 h 347838"/>
              <a:gd name="connsiteX9" fmla="*/ 9540864 w 10381792"/>
              <a:gd name="connsiteY9" fmla="*/ 191313 h 347838"/>
              <a:gd name="connsiteX10" fmla="*/ 9540864 w 10381792"/>
              <a:gd name="connsiteY10" fmla="*/ 242641 h 347838"/>
              <a:gd name="connsiteX11" fmla="*/ 9598014 w 10381792"/>
              <a:gd name="connsiteY11" fmla="*/ 339139 h 347838"/>
              <a:gd name="connsiteX12" fmla="*/ 0 w 10381792"/>
              <a:gd name="connsiteY12" fmla="*/ 0 h 347838"/>
              <a:gd name="connsiteX0" fmla="*/ 9598014 w 10387201"/>
              <a:gd name="connsiteY0" fmla="*/ 339139 h 347838"/>
              <a:gd name="connsiteX1" fmla="*/ 845227 w 10387201"/>
              <a:gd name="connsiteY1" fmla="*/ 335964 h 347838"/>
              <a:gd name="connsiteX2" fmla="*/ 0 w 10387201"/>
              <a:gd name="connsiteY2" fmla="*/ 335964 h 347838"/>
              <a:gd name="connsiteX3" fmla="*/ 0 w 10387201"/>
              <a:gd name="connsiteY3" fmla="*/ 0 h 347838"/>
              <a:gd name="connsiteX4" fmla="*/ 9598014 w 10387201"/>
              <a:gd name="connsiteY4" fmla="*/ 339139 h 347838"/>
              <a:gd name="connsiteX5" fmla="*/ 0 w 10387201"/>
              <a:gd name="connsiteY5" fmla="*/ 0 h 347838"/>
              <a:gd name="connsiteX6" fmla="*/ 739665 w 10387201"/>
              <a:gd name="connsiteY6" fmla="*/ 0 h 347838"/>
              <a:gd name="connsiteX7" fmla="*/ 9785339 w 10387201"/>
              <a:gd name="connsiteY7" fmla="*/ 3175 h 347838"/>
              <a:gd name="connsiteX8" fmla="*/ 9540864 w 10387201"/>
              <a:gd name="connsiteY8" fmla="*/ 191313 h 347838"/>
              <a:gd name="connsiteX9" fmla="*/ 9540864 w 10387201"/>
              <a:gd name="connsiteY9" fmla="*/ 242641 h 347838"/>
              <a:gd name="connsiteX10" fmla="*/ 9598014 w 10387201"/>
              <a:gd name="connsiteY10" fmla="*/ 339139 h 347838"/>
              <a:gd name="connsiteX11" fmla="*/ 0 w 10387201"/>
              <a:gd name="connsiteY11" fmla="*/ 0 h 347838"/>
              <a:gd name="connsiteX0" fmla="*/ 9598014 w 10385367"/>
              <a:gd name="connsiteY0" fmla="*/ 339139 h 350048"/>
              <a:gd name="connsiteX1" fmla="*/ 845227 w 10385367"/>
              <a:gd name="connsiteY1" fmla="*/ 335964 h 350048"/>
              <a:gd name="connsiteX2" fmla="*/ 0 w 10385367"/>
              <a:gd name="connsiteY2" fmla="*/ 335964 h 350048"/>
              <a:gd name="connsiteX3" fmla="*/ 0 w 10385367"/>
              <a:gd name="connsiteY3" fmla="*/ 0 h 350048"/>
              <a:gd name="connsiteX4" fmla="*/ 9598014 w 10385367"/>
              <a:gd name="connsiteY4" fmla="*/ 339139 h 350048"/>
              <a:gd name="connsiteX5" fmla="*/ 0 w 10385367"/>
              <a:gd name="connsiteY5" fmla="*/ 0 h 350048"/>
              <a:gd name="connsiteX6" fmla="*/ 739665 w 10385367"/>
              <a:gd name="connsiteY6" fmla="*/ 0 h 350048"/>
              <a:gd name="connsiteX7" fmla="*/ 9785339 w 10385367"/>
              <a:gd name="connsiteY7" fmla="*/ 3175 h 350048"/>
              <a:gd name="connsiteX8" fmla="*/ 9540864 w 10385367"/>
              <a:gd name="connsiteY8" fmla="*/ 242641 h 350048"/>
              <a:gd name="connsiteX9" fmla="*/ 9598014 w 10385367"/>
              <a:gd name="connsiteY9" fmla="*/ 339139 h 350048"/>
              <a:gd name="connsiteX10" fmla="*/ 0 w 10385367"/>
              <a:gd name="connsiteY10" fmla="*/ 0 h 350048"/>
              <a:gd name="connsiteX0" fmla="*/ 9598014 w 10858369"/>
              <a:gd name="connsiteY0" fmla="*/ 339139 h 339139"/>
              <a:gd name="connsiteX1" fmla="*/ 845227 w 10858369"/>
              <a:gd name="connsiteY1" fmla="*/ 335964 h 339139"/>
              <a:gd name="connsiteX2" fmla="*/ 0 w 10858369"/>
              <a:gd name="connsiteY2" fmla="*/ 335964 h 339139"/>
              <a:gd name="connsiteX3" fmla="*/ 0 w 10858369"/>
              <a:gd name="connsiteY3" fmla="*/ 0 h 339139"/>
              <a:gd name="connsiteX4" fmla="*/ 9598014 w 10858369"/>
              <a:gd name="connsiteY4" fmla="*/ 339139 h 339139"/>
              <a:gd name="connsiteX5" fmla="*/ 0 w 10858369"/>
              <a:gd name="connsiteY5" fmla="*/ 0 h 339139"/>
              <a:gd name="connsiteX6" fmla="*/ 739665 w 10858369"/>
              <a:gd name="connsiteY6" fmla="*/ 0 h 339139"/>
              <a:gd name="connsiteX7" fmla="*/ 9785339 w 10858369"/>
              <a:gd name="connsiteY7" fmla="*/ 3175 h 339139"/>
              <a:gd name="connsiteX8" fmla="*/ 9598014 w 10858369"/>
              <a:gd name="connsiteY8" fmla="*/ 339139 h 339139"/>
              <a:gd name="connsiteX9" fmla="*/ 0 w 10858369"/>
              <a:gd name="connsiteY9" fmla="*/ 0 h 339139"/>
              <a:gd name="connsiteX0" fmla="*/ 9598014 w 10374035"/>
              <a:gd name="connsiteY0" fmla="*/ 339139 h 339139"/>
              <a:gd name="connsiteX1" fmla="*/ 845227 w 10374035"/>
              <a:gd name="connsiteY1" fmla="*/ 335964 h 339139"/>
              <a:gd name="connsiteX2" fmla="*/ 0 w 10374035"/>
              <a:gd name="connsiteY2" fmla="*/ 335964 h 339139"/>
              <a:gd name="connsiteX3" fmla="*/ 0 w 10374035"/>
              <a:gd name="connsiteY3" fmla="*/ 0 h 339139"/>
              <a:gd name="connsiteX4" fmla="*/ 9598014 w 10374035"/>
              <a:gd name="connsiteY4" fmla="*/ 339139 h 339139"/>
              <a:gd name="connsiteX5" fmla="*/ 0 w 10374035"/>
              <a:gd name="connsiteY5" fmla="*/ 0 h 339139"/>
              <a:gd name="connsiteX6" fmla="*/ 739665 w 10374035"/>
              <a:gd name="connsiteY6" fmla="*/ 0 h 339139"/>
              <a:gd name="connsiteX7" fmla="*/ 9785339 w 10374035"/>
              <a:gd name="connsiteY7" fmla="*/ 3175 h 339139"/>
              <a:gd name="connsiteX8" fmla="*/ 9598014 w 10374035"/>
              <a:gd name="connsiteY8" fmla="*/ 339139 h 339139"/>
              <a:gd name="connsiteX9" fmla="*/ 0 w 10374035"/>
              <a:gd name="connsiteY9" fmla="*/ 0 h 339139"/>
              <a:gd name="connsiteX0" fmla="*/ 9598014 w 10398682"/>
              <a:gd name="connsiteY0" fmla="*/ 339139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9598014 w 10398682"/>
              <a:gd name="connsiteY5" fmla="*/ 339139 h 430579"/>
              <a:gd name="connsiteX6" fmla="*/ 0 w 10398682"/>
              <a:gd name="connsiteY6" fmla="*/ 0 h 430579"/>
              <a:gd name="connsiteX7" fmla="*/ 739665 w 10398682"/>
              <a:gd name="connsiteY7" fmla="*/ 0 h 430579"/>
              <a:gd name="connsiteX8" fmla="*/ 9785339 w 10398682"/>
              <a:gd name="connsiteY8" fmla="*/ 3175 h 430579"/>
              <a:gd name="connsiteX9" fmla="*/ 9689454 w 10398682"/>
              <a:gd name="connsiteY9" fmla="*/ 430579 h 430579"/>
              <a:gd name="connsiteX0" fmla="*/ 0 w 10398682"/>
              <a:gd name="connsiteY0" fmla="*/ 0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0 w 10398682"/>
              <a:gd name="connsiteY5" fmla="*/ 0 h 430579"/>
              <a:gd name="connsiteX6" fmla="*/ 739665 w 10398682"/>
              <a:gd name="connsiteY6" fmla="*/ 0 h 430579"/>
              <a:gd name="connsiteX7" fmla="*/ 9785339 w 10398682"/>
              <a:gd name="connsiteY7" fmla="*/ 3175 h 430579"/>
              <a:gd name="connsiteX8" fmla="*/ 9689454 w 10398682"/>
              <a:gd name="connsiteY8" fmla="*/ 430579 h 430579"/>
              <a:gd name="connsiteX0" fmla="*/ 0 w 10867773"/>
              <a:gd name="connsiteY0" fmla="*/ 0 h 336082"/>
              <a:gd name="connsiteX1" fmla="*/ 0 w 10867773"/>
              <a:gd name="connsiteY1" fmla="*/ 0 h 336082"/>
              <a:gd name="connsiteX2" fmla="*/ 845227 w 10867773"/>
              <a:gd name="connsiteY2" fmla="*/ 335964 h 336082"/>
              <a:gd name="connsiteX3" fmla="*/ 0 w 10867773"/>
              <a:gd name="connsiteY3" fmla="*/ 335964 h 336082"/>
              <a:gd name="connsiteX4" fmla="*/ 0 w 10867773"/>
              <a:gd name="connsiteY4" fmla="*/ 0 h 336082"/>
              <a:gd name="connsiteX5" fmla="*/ 0 w 10867773"/>
              <a:gd name="connsiteY5" fmla="*/ 0 h 336082"/>
              <a:gd name="connsiteX6" fmla="*/ 739665 w 10867773"/>
              <a:gd name="connsiteY6" fmla="*/ 0 h 336082"/>
              <a:gd name="connsiteX7" fmla="*/ 9785339 w 10867773"/>
              <a:gd name="connsiteY7" fmla="*/ 3175 h 336082"/>
              <a:gd name="connsiteX8" fmla="*/ 9676754 w 10867773"/>
              <a:gd name="connsiteY8" fmla="*/ 230554 h 336082"/>
              <a:gd name="connsiteX0" fmla="*/ 0 w 10840435"/>
              <a:gd name="connsiteY0" fmla="*/ 0 h 336082"/>
              <a:gd name="connsiteX1" fmla="*/ 0 w 10840435"/>
              <a:gd name="connsiteY1" fmla="*/ 0 h 336082"/>
              <a:gd name="connsiteX2" fmla="*/ 845227 w 10840435"/>
              <a:gd name="connsiteY2" fmla="*/ 335964 h 336082"/>
              <a:gd name="connsiteX3" fmla="*/ 0 w 10840435"/>
              <a:gd name="connsiteY3" fmla="*/ 335964 h 336082"/>
              <a:gd name="connsiteX4" fmla="*/ 0 w 10840435"/>
              <a:gd name="connsiteY4" fmla="*/ 0 h 336082"/>
              <a:gd name="connsiteX5" fmla="*/ 0 w 10840435"/>
              <a:gd name="connsiteY5" fmla="*/ 0 h 336082"/>
              <a:gd name="connsiteX6" fmla="*/ 739665 w 10840435"/>
              <a:gd name="connsiteY6" fmla="*/ 0 h 336082"/>
              <a:gd name="connsiteX7" fmla="*/ 9785339 w 10840435"/>
              <a:gd name="connsiteY7" fmla="*/ 3175 h 336082"/>
              <a:gd name="connsiteX8" fmla="*/ 9625954 w 10840435"/>
              <a:gd name="connsiteY8" fmla="*/ 335329 h 336082"/>
              <a:gd name="connsiteX0" fmla="*/ 0 w 10403938"/>
              <a:gd name="connsiteY0" fmla="*/ 0 h 336082"/>
              <a:gd name="connsiteX1" fmla="*/ 0 w 10403938"/>
              <a:gd name="connsiteY1" fmla="*/ 0 h 336082"/>
              <a:gd name="connsiteX2" fmla="*/ 845227 w 10403938"/>
              <a:gd name="connsiteY2" fmla="*/ 335964 h 336082"/>
              <a:gd name="connsiteX3" fmla="*/ 0 w 10403938"/>
              <a:gd name="connsiteY3" fmla="*/ 335964 h 336082"/>
              <a:gd name="connsiteX4" fmla="*/ 0 w 10403938"/>
              <a:gd name="connsiteY4" fmla="*/ 0 h 336082"/>
              <a:gd name="connsiteX5" fmla="*/ 0 w 10403938"/>
              <a:gd name="connsiteY5" fmla="*/ 0 h 336082"/>
              <a:gd name="connsiteX6" fmla="*/ 739665 w 10403938"/>
              <a:gd name="connsiteY6" fmla="*/ 0 h 336082"/>
              <a:gd name="connsiteX7" fmla="*/ 9785339 w 10403938"/>
              <a:gd name="connsiteY7" fmla="*/ 3175 h 336082"/>
              <a:gd name="connsiteX8" fmla="*/ 9625954 w 10403938"/>
              <a:gd name="connsiteY8" fmla="*/ 335329 h 336082"/>
              <a:gd name="connsiteX0" fmla="*/ 0 w 9785601"/>
              <a:gd name="connsiteY0" fmla="*/ 0 h 336082"/>
              <a:gd name="connsiteX1" fmla="*/ 0 w 9785601"/>
              <a:gd name="connsiteY1" fmla="*/ 0 h 336082"/>
              <a:gd name="connsiteX2" fmla="*/ 845227 w 9785601"/>
              <a:gd name="connsiteY2" fmla="*/ 335964 h 336082"/>
              <a:gd name="connsiteX3" fmla="*/ 0 w 9785601"/>
              <a:gd name="connsiteY3" fmla="*/ 335964 h 336082"/>
              <a:gd name="connsiteX4" fmla="*/ 0 w 9785601"/>
              <a:gd name="connsiteY4" fmla="*/ 0 h 336082"/>
              <a:gd name="connsiteX5" fmla="*/ 0 w 9785601"/>
              <a:gd name="connsiteY5" fmla="*/ 0 h 336082"/>
              <a:gd name="connsiteX6" fmla="*/ 739665 w 9785601"/>
              <a:gd name="connsiteY6" fmla="*/ 0 h 336082"/>
              <a:gd name="connsiteX7" fmla="*/ 9785339 w 9785601"/>
              <a:gd name="connsiteY7" fmla="*/ 3175 h 336082"/>
              <a:gd name="connsiteX8" fmla="*/ 9625954 w 9785601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6350 h 336082"/>
              <a:gd name="connsiteX8" fmla="*/ 9625954 w 9798283"/>
              <a:gd name="connsiteY8" fmla="*/ 335329 h 336082"/>
              <a:gd name="connsiteX0" fmla="*/ 0 w 9941053"/>
              <a:gd name="connsiteY0" fmla="*/ 60328 h 396410"/>
              <a:gd name="connsiteX1" fmla="*/ 0 w 9941053"/>
              <a:gd name="connsiteY1" fmla="*/ 60328 h 396410"/>
              <a:gd name="connsiteX2" fmla="*/ 845227 w 9941053"/>
              <a:gd name="connsiteY2" fmla="*/ 396292 h 396410"/>
              <a:gd name="connsiteX3" fmla="*/ 0 w 9941053"/>
              <a:gd name="connsiteY3" fmla="*/ 396292 h 396410"/>
              <a:gd name="connsiteX4" fmla="*/ 0 w 9941053"/>
              <a:gd name="connsiteY4" fmla="*/ 60328 h 396410"/>
              <a:gd name="connsiteX5" fmla="*/ 0 w 9941053"/>
              <a:gd name="connsiteY5" fmla="*/ 60328 h 396410"/>
              <a:gd name="connsiteX6" fmla="*/ 739665 w 9941053"/>
              <a:gd name="connsiteY6" fmla="*/ 60328 h 396410"/>
              <a:gd name="connsiteX7" fmla="*/ 9940914 w 9941053"/>
              <a:gd name="connsiteY7" fmla="*/ 3 h 396410"/>
              <a:gd name="connsiteX8" fmla="*/ 9625954 w 9941053"/>
              <a:gd name="connsiteY8" fmla="*/ 395657 h 396410"/>
              <a:gd name="connsiteX0" fmla="*/ 0 w 9625954"/>
              <a:gd name="connsiteY0" fmla="*/ 0 h 336082"/>
              <a:gd name="connsiteX1" fmla="*/ 0 w 9625954"/>
              <a:gd name="connsiteY1" fmla="*/ 0 h 336082"/>
              <a:gd name="connsiteX2" fmla="*/ 845227 w 9625954"/>
              <a:gd name="connsiteY2" fmla="*/ 335964 h 336082"/>
              <a:gd name="connsiteX3" fmla="*/ 0 w 9625954"/>
              <a:gd name="connsiteY3" fmla="*/ 335964 h 336082"/>
              <a:gd name="connsiteX4" fmla="*/ 0 w 9625954"/>
              <a:gd name="connsiteY4" fmla="*/ 0 h 336082"/>
              <a:gd name="connsiteX5" fmla="*/ 0 w 9625954"/>
              <a:gd name="connsiteY5" fmla="*/ 0 h 336082"/>
              <a:gd name="connsiteX6" fmla="*/ 739665 w 9625954"/>
              <a:gd name="connsiteY6" fmla="*/ 0 h 336082"/>
              <a:gd name="connsiteX7" fmla="*/ 9229714 w 9625954"/>
              <a:gd name="connsiteY7" fmla="*/ 177800 h 336082"/>
              <a:gd name="connsiteX8" fmla="*/ 9625954 w 9625954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3175 h 336082"/>
              <a:gd name="connsiteX8" fmla="*/ 9625954 w 9798283"/>
              <a:gd name="connsiteY8" fmla="*/ 335329 h 336082"/>
              <a:gd name="connsiteX0" fmla="*/ 0 w 10332581"/>
              <a:gd name="connsiteY0" fmla="*/ 0 h 336082"/>
              <a:gd name="connsiteX1" fmla="*/ 0 w 10332581"/>
              <a:gd name="connsiteY1" fmla="*/ 0 h 336082"/>
              <a:gd name="connsiteX2" fmla="*/ 845227 w 10332581"/>
              <a:gd name="connsiteY2" fmla="*/ 335964 h 336082"/>
              <a:gd name="connsiteX3" fmla="*/ 0 w 10332581"/>
              <a:gd name="connsiteY3" fmla="*/ 335964 h 336082"/>
              <a:gd name="connsiteX4" fmla="*/ 0 w 10332581"/>
              <a:gd name="connsiteY4" fmla="*/ 0 h 336082"/>
              <a:gd name="connsiteX5" fmla="*/ 0 w 10332581"/>
              <a:gd name="connsiteY5" fmla="*/ 0 h 336082"/>
              <a:gd name="connsiteX6" fmla="*/ 739665 w 10332581"/>
              <a:gd name="connsiteY6" fmla="*/ 0 h 336082"/>
              <a:gd name="connsiteX7" fmla="*/ 9798039 w 10332581"/>
              <a:gd name="connsiteY7" fmla="*/ 3175 h 336082"/>
              <a:gd name="connsiteX8" fmla="*/ 9333854 w 10332581"/>
              <a:gd name="connsiteY8" fmla="*/ 243254 h 336082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739665 w 10410875"/>
              <a:gd name="connsiteY6" fmla="*/ 0 h 338504"/>
              <a:gd name="connsiteX7" fmla="*/ 9798039 w 10410875"/>
              <a:gd name="connsiteY7" fmla="*/ 3175 h 338504"/>
              <a:gd name="connsiteX8" fmla="*/ 9616429 w 10410875"/>
              <a:gd name="connsiteY8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9798039"/>
              <a:gd name="connsiteY0" fmla="*/ 0 h 335964"/>
              <a:gd name="connsiteX1" fmla="*/ 0 w 9798039"/>
              <a:gd name="connsiteY1" fmla="*/ 0 h 335964"/>
              <a:gd name="connsiteX2" fmla="*/ 4450166 w 9798039"/>
              <a:gd name="connsiteY2" fmla="*/ 331176 h 335964"/>
              <a:gd name="connsiteX3" fmla="*/ 0 w 9798039"/>
              <a:gd name="connsiteY3" fmla="*/ 335964 h 335964"/>
              <a:gd name="connsiteX4" fmla="*/ 0 w 9798039"/>
              <a:gd name="connsiteY4" fmla="*/ 0 h 335964"/>
              <a:gd name="connsiteX5" fmla="*/ 0 w 9798039"/>
              <a:gd name="connsiteY5" fmla="*/ 0 h 335964"/>
              <a:gd name="connsiteX6" fmla="*/ 9798039 w 9798039"/>
              <a:gd name="connsiteY6" fmla="*/ 3175 h 335964"/>
              <a:gd name="connsiteX0" fmla="*/ 0 w 4808553"/>
              <a:gd name="connsiteY0" fmla="*/ 0 h 335964"/>
              <a:gd name="connsiteX1" fmla="*/ 0 w 4808553"/>
              <a:gd name="connsiteY1" fmla="*/ 0 h 335964"/>
              <a:gd name="connsiteX2" fmla="*/ 4450166 w 4808553"/>
              <a:gd name="connsiteY2" fmla="*/ 331176 h 335964"/>
              <a:gd name="connsiteX3" fmla="*/ 0 w 4808553"/>
              <a:gd name="connsiteY3" fmla="*/ 335964 h 335964"/>
              <a:gd name="connsiteX4" fmla="*/ 0 w 4808553"/>
              <a:gd name="connsiteY4" fmla="*/ 0 h 335964"/>
              <a:gd name="connsiteX0" fmla="*/ 77078 w 4528022"/>
              <a:gd name="connsiteY0" fmla="*/ 10269 h 365804"/>
              <a:gd name="connsiteX1" fmla="*/ 77078 w 4528022"/>
              <a:gd name="connsiteY1" fmla="*/ 10269 h 365804"/>
              <a:gd name="connsiteX2" fmla="*/ 436136 w 4528022"/>
              <a:gd name="connsiteY2" fmla="*/ 29857 h 365804"/>
              <a:gd name="connsiteX3" fmla="*/ 4527244 w 4528022"/>
              <a:gd name="connsiteY3" fmla="*/ 341445 h 365804"/>
              <a:gd name="connsiteX4" fmla="*/ 77078 w 4528022"/>
              <a:gd name="connsiteY4" fmla="*/ 346233 h 365804"/>
              <a:gd name="connsiteX5" fmla="*/ 77078 w 4528022"/>
              <a:gd name="connsiteY5" fmla="*/ 10269 h 365804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973015"/>
              <a:gd name="connsiteY0" fmla="*/ 0 h 356920"/>
              <a:gd name="connsiteX1" fmla="*/ 0 w 4973015"/>
              <a:gd name="connsiteY1" fmla="*/ 0 h 356920"/>
              <a:gd name="connsiteX2" fmla="*/ 4035808 w 4973015"/>
              <a:gd name="connsiteY2" fmla="*/ 48312 h 356920"/>
              <a:gd name="connsiteX3" fmla="*/ 4673465 w 4973015"/>
              <a:gd name="connsiteY3" fmla="*/ 335963 h 356920"/>
              <a:gd name="connsiteX4" fmla="*/ 0 w 4973015"/>
              <a:gd name="connsiteY4" fmla="*/ 335964 h 356920"/>
              <a:gd name="connsiteX5" fmla="*/ 0 w 4973015"/>
              <a:gd name="connsiteY5" fmla="*/ 0 h 356920"/>
              <a:gd name="connsiteX0" fmla="*/ 0 w 4971985"/>
              <a:gd name="connsiteY0" fmla="*/ 0 h 339915"/>
              <a:gd name="connsiteX1" fmla="*/ 0 w 4971985"/>
              <a:gd name="connsiteY1" fmla="*/ 0 h 339915"/>
              <a:gd name="connsiteX2" fmla="*/ 4035808 w 4971985"/>
              <a:gd name="connsiteY2" fmla="*/ 48312 h 339915"/>
              <a:gd name="connsiteX3" fmla="*/ 4673465 w 4971985"/>
              <a:gd name="connsiteY3" fmla="*/ 335963 h 339915"/>
              <a:gd name="connsiteX4" fmla="*/ 0 w 4971985"/>
              <a:gd name="connsiteY4" fmla="*/ 335964 h 339915"/>
              <a:gd name="connsiteX5" fmla="*/ 0 w 4971985"/>
              <a:gd name="connsiteY5" fmla="*/ 0 h 339915"/>
              <a:gd name="connsiteX0" fmla="*/ 0 w 4977139"/>
              <a:gd name="connsiteY0" fmla="*/ 0 h 335964"/>
              <a:gd name="connsiteX1" fmla="*/ 0 w 4977139"/>
              <a:gd name="connsiteY1" fmla="*/ 0 h 335964"/>
              <a:gd name="connsiteX2" fmla="*/ 4035808 w 4977139"/>
              <a:gd name="connsiteY2" fmla="*/ 48312 h 335964"/>
              <a:gd name="connsiteX3" fmla="*/ 4673465 w 4977139"/>
              <a:gd name="connsiteY3" fmla="*/ 335963 h 335964"/>
              <a:gd name="connsiteX4" fmla="*/ 0 w 4977139"/>
              <a:gd name="connsiteY4" fmla="*/ 335964 h 335964"/>
              <a:gd name="connsiteX5" fmla="*/ 0 w 4977139"/>
              <a:gd name="connsiteY5" fmla="*/ 0 h 335964"/>
              <a:gd name="connsiteX0" fmla="*/ 0 w 4680500"/>
              <a:gd name="connsiteY0" fmla="*/ 0 h 335993"/>
              <a:gd name="connsiteX1" fmla="*/ 0 w 4680500"/>
              <a:gd name="connsiteY1" fmla="*/ 0 h 335993"/>
              <a:gd name="connsiteX2" fmla="*/ 4035808 w 4680500"/>
              <a:gd name="connsiteY2" fmla="*/ 48312 h 335993"/>
              <a:gd name="connsiteX3" fmla="*/ 4673465 w 4680500"/>
              <a:gd name="connsiteY3" fmla="*/ 335963 h 335993"/>
              <a:gd name="connsiteX4" fmla="*/ 0 w 4680500"/>
              <a:gd name="connsiteY4" fmla="*/ 335964 h 335993"/>
              <a:gd name="connsiteX5" fmla="*/ 0 w 4680500"/>
              <a:gd name="connsiteY5" fmla="*/ 0 h 335993"/>
              <a:gd name="connsiteX0" fmla="*/ 0 w 4673495"/>
              <a:gd name="connsiteY0" fmla="*/ 0 h 335993"/>
              <a:gd name="connsiteX1" fmla="*/ 0 w 4673495"/>
              <a:gd name="connsiteY1" fmla="*/ 0 h 335993"/>
              <a:gd name="connsiteX2" fmla="*/ 4035808 w 4673495"/>
              <a:gd name="connsiteY2" fmla="*/ 48312 h 335993"/>
              <a:gd name="connsiteX3" fmla="*/ 4673465 w 4673495"/>
              <a:gd name="connsiteY3" fmla="*/ 335963 h 335993"/>
              <a:gd name="connsiteX4" fmla="*/ 0 w 4673495"/>
              <a:gd name="connsiteY4" fmla="*/ 335964 h 335993"/>
              <a:gd name="connsiteX5" fmla="*/ 0 w 4673495"/>
              <a:gd name="connsiteY5" fmla="*/ 0 h 335993"/>
              <a:gd name="connsiteX0" fmla="*/ 0 w 5049349"/>
              <a:gd name="connsiteY0" fmla="*/ 0 h 360817"/>
              <a:gd name="connsiteX1" fmla="*/ 0 w 5049349"/>
              <a:gd name="connsiteY1" fmla="*/ 0 h 360817"/>
              <a:gd name="connsiteX2" fmla="*/ 4752225 w 5049349"/>
              <a:gd name="connsiteY2" fmla="*/ 438 h 360817"/>
              <a:gd name="connsiteX3" fmla="*/ 4673465 w 5049349"/>
              <a:gd name="connsiteY3" fmla="*/ 335963 h 360817"/>
              <a:gd name="connsiteX4" fmla="*/ 0 w 5049349"/>
              <a:gd name="connsiteY4" fmla="*/ 335964 h 360817"/>
              <a:gd name="connsiteX5" fmla="*/ 0 w 5049349"/>
              <a:gd name="connsiteY5" fmla="*/ 0 h 360817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317112"/>
              <a:gd name="connsiteY0" fmla="*/ 0 h 354433"/>
              <a:gd name="connsiteX1" fmla="*/ 0 w 5317112"/>
              <a:gd name="connsiteY1" fmla="*/ 0 h 354433"/>
              <a:gd name="connsiteX2" fmla="*/ 4775485 w 5317112"/>
              <a:gd name="connsiteY2" fmla="*/ 86612 h 354433"/>
              <a:gd name="connsiteX3" fmla="*/ 4673465 w 5317112"/>
              <a:gd name="connsiteY3" fmla="*/ 335963 h 354433"/>
              <a:gd name="connsiteX4" fmla="*/ 0 w 5317112"/>
              <a:gd name="connsiteY4" fmla="*/ 335964 h 354433"/>
              <a:gd name="connsiteX5" fmla="*/ 0 w 5317112"/>
              <a:gd name="connsiteY5" fmla="*/ 0 h 354433"/>
              <a:gd name="connsiteX0" fmla="*/ 0 w 5286704"/>
              <a:gd name="connsiteY0" fmla="*/ 0 h 354433"/>
              <a:gd name="connsiteX1" fmla="*/ 0 w 5286704"/>
              <a:gd name="connsiteY1" fmla="*/ 0 h 354433"/>
              <a:gd name="connsiteX2" fmla="*/ 4775485 w 5286704"/>
              <a:gd name="connsiteY2" fmla="*/ 86612 h 354433"/>
              <a:gd name="connsiteX3" fmla="*/ 4673465 w 5286704"/>
              <a:gd name="connsiteY3" fmla="*/ 335963 h 354433"/>
              <a:gd name="connsiteX4" fmla="*/ 0 w 5286704"/>
              <a:gd name="connsiteY4" fmla="*/ 335964 h 354433"/>
              <a:gd name="connsiteX5" fmla="*/ 0 w 5286704"/>
              <a:gd name="connsiteY5" fmla="*/ 0 h 354433"/>
              <a:gd name="connsiteX0" fmla="*/ 0 w 5097113"/>
              <a:gd name="connsiteY0" fmla="*/ 0 h 354433"/>
              <a:gd name="connsiteX1" fmla="*/ 0 w 5097113"/>
              <a:gd name="connsiteY1" fmla="*/ 0 h 354433"/>
              <a:gd name="connsiteX2" fmla="*/ 4775485 w 5097113"/>
              <a:gd name="connsiteY2" fmla="*/ 86612 h 354433"/>
              <a:gd name="connsiteX3" fmla="*/ 4673465 w 5097113"/>
              <a:gd name="connsiteY3" fmla="*/ 335963 h 354433"/>
              <a:gd name="connsiteX4" fmla="*/ 0 w 5097113"/>
              <a:gd name="connsiteY4" fmla="*/ 335964 h 354433"/>
              <a:gd name="connsiteX5" fmla="*/ 0 w 5097113"/>
              <a:gd name="connsiteY5" fmla="*/ 0 h 354433"/>
              <a:gd name="connsiteX0" fmla="*/ 0 w 5059613"/>
              <a:gd name="connsiteY0" fmla="*/ 269184 h 623617"/>
              <a:gd name="connsiteX1" fmla="*/ 0 w 5059613"/>
              <a:gd name="connsiteY1" fmla="*/ 269184 h 623617"/>
              <a:gd name="connsiteX2" fmla="*/ 4775485 w 5059613"/>
              <a:gd name="connsiteY2" fmla="*/ 355796 h 623617"/>
              <a:gd name="connsiteX3" fmla="*/ 4673465 w 5059613"/>
              <a:gd name="connsiteY3" fmla="*/ 605147 h 623617"/>
              <a:gd name="connsiteX4" fmla="*/ 0 w 5059613"/>
              <a:gd name="connsiteY4" fmla="*/ 605148 h 623617"/>
              <a:gd name="connsiteX5" fmla="*/ 0 w 5059613"/>
              <a:gd name="connsiteY5" fmla="*/ 269184 h 623617"/>
              <a:gd name="connsiteX0" fmla="*/ 0 w 5080032"/>
              <a:gd name="connsiteY0" fmla="*/ 0 h 606920"/>
              <a:gd name="connsiteX1" fmla="*/ 0 w 5080032"/>
              <a:gd name="connsiteY1" fmla="*/ 0 h 606920"/>
              <a:gd name="connsiteX2" fmla="*/ 4775485 w 5080032"/>
              <a:gd name="connsiteY2" fmla="*/ 86612 h 606920"/>
              <a:gd name="connsiteX3" fmla="*/ 4673465 w 5080032"/>
              <a:gd name="connsiteY3" fmla="*/ 335963 h 606920"/>
              <a:gd name="connsiteX4" fmla="*/ 0 w 5080032"/>
              <a:gd name="connsiteY4" fmla="*/ 335964 h 606920"/>
              <a:gd name="connsiteX5" fmla="*/ 0 w 5080032"/>
              <a:gd name="connsiteY5" fmla="*/ 0 h 606920"/>
              <a:gd name="connsiteX0" fmla="*/ 0 w 5042821"/>
              <a:gd name="connsiteY0" fmla="*/ 38486 h 645406"/>
              <a:gd name="connsiteX1" fmla="*/ 0 w 5042821"/>
              <a:gd name="connsiteY1" fmla="*/ 38486 h 645406"/>
              <a:gd name="connsiteX2" fmla="*/ 4775485 w 5042821"/>
              <a:gd name="connsiteY2" fmla="*/ 125098 h 645406"/>
              <a:gd name="connsiteX3" fmla="*/ 4673465 w 5042821"/>
              <a:gd name="connsiteY3" fmla="*/ 374449 h 645406"/>
              <a:gd name="connsiteX4" fmla="*/ 0 w 5042821"/>
              <a:gd name="connsiteY4" fmla="*/ 374450 h 645406"/>
              <a:gd name="connsiteX5" fmla="*/ 0 w 5042821"/>
              <a:gd name="connsiteY5" fmla="*/ 38486 h 645406"/>
              <a:gd name="connsiteX0" fmla="*/ 0 w 5185081"/>
              <a:gd name="connsiteY0" fmla="*/ 0 h 606920"/>
              <a:gd name="connsiteX1" fmla="*/ 0 w 5185081"/>
              <a:gd name="connsiteY1" fmla="*/ 0 h 606920"/>
              <a:gd name="connsiteX2" fmla="*/ 4775485 w 5185081"/>
              <a:gd name="connsiteY2" fmla="*/ 86612 h 606920"/>
              <a:gd name="connsiteX3" fmla="*/ 4673465 w 5185081"/>
              <a:gd name="connsiteY3" fmla="*/ 335963 h 606920"/>
              <a:gd name="connsiteX4" fmla="*/ 0 w 5185081"/>
              <a:gd name="connsiteY4" fmla="*/ 335964 h 606920"/>
              <a:gd name="connsiteX5" fmla="*/ 0 w 5185081"/>
              <a:gd name="connsiteY5" fmla="*/ 0 h 606920"/>
              <a:gd name="connsiteX0" fmla="*/ 0 w 5185081"/>
              <a:gd name="connsiteY0" fmla="*/ 0 h 354433"/>
              <a:gd name="connsiteX1" fmla="*/ 0 w 5185081"/>
              <a:gd name="connsiteY1" fmla="*/ 0 h 354433"/>
              <a:gd name="connsiteX2" fmla="*/ 4775485 w 5185081"/>
              <a:gd name="connsiteY2" fmla="*/ 86612 h 354433"/>
              <a:gd name="connsiteX3" fmla="*/ 4673465 w 5185081"/>
              <a:gd name="connsiteY3" fmla="*/ 335963 h 354433"/>
              <a:gd name="connsiteX4" fmla="*/ 0 w 5185081"/>
              <a:gd name="connsiteY4" fmla="*/ 335964 h 354433"/>
              <a:gd name="connsiteX5" fmla="*/ 0 w 5185081"/>
              <a:gd name="connsiteY5" fmla="*/ 0 h 354433"/>
              <a:gd name="connsiteX0" fmla="*/ 0 w 5056051"/>
              <a:gd name="connsiteY0" fmla="*/ 0 h 354433"/>
              <a:gd name="connsiteX1" fmla="*/ 0 w 5056051"/>
              <a:gd name="connsiteY1" fmla="*/ 0 h 354433"/>
              <a:gd name="connsiteX2" fmla="*/ 4775485 w 5056051"/>
              <a:gd name="connsiteY2" fmla="*/ 86612 h 354433"/>
              <a:gd name="connsiteX3" fmla="*/ 4673465 w 5056051"/>
              <a:gd name="connsiteY3" fmla="*/ 335963 h 354433"/>
              <a:gd name="connsiteX4" fmla="*/ 0 w 5056051"/>
              <a:gd name="connsiteY4" fmla="*/ 335964 h 354433"/>
              <a:gd name="connsiteX5" fmla="*/ 0 w 5056051"/>
              <a:gd name="connsiteY5" fmla="*/ 0 h 354433"/>
              <a:gd name="connsiteX0" fmla="*/ 0 w 4775496"/>
              <a:gd name="connsiteY0" fmla="*/ 0 h 354433"/>
              <a:gd name="connsiteX1" fmla="*/ 0 w 4775496"/>
              <a:gd name="connsiteY1" fmla="*/ 0 h 354433"/>
              <a:gd name="connsiteX2" fmla="*/ 4775485 w 4775496"/>
              <a:gd name="connsiteY2" fmla="*/ 86612 h 354433"/>
              <a:gd name="connsiteX3" fmla="*/ 4673465 w 4775496"/>
              <a:gd name="connsiteY3" fmla="*/ 335963 h 354433"/>
              <a:gd name="connsiteX4" fmla="*/ 0 w 4775496"/>
              <a:gd name="connsiteY4" fmla="*/ 335964 h 354433"/>
              <a:gd name="connsiteX5" fmla="*/ 0 w 4775496"/>
              <a:gd name="connsiteY5" fmla="*/ 0 h 354433"/>
              <a:gd name="connsiteX0" fmla="*/ 0 w 4775496"/>
              <a:gd name="connsiteY0" fmla="*/ 0 h 335964"/>
              <a:gd name="connsiteX1" fmla="*/ 0 w 4775496"/>
              <a:gd name="connsiteY1" fmla="*/ 0 h 335964"/>
              <a:gd name="connsiteX2" fmla="*/ 4775485 w 4775496"/>
              <a:gd name="connsiteY2" fmla="*/ 86612 h 335964"/>
              <a:gd name="connsiteX3" fmla="*/ 4673465 w 4775496"/>
              <a:gd name="connsiteY3" fmla="*/ 335963 h 335964"/>
              <a:gd name="connsiteX4" fmla="*/ 0 w 4775496"/>
              <a:gd name="connsiteY4" fmla="*/ 335964 h 335964"/>
              <a:gd name="connsiteX5" fmla="*/ 0 w 4775496"/>
              <a:gd name="connsiteY5" fmla="*/ 0 h 335964"/>
              <a:gd name="connsiteX0" fmla="*/ 0 w 4759216"/>
              <a:gd name="connsiteY0" fmla="*/ 0 h 335964"/>
              <a:gd name="connsiteX1" fmla="*/ 0 w 4759216"/>
              <a:gd name="connsiteY1" fmla="*/ 0 h 335964"/>
              <a:gd name="connsiteX2" fmla="*/ 4759203 w 4759216"/>
              <a:gd name="connsiteY2" fmla="*/ 5225 h 335964"/>
              <a:gd name="connsiteX3" fmla="*/ 4673465 w 4759216"/>
              <a:gd name="connsiteY3" fmla="*/ 335963 h 335964"/>
              <a:gd name="connsiteX4" fmla="*/ 0 w 4759216"/>
              <a:gd name="connsiteY4" fmla="*/ 335964 h 335964"/>
              <a:gd name="connsiteX5" fmla="*/ 0 w 4759216"/>
              <a:gd name="connsiteY5" fmla="*/ 0 h 335964"/>
              <a:gd name="connsiteX0" fmla="*/ 0 w 4759208"/>
              <a:gd name="connsiteY0" fmla="*/ 0 h 335964"/>
              <a:gd name="connsiteX1" fmla="*/ 0 w 4759208"/>
              <a:gd name="connsiteY1" fmla="*/ 0 h 335964"/>
              <a:gd name="connsiteX2" fmla="*/ 4759203 w 4759208"/>
              <a:gd name="connsiteY2" fmla="*/ 5225 h 335964"/>
              <a:gd name="connsiteX3" fmla="*/ 4559490 w 4759208"/>
              <a:gd name="connsiteY3" fmla="*/ 206702 h 335964"/>
              <a:gd name="connsiteX4" fmla="*/ 0 w 4759208"/>
              <a:gd name="connsiteY4" fmla="*/ 335964 h 335964"/>
              <a:gd name="connsiteX5" fmla="*/ 0 w 4759208"/>
              <a:gd name="connsiteY5" fmla="*/ 0 h 335964"/>
              <a:gd name="connsiteX0" fmla="*/ 0 w 4759215"/>
              <a:gd name="connsiteY0" fmla="*/ 0 h 335964"/>
              <a:gd name="connsiteX1" fmla="*/ 0 w 4759215"/>
              <a:gd name="connsiteY1" fmla="*/ 0 h 335964"/>
              <a:gd name="connsiteX2" fmla="*/ 4759203 w 4759215"/>
              <a:gd name="connsiteY2" fmla="*/ 5225 h 335964"/>
              <a:gd name="connsiteX3" fmla="*/ 4668814 w 4759215"/>
              <a:gd name="connsiteY3" fmla="*/ 335963 h 335964"/>
              <a:gd name="connsiteX4" fmla="*/ 0 w 4759215"/>
              <a:gd name="connsiteY4" fmla="*/ 335964 h 335964"/>
              <a:gd name="connsiteX5" fmla="*/ 0 w 4759215"/>
              <a:gd name="connsiteY5" fmla="*/ 0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9215" h="335964">
                <a:moveTo>
                  <a:pt x="0" y="0"/>
                </a:moveTo>
                <a:lnTo>
                  <a:pt x="0" y="0"/>
                </a:lnTo>
                <a:lnTo>
                  <a:pt x="4759203" y="5225"/>
                </a:lnTo>
                <a:cubicBezTo>
                  <a:pt x="4760433" y="13511"/>
                  <a:pt x="4673878" y="332704"/>
                  <a:pt x="4668814" y="335963"/>
                </a:cubicBezTo>
                <a:cubicBezTo>
                  <a:pt x="4670728" y="334435"/>
                  <a:pt x="1557822" y="335964"/>
                  <a:pt x="0" y="3359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54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578259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a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7;p18">
            <a:extLst>
              <a:ext uri="{FF2B5EF4-FFF2-40B4-BE49-F238E27FC236}">
                <a16:creationId xmlns:a16="http://schemas.microsoft.com/office/drawing/2014/main" id="{2DFB32D6-DA7A-B5AB-6F9C-0D80D5E3B3DF}"/>
              </a:ext>
            </a:extLst>
          </p:cNvPr>
          <p:cNvSpPr/>
          <p:nvPr userDrawn="1"/>
        </p:nvSpPr>
        <p:spPr>
          <a:xfrm>
            <a:off x="9138483" y="0"/>
            <a:ext cx="3067543" cy="6869574"/>
          </a:xfrm>
          <a:custGeom>
            <a:avLst/>
            <a:gdLst>
              <a:gd name="connsiteX0" fmla="*/ 0 w 7111431"/>
              <a:gd name="connsiteY0" fmla="*/ 6858000 h 6858000"/>
              <a:gd name="connsiteX1" fmla="*/ 3060040 w 7111431"/>
              <a:gd name="connsiteY1" fmla="*/ 0 h 6858000"/>
              <a:gd name="connsiteX2" fmla="*/ 7111431 w 7111431"/>
              <a:gd name="connsiteY2" fmla="*/ 0 h 6858000"/>
              <a:gd name="connsiteX3" fmla="*/ 4051391 w 7111431"/>
              <a:gd name="connsiteY3" fmla="*/ 6858000 h 6858000"/>
              <a:gd name="connsiteX4" fmla="*/ 0 w 7111431"/>
              <a:gd name="connsiteY4" fmla="*/ 6858000 h 6858000"/>
              <a:gd name="connsiteX0" fmla="*/ 0 w 4051391"/>
              <a:gd name="connsiteY0" fmla="*/ 6858000 h 6858000"/>
              <a:gd name="connsiteX1" fmla="*/ 3060040 w 4051391"/>
              <a:gd name="connsiteY1" fmla="*/ 0 h 6858000"/>
              <a:gd name="connsiteX2" fmla="*/ 4051391 w 4051391"/>
              <a:gd name="connsiteY2" fmla="*/ 6858000 h 6858000"/>
              <a:gd name="connsiteX3" fmla="*/ 0 w 4051391"/>
              <a:gd name="connsiteY3" fmla="*/ 6858000 h 6858000"/>
              <a:gd name="connsiteX0" fmla="*/ 0 w 3067543"/>
              <a:gd name="connsiteY0" fmla="*/ 6858000 h 6869574"/>
              <a:gd name="connsiteX1" fmla="*/ 3060040 w 3067543"/>
              <a:gd name="connsiteY1" fmla="*/ 0 h 6869574"/>
              <a:gd name="connsiteX2" fmla="*/ 3067543 w 3067543"/>
              <a:gd name="connsiteY2" fmla="*/ 6869574 h 6869574"/>
              <a:gd name="connsiteX3" fmla="*/ 0 w 3067543"/>
              <a:gd name="connsiteY3" fmla="*/ 6858000 h 686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7543" h="6869574">
                <a:moveTo>
                  <a:pt x="0" y="6858000"/>
                </a:moveTo>
                <a:lnTo>
                  <a:pt x="3060040" y="0"/>
                </a:lnTo>
                <a:lnTo>
                  <a:pt x="3067543" y="6869574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89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0" y="2556822"/>
            <a:ext cx="11052484" cy="3744000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337159"/>
            <a:ext cx="11052484" cy="170715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B419FC59-E72A-9E22-FA92-D938437A06E6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-1" y="449848"/>
            <a:ext cx="9795419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9609373 w 9683261"/>
              <a:gd name="connsiteY23" fmla="*/ 50961 h 335964"/>
              <a:gd name="connsiteX24" fmla="*/ 0 w 9683261"/>
              <a:gd name="connsiteY24" fmla="*/ 0 h 335964"/>
              <a:gd name="connsiteX25" fmla="*/ 739665 w 9683261"/>
              <a:gd name="connsiteY25" fmla="*/ 0 h 335964"/>
              <a:gd name="connsiteX26" fmla="*/ 9540864 w 9683261"/>
              <a:gd name="connsiteY26" fmla="*/ 0 h 335964"/>
              <a:gd name="connsiteX27" fmla="*/ 9568541 w 9683261"/>
              <a:gd name="connsiteY27" fmla="*/ 27997 h 335964"/>
              <a:gd name="connsiteX28" fmla="*/ 9540864 w 9683261"/>
              <a:gd name="connsiteY28" fmla="*/ 55995 h 335964"/>
              <a:gd name="connsiteX29" fmla="*/ 9522411 w 9683261"/>
              <a:gd name="connsiteY29" fmla="*/ 74659 h 335964"/>
              <a:gd name="connsiteX30" fmla="*/ 9540864 w 9683261"/>
              <a:gd name="connsiteY30" fmla="*/ 97990 h 335964"/>
              <a:gd name="connsiteX31" fmla="*/ 9568541 w 9683261"/>
              <a:gd name="connsiteY31" fmla="*/ 121320 h 335964"/>
              <a:gd name="connsiteX32" fmla="*/ 9545478 w 9683261"/>
              <a:gd name="connsiteY32" fmla="*/ 149317 h 335964"/>
              <a:gd name="connsiteX33" fmla="*/ 9540864 w 9683261"/>
              <a:gd name="connsiteY33" fmla="*/ 149317 h 335964"/>
              <a:gd name="connsiteX34" fmla="*/ 9522411 w 9683261"/>
              <a:gd name="connsiteY34" fmla="*/ 167982 h 335964"/>
              <a:gd name="connsiteX35" fmla="*/ 9540864 w 9683261"/>
              <a:gd name="connsiteY35" fmla="*/ 191313 h 335964"/>
              <a:gd name="connsiteX36" fmla="*/ 9568541 w 9683261"/>
              <a:gd name="connsiteY36" fmla="*/ 214644 h 335964"/>
              <a:gd name="connsiteX37" fmla="*/ 9540864 w 9683261"/>
              <a:gd name="connsiteY37" fmla="*/ 242641 h 335964"/>
              <a:gd name="connsiteX38" fmla="*/ 9522411 w 9683261"/>
              <a:gd name="connsiteY38" fmla="*/ 265971 h 335964"/>
              <a:gd name="connsiteX39" fmla="*/ 9540864 w 9683261"/>
              <a:gd name="connsiteY39" fmla="*/ 284636 h 335964"/>
              <a:gd name="connsiteX40" fmla="*/ 9568541 w 9683261"/>
              <a:gd name="connsiteY40" fmla="*/ 312633 h 335964"/>
              <a:gd name="connsiteX41" fmla="*/ 9540864 w 9683261"/>
              <a:gd name="connsiteY41" fmla="*/ 335964 h 335964"/>
              <a:gd name="connsiteX42" fmla="*/ 845227 w 9683261"/>
              <a:gd name="connsiteY42" fmla="*/ 335964 h 335964"/>
              <a:gd name="connsiteX43" fmla="*/ 0 w 9683261"/>
              <a:gd name="connsiteY43" fmla="*/ 335964 h 335964"/>
              <a:gd name="connsiteX44" fmla="*/ 0 w 9683261"/>
              <a:gd name="connsiteY44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586041 w 9683261"/>
              <a:gd name="connsiteY20" fmla="*/ 7450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0 w 9683261"/>
              <a:gd name="connsiteY23" fmla="*/ 0 h 335964"/>
              <a:gd name="connsiteX24" fmla="*/ 739665 w 9683261"/>
              <a:gd name="connsiteY24" fmla="*/ 0 h 335964"/>
              <a:gd name="connsiteX25" fmla="*/ 9540864 w 9683261"/>
              <a:gd name="connsiteY25" fmla="*/ 0 h 335964"/>
              <a:gd name="connsiteX26" fmla="*/ 9568541 w 9683261"/>
              <a:gd name="connsiteY26" fmla="*/ 27997 h 335964"/>
              <a:gd name="connsiteX27" fmla="*/ 9540864 w 9683261"/>
              <a:gd name="connsiteY27" fmla="*/ 55995 h 335964"/>
              <a:gd name="connsiteX28" fmla="*/ 9522411 w 9683261"/>
              <a:gd name="connsiteY28" fmla="*/ 74659 h 335964"/>
              <a:gd name="connsiteX29" fmla="*/ 9540864 w 9683261"/>
              <a:gd name="connsiteY29" fmla="*/ 97990 h 335964"/>
              <a:gd name="connsiteX30" fmla="*/ 9568541 w 9683261"/>
              <a:gd name="connsiteY30" fmla="*/ 121320 h 335964"/>
              <a:gd name="connsiteX31" fmla="*/ 9545478 w 9683261"/>
              <a:gd name="connsiteY31" fmla="*/ 149317 h 335964"/>
              <a:gd name="connsiteX32" fmla="*/ 9540864 w 9683261"/>
              <a:gd name="connsiteY32" fmla="*/ 149317 h 335964"/>
              <a:gd name="connsiteX33" fmla="*/ 9522411 w 9683261"/>
              <a:gd name="connsiteY33" fmla="*/ 167982 h 335964"/>
              <a:gd name="connsiteX34" fmla="*/ 9540864 w 9683261"/>
              <a:gd name="connsiteY34" fmla="*/ 191313 h 335964"/>
              <a:gd name="connsiteX35" fmla="*/ 9568541 w 9683261"/>
              <a:gd name="connsiteY35" fmla="*/ 214644 h 335964"/>
              <a:gd name="connsiteX36" fmla="*/ 9540864 w 9683261"/>
              <a:gd name="connsiteY36" fmla="*/ 242641 h 335964"/>
              <a:gd name="connsiteX37" fmla="*/ 9522411 w 9683261"/>
              <a:gd name="connsiteY37" fmla="*/ 265971 h 335964"/>
              <a:gd name="connsiteX38" fmla="*/ 9540864 w 9683261"/>
              <a:gd name="connsiteY38" fmla="*/ 284636 h 335964"/>
              <a:gd name="connsiteX39" fmla="*/ 9568541 w 9683261"/>
              <a:gd name="connsiteY39" fmla="*/ 312633 h 335964"/>
              <a:gd name="connsiteX40" fmla="*/ 9540864 w 9683261"/>
              <a:gd name="connsiteY40" fmla="*/ 335964 h 335964"/>
              <a:gd name="connsiteX41" fmla="*/ 845227 w 9683261"/>
              <a:gd name="connsiteY41" fmla="*/ 335964 h 335964"/>
              <a:gd name="connsiteX42" fmla="*/ 0 w 9683261"/>
              <a:gd name="connsiteY42" fmla="*/ 335964 h 335964"/>
              <a:gd name="connsiteX43" fmla="*/ 0 w 9683261"/>
              <a:gd name="connsiteY43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0 w 9683261"/>
              <a:gd name="connsiteY20" fmla="*/ 0 h 335964"/>
              <a:gd name="connsiteX21" fmla="*/ 739665 w 9683261"/>
              <a:gd name="connsiteY21" fmla="*/ 0 h 335964"/>
              <a:gd name="connsiteX22" fmla="*/ 9540864 w 9683261"/>
              <a:gd name="connsiteY22" fmla="*/ 0 h 335964"/>
              <a:gd name="connsiteX23" fmla="*/ 9568541 w 9683261"/>
              <a:gd name="connsiteY23" fmla="*/ 27997 h 335964"/>
              <a:gd name="connsiteX24" fmla="*/ 9540864 w 9683261"/>
              <a:gd name="connsiteY24" fmla="*/ 55995 h 335964"/>
              <a:gd name="connsiteX25" fmla="*/ 9522411 w 9683261"/>
              <a:gd name="connsiteY25" fmla="*/ 74659 h 335964"/>
              <a:gd name="connsiteX26" fmla="*/ 9540864 w 9683261"/>
              <a:gd name="connsiteY26" fmla="*/ 97990 h 335964"/>
              <a:gd name="connsiteX27" fmla="*/ 9568541 w 9683261"/>
              <a:gd name="connsiteY27" fmla="*/ 121320 h 335964"/>
              <a:gd name="connsiteX28" fmla="*/ 9545478 w 9683261"/>
              <a:gd name="connsiteY28" fmla="*/ 149317 h 335964"/>
              <a:gd name="connsiteX29" fmla="*/ 9540864 w 9683261"/>
              <a:gd name="connsiteY29" fmla="*/ 149317 h 335964"/>
              <a:gd name="connsiteX30" fmla="*/ 9522411 w 9683261"/>
              <a:gd name="connsiteY30" fmla="*/ 167982 h 335964"/>
              <a:gd name="connsiteX31" fmla="*/ 9540864 w 9683261"/>
              <a:gd name="connsiteY31" fmla="*/ 191313 h 335964"/>
              <a:gd name="connsiteX32" fmla="*/ 9568541 w 9683261"/>
              <a:gd name="connsiteY32" fmla="*/ 214644 h 335964"/>
              <a:gd name="connsiteX33" fmla="*/ 9540864 w 9683261"/>
              <a:gd name="connsiteY33" fmla="*/ 242641 h 335964"/>
              <a:gd name="connsiteX34" fmla="*/ 9522411 w 9683261"/>
              <a:gd name="connsiteY34" fmla="*/ 265971 h 335964"/>
              <a:gd name="connsiteX35" fmla="*/ 9540864 w 9683261"/>
              <a:gd name="connsiteY35" fmla="*/ 284636 h 335964"/>
              <a:gd name="connsiteX36" fmla="*/ 9568541 w 9683261"/>
              <a:gd name="connsiteY36" fmla="*/ 312633 h 335964"/>
              <a:gd name="connsiteX37" fmla="*/ 9540864 w 9683261"/>
              <a:gd name="connsiteY37" fmla="*/ 335964 h 335964"/>
              <a:gd name="connsiteX38" fmla="*/ 845227 w 9683261"/>
              <a:gd name="connsiteY38" fmla="*/ 335964 h 335964"/>
              <a:gd name="connsiteX39" fmla="*/ 0 w 9683261"/>
              <a:gd name="connsiteY39" fmla="*/ 335964 h 335964"/>
              <a:gd name="connsiteX40" fmla="*/ 0 w 9683261"/>
              <a:gd name="connsiteY40" fmla="*/ 0 h 335964"/>
              <a:gd name="connsiteX0" fmla="*/ 9609373 w 9683639"/>
              <a:gd name="connsiteY0" fmla="*/ 237817 h 335964"/>
              <a:gd name="connsiteX1" fmla="*/ 9632706 w 9683639"/>
              <a:gd name="connsiteY1" fmla="*/ 261358 h 335964"/>
              <a:gd name="connsiteX2" fmla="*/ 9609373 w 9683639"/>
              <a:gd name="connsiteY2" fmla="*/ 284899 h 335964"/>
              <a:gd name="connsiteX3" fmla="*/ 9586041 w 9683639"/>
              <a:gd name="connsiteY3" fmla="*/ 261358 h 335964"/>
              <a:gd name="connsiteX4" fmla="*/ 9609373 w 9683639"/>
              <a:gd name="connsiteY4" fmla="*/ 237817 h 335964"/>
              <a:gd name="connsiteX5" fmla="*/ 9669650 w 9683639"/>
              <a:gd name="connsiteY5" fmla="*/ 200069 h 335964"/>
              <a:gd name="connsiteX6" fmla="*/ 9683261 w 9683639"/>
              <a:gd name="connsiteY6" fmla="*/ 212909 h 335964"/>
              <a:gd name="connsiteX7" fmla="*/ 9669650 w 9683639"/>
              <a:gd name="connsiteY7" fmla="*/ 225749 h 335964"/>
              <a:gd name="connsiteX8" fmla="*/ 9656038 w 9683639"/>
              <a:gd name="connsiteY8" fmla="*/ 212909 h 335964"/>
              <a:gd name="connsiteX9" fmla="*/ 9669650 w 9683639"/>
              <a:gd name="connsiteY9" fmla="*/ 200069 h 335964"/>
              <a:gd name="connsiteX10" fmla="*/ 9609373 w 9683639"/>
              <a:gd name="connsiteY10" fmla="*/ 143445 h 335964"/>
              <a:gd name="connsiteX11" fmla="*/ 9632706 w 9683639"/>
              <a:gd name="connsiteY11" fmla="*/ 166987 h 335964"/>
              <a:gd name="connsiteX12" fmla="*/ 9609373 w 9683639"/>
              <a:gd name="connsiteY12" fmla="*/ 190527 h 335964"/>
              <a:gd name="connsiteX13" fmla="*/ 9586041 w 9683639"/>
              <a:gd name="connsiteY13" fmla="*/ 166987 h 335964"/>
              <a:gd name="connsiteX14" fmla="*/ 9609373 w 9683639"/>
              <a:gd name="connsiteY14" fmla="*/ 143445 h 335964"/>
              <a:gd name="connsiteX15" fmla="*/ 9656038 w 9683639"/>
              <a:gd name="connsiteY15" fmla="*/ 114762 h 335964"/>
              <a:gd name="connsiteX16" fmla="*/ 9683261 w 9683639"/>
              <a:gd name="connsiteY16" fmla="*/ 114762 h 335964"/>
              <a:gd name="connsiteX17" fmla="*/ 9669650 w 9683639"/>
              <a:gd name="connsiteY17" fmla="*/ 127602 h 335964"/>
              <a:gd name="connsiteX18" fmla="*/ 9656038 w 9683639"/>
              <a:gd name="connsiteY18" fmla="*/ 114762 h 335964"/>
              <a:gd name="connsiteX19" fmla="*/ 0 w 9683639"/>
              <a:gd name="connsiteY19" fmla="*/ 0 h 335964"/>
              <a:gd name="connsiteX20" fmla="*/ 739665 w 9683639"/>
              <a:gd name="connsiteY20" fmla="*/ 0 h 335964"/>
              <a:gd name="connsiteX21" fmla="*/ 9540864 w 9683639"/>
              <a:gd name="connsiteY21" fmla="*/ 0 h 335964"/>
              <a:gd name="connsiteX22" fmla="*/ 9568541 w 9683639"/>
              <a:gd name="connsiteY22" fmla="*/ 27997 h 335964"/>
              <a:gd name="connsiteX23" fmla="*/ 9540864 w 9683639"/>
              <a:gd name="connsiteY23" fmla="*/ 55995 h 335964"/>
              <a:gd name="connsiteX24" fmla="*/ 9522411 w 9683639"/>
              <a:gd name="connsiteY24" fmla="*/ 74659 h 335964"/>
              <a:gd name="connsiteX25" fmla="*/ 9540864 w 9683639"/>
              <a:gd name="connsiteY25" fmla="*/ 97990 h 335964"/>
              <a:gd name="connsiteX26" fmla="*/ 9568541 w 9683639"/>
              <a:gd name="connsiteY26" fmla="*/ 121320 h 335964"/>
              <a:gd name="connsiteX27" fmla="*/ 9545478 w 9683639"/>
              <a:gd name="connsiteY27" fmla="*/ 149317 h 335964"/>
              <a:gd name="connsiteX28" fmla="*/ 9540864 w 9683639"/>
              <a:gd name="connsiteY28" fmla="*/ 149317 h 335964"/>
              <a:gd name="connsiteX29" fmla="*/ 9522411 w 9683639"/>
              <a:gd name="connsiteY29" fmla="*/ 167982 h 335964"/>
              <a:gd name="connsiteX30" fmla="*/ 9540864 w 9683639"/>
              <a:gd name="connsiteY30" fmla="*/ 191313 h 335964"/>
              <a:gd name="connsiteX31" fmla="*/ 9568541 w 9683639"/>
              <a:gd name="connsiteY31" fmla="*/ 214644 h 335964"/>
              <a:gd name="connsiteX32" fmla="*/ 9540864 w 9683639"/>
              <a:gd name="connsiteY32" fmla="*/ 242641 h 335964"/>
              <a:gd name="connsiteX33" fmla="*/ 9522411 w 9683639"/>
              <a:gd name="connsiteY33" fmla="*/ 265971 h 335964"/>
              <a:gd name="connsiteX34" fmla="*/ 9540864 w 9683639"/>
              <a:gd name="connsiteY34" fmla="*/ 284636 h 335964"/>
              <a:gd name="connsiteX35" fmla="*/ 9568541 w 9683639"/>
              <a:gd name="connsiteY35" fmla="*/ 312633 h 335964"/>
              <a:gd name="connsiteX36" fmla="*/ 9540864 w 9683639"/>
              <a:gd name="connsiteY36" fmla="*/ 335964 h 335964"/>
              <a:gd name="connsiteX37" fmla="*/ 845227 w 9683639"/>
              <a:gd name="connsiteY37" fmla="*/ 335964 h 335964"/>
              <a:gd name="connsiteX38" fmla="*/ 0 w 9683639"/>
              <a:gd name="connsiteY38" fmla="*/ 335964 h 335964"/>
              <a:gd name="connsiteX39" fmla="*/ 0 w 9683639"/>
              <a:gd name="connsiteY39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56038 w 9683261"/>
              <a:gd name="connsiteY15" fmla="*/ 114762 h 335964"/>
              <a:gd name="connsiteX16" fmla="*/ 9669650 w 9683261"/>
              <a:gd name="connsiteY16" fmla="*/ 127602 h 335964"/>
              <a:gd name="connsiteX17" fmla="*/ 9656038 w 9683261"/>
              <a:gd name="connsiteY17" fmla="*/ 114762 h 335964"/>
              <a:gd name="connsiteX18" fmla="*/ 0 w 9683261"/>
              <a:gd name="connsiteY18" fmla="*/ 0 h 335964"/>
              <a:gd name="connsiteX19" fmla="*/ 739665 w 9683261"/>
              <a:gd name="connsiteY19" fmla="*/ 0 h 335964"/>
              <a:gd name="connsiteX20" fmla="*/ 9540864 w 9683261"/>
              <a:gd name="connsiteY20" fmla="*/ 0 h 335964"/>
              <a:gd name="connsiteX21" fmla="*/ 9568541 w 9683261"/>
              <a:gd name="connsiteY21" fmla="*/ 27997 h 335964"/>
              <a:gd name="connsiteX22" fmla="*/ 9540864 w 9683261"/>
              <a:gd name="connsiteY22" fmla="*/ 55995 h 335964"/>
              <a:gd name="connsiteX23" fmla="*/ 9522411 w 9683261"/>
              <a:gd name="connsiteY23" fmla="*/ 74659 h 335964"/>
              <a:gd name="connsiteX24" fmla="*/ 9540864 w 9683261"/>
              <a:gd name="connsiteY24" fmla="*/ 97990 h 335964"/>
              <a:gd name="connsiteX25" fmla="*/ 9568541 w 9683261"/>
              <a:gd name="connsiteY25" fmla="*/ 121320 h 335964"/>
              <a:gd name="connsiteX26" fmla="*/ 9545478 w 9683261"/>
              <a:gd name="connsiteY26" fmla="*/ 149317 h 335964"/>
              <a:gd name="connsiteX27" fmla="*/ 9540864 w 9683261"/>
              <a:gd name="connsiteY27" fmla="*/ 149317 h 335964"/>
              <a:gd name="connsiteX28" fmla="*/ 9522411 w 9683261"/>
              <a:gd name="connsiteY28" fmla="*/ 167982 h 335964"/>
              <a:gd name="connsiteX29" fmla="*/ 9540864 w 9683261"/>
              <a:gd name="connsiteY29" fmla="*/ 191313 h 335964"/>
              <a:gd name="connsiteX30" fmla="*/ 9568541 w 9683261"/>
              <a:gd name="connsiteY30" fmla="*/ 214644 h 335964"/>
              <a:gd name="connsiteX31" fmla="*/ 9540864 w 9683261"/>
              <a:gd name="connsiteY31" fmla="*/ 242641 h 335964"/>
              <a:gd name="connsiteX32" fmla="*/ 9522411 w 9683261"/>
              <a:gd name="connsiteY32" fmla="*/ 265971 h 335964"/>
              <a:gd name="connsiteX33" fmla="*/ 9540864 w 9683261"/>
              <a:gd name="connsiteY33" fmla="*/ 284636 h 335964"/>
              <a:gd name="connsiteX34" fmla="*/ 9568541 w 9683261"/>
              <a:gd name="connsiteY34" fmla="*/ 312633 h 335964"/>
              <a:gd name="connsiteX35" fmla="*/ 9540864 w 9683261"/>
              <a:gd name="connsiteY35" fmla="*/ 335964 h 335964"/>
              <a:gd name="connsiteX36" fmla="*/ 845227 w 9683261"/>
              <a:gd name="connsiteY36" fmla="*/ 335964 h 335964"/>
              <a:gd name="connsiteX37" fmla="*/ 0 w 9683261"/>
              <a:gd name="connsiteY37" fmla="*/ 335964 h 335964"/>
              <a:gd name="connsiteX38" fmla="*/ 0 w 9683261"/>
              <a:gd name="connsiteY38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0 w 9683261"/>
              <a:gd name="connsiteY15" fmla="*/ 0 h 335964"/>
              <a:gd name="connsiteX16" fmla="*/ 739665 w 9683261"/>
              <a:gd name="connsiteY16" fmla="*/ 0 h 335964"/>
              <a:gd name="connsiteX17" fmla="*/ 9540864 w 9683261"/>
              <a:gd name="connsiteY17" fmla="*/ 0 h 335964"/>
              <a:gd name="connsiteX18" fmla="*/ 9568541 w 9683261"/>
              <a:gd name="connsiteY18" fmla="*/ 27997 h 335964"/>
              <a:gd name="connsiteX19" fmla="*/ 9540864 w 9683261"/>
              <a:gd name="connsiteY19" fmla="*/ 55995 h 335964"/>
              <a:gd name="connsiteX20" fmla="*/ 9522411 w 9683261"/>
              <a:gd name="connsiteY20" fmla="*/ 74659 h 335964"/>
              <a:gd name="connsiteX21" fmla="*/ 9540864 w 9683261"/>
              <a:gd name="connsiteY21" fmla="*/ 97990 h 335964"/>
              <a:gd name="connsiteX22" fmla="*/ 9568541 w 9683261"/>
              <a:gd name="connsiteY22" fmla="*/ 121320 h 335964"/>
              <a:gd name="connsiteX23" fmla="*/ 9545478 w 9683261"/>
              <a:gd name="connsiteY23" fmla="*/ 149317 h 335964"/>
              <a:gd name="connsiteX24" fmla="*/ 9540864 w 9683261"/>
              <a:gd name="connsiteY24" fmla="*/ 149317 h 335964"/>
              <a:gd name="connsiteX25" fmla="*/ 9522411 w 9683261"/>
              <a:gd name="connsiteY25" fmla="*/ 167982 h 335964"/>
              <a:gd name="connsiteX26" fmla="*/ 9540864 w 9683261"/>
              <a:gd name="connsiteY26" fmla="*/ 191313 h 335964"/>
              <a:gd name="connsiteX27" fmla="*/ 9568541 w 9683261"/>
              <a:gd name="connsiteY27" fmla="*/ 214644 h 335964"/>
              <a:gd name="connsiteX28" fmla="*/ 9540864 w 9683261"/>
              <a:gd name="connsiteY28" fmla="*/ 242641 h 335964"/>
              <a:gd name="connsiteX29" fmla="*/ 9522411 w 9683261"/>
              <a:gd name="connsiteY29" fmla="*/ 265971 h 335964"/>
              <a:gd name="connsiteX30" fmla="*/ 9540864 w 9683261"/>
              <a:gd name="connsiteY30" fmla="*/ 284636 h 335964"/>
              <a:gd name="connsiteX31" fmla="*/ 9568541 w 9683261"/>
              <a:gd name="connsiteY31" fmla="*/ 312633 h 335964"/>
              <a:gd name="connsiteX32" fmla="*/ 9540864 w 9683261"/>
              <a:gd name="connsiteY32" fmla="*/ 335964 h 335964"/>
              <a:gd name="connsiteX33" fmla="*/ 845227 w 9683261"/>
              <a:gd name="connsiteY33" fmla="*/ 335964 h 335964"/>
              <a:gd name="connsiteX34" fmla="*/ 0 w 9683261"/>
              <a:gd name="connsiteY34" fmla="*/ 335964 h 335964"/>
              <a:gd name="connsiteX35" fmla="*/ 0 w 9683261"/>
              <a:gd name="connsiteY35" fmla="*/ 0 h 335964"/>
              <a:gd name="connsiteX0" fmla="*/ 9609373 w 9786569"/>
              <a:gd name="connsiteY0" fmla="*/ 237817 h 335964"/>
              <a:gd name="connsiteX1" fmla="*/ 9632706 w 9786569"/>
              <a:gd name="connsiteY1" fmla="*/ 261358 h 335964"/>
              <a:gd name="connsiteX2" fmla="*/ 9609373 w 9786569"/>
              <a:gd name="connsiteY2" fmla="*/ 284899 h 335964"/>
              <a:gd name="connsiteX3" fmla="*/ 9586041 w 9786569"/>
              <a:gd name="connsiteY3" fmla="*/ 261358 h 335964"/>
              <a:gd name="connsiteX4" fmla="*/ 9609373 w 9786569"/>
              <a:gd name="connsiteY4" fmla="*/ 237817 h 335964"/>
              <a:gd name="connsiteX5" fmla="*/ 9669650 w 9786569"/>
              <a:gd name="connsiteY5" fmla="*/ 200069 h 335964"/>
              <a:gd name="connsiteX6" fmla="*/ 9683261 w 9786569"/>
              <a:gd name="connsiteY6" fmla="*/ 212909 h 335964"/>
              <a:gd name="connsiteX7" fmla="*/ 9669650 w 9786569"/>
              <a:gd name="connsiteY7" fmla="*/ 225749 h 335964"/>
              <a:gd name="connsiteX8" fmla="*/ 9656038 w 9786569"/>
              <a:gd name="connsiteY8" fmla="*/ 212909 h 335964"/>
              <a:gd name="connsiteX9" fmla="*/ 9669650 w 9786569"/>
              <a:gd name="connsiteY9" fmla="*/ 200069 h 335964"/>
              <a:gd name="connsiteX10" fmla="*/ 9609373 w 9786569"/>
              <a:gd name="connsiteY10" fmla="*/ 143445 h 335964"/>
              <a:gd name="connsiteX11" fmla="*/ 9632706 w 9786569"/>
              <a:gd name="connsiteY11" fmla="*/ 166987 h 335964"/>
              <a:gd name="connsiteX12" fmla="*/ 9609373 w 9786569"/>
              <a:gd name="connsiteY12" fmla="*/ 190527 h 335964"/>
              <a:gd name="connsiteX13" fmla="*/ 9586041 w 9786569"/>
              <a:gd name="connsiteY13" fmla="*/ 166987 h 335964"/>
              <a:gd name="connsiteX14" fmla="*/ 9609373 w 9786569"/>
              <a:gd name="connsiteY14" fmla="*/ 143445 h 335964"/>
              <a:gd name="connsiteX15" fmla="*/ 0 w 9786569"/>
              <a:gd name="connsiteY15" fmla="*/ 0 h 335964"/>
              <a:gd name="connsiteX16" fmla="*/ 739665 w 9786569"/>
              <a:gd name="connsiteY16" fmla="*/ 0 h 335964"/>
              <a:gd name="connsiteX17" fmla="*/ 9785339 w 9786569"/>
              <a:gd name="connsiteY17" fmla="*/ 3175 h 335964"/>
              <a:gd name="connsiteX18" fmla="*/ 9568541 w 9786569"/>
              <a:gd name="connsiteY18" fmla="*/ 27997 h 335964"/>
              <a:gd name="connsiteX19" fmla="*/ 9540864 w 9786569"/>
              <a:gd name="connsiteY19" fmla="*/ 55995 h 335964"/>
              <a:gd name="connsiteX20" fmla="*/ 9522411 w 9786569"/>
              <a:gd name="connsiteY20" fmla="*/ 74659 h 335964"/>
              <a:gd name="connsiteX21" fmla="*/ 9540864 w 9786569"/>
              <a:gd name="connsiteY21" fmla="*/ 97990 h 335964"/>
              <a:gd name="connsiteX22" fmla="*/ 9568541 w 9786569"/>
              <a:gd name="connsiteY22" fmla="*/ 121320 h 335964"/>
              <a:gd name="connsiteX23" fmla="*/ 9545478 w 9786569"/>
              <a:gd name="connsiteY23" fmla="*/ 149317 h 335964"/>
              <a:gd name="connsiteX24" fmla="*/ 9540864 w 9786569"/>
              <a:gd name="connsiteY24" fmla="*/ 149317 h 335964"/>
              <a:gd name="connsiteX25" fmla="*/ 9522411 w 9786569"/>
              <a:gd name="connsiteY25" fmla="*/ 167982 h 335964"/>
              <a:gd name="connsiteX26" fmla="*/ 9540864 w 9786569"/>
              <a:gd name="connsiteY26" fmla="*/ 191313 h 335964"/>
              <a:gd name="connsiteX27" fmla="*/ 9568541 w 9786569"/>
              <a:gd name="connsiteY27" fmla="*/ 214644 h 335964"/>
              <a:gd name="connsiteX28" fmla="*/ 9540864 w 9786569"/>
              <a:gd name="connsiteY28" fmla="*/ 242641 h 335964"/>
              <a:gd name="connsiteX29" fmla="*/ 9522411 w 9786569"/>
              <a:gd name="connsiteY29" fmla="*/ 265971 h 335964"/>
              <a:gd name="connsiteX30" fmla="*/ 9540864 w 9786569"/>
              <a:gd name="connsiteY30" fmla="*/ 284636 h 335964"/>
              <a:gd name="connsiteX31" fmla="*/ 9568541 w 9786569"/>
              <a:gd name="connsiteY31" fmla="*/ 312633 h 335964"/>
              <a:gd name="connsiteX32" fmla="*/ 9540864 w 9786569"/>
              <a:gd name="connsiteY32" fmla="*/ 335964 h 335964"/>
              <a:gd name="connsiteX33" fmla="*/ 845227 w 9786569"/>
              <a:gd name="connsiteY33" fmla="*/ 335964 h 335964"/>
              <a:gd name="connsiteX34" fmla="*/ 0 w 9786569"/>
              <a:gd name="connsiteY34" fmla="*/ 335964 h 335964"/>
              <a:gd name="connsiteX35" fmla="*/ 0 w 9786569"/>
              <a:gd name="connsiteY35" fmla="*/ 0 h 335964"/>
              <a:gd name="connsiteX0" fmla="*/ 9609373 w 9786569"/>
              <a:gd name="connsiteY0" fmla="*/ 237817 h 339139"/>
              <a:gd name="connsiteX1" fmla="*/ 9632706 w 9786569"/>
              <a:gd name="connsiteY1" fmla="*/ 261358 h 339139"/>
              <a:gd name="connsiteX2" fmla="*/ 9609373 w 9786569"/>
              <a:gd name="connsiteY2" fmla="*/ 284899 h 339139"/>
              <a:gd name="connsiteX3" fmla="*/ 9586041 w 9786569"/>
              <a:gd name="connsiteY3" fmla="*/ 261358 h 339139"/>
              <a:gd name="connsiteX4" fmla="*/ 9609373 w 9786569"/>
              <a:gd name="connsiteY4" fmla="*/ 237817 h 339139"/>
              <a:gd name="connsiteX5" fmla="*/ 9669650 w 9786569"/>
              <a:gd name="connsiteY5" fmla="*/ 200069 h 339139"/>
              <a:gd name="connsiteX6" fmla="*/ 9683261 w 9786569"/>
              <a:gd name="connsiteY6" fmla="*/ 212909 h 339139"/>
              <a:gd name="connsiteX7" fmla="*/ 9669650 w 9786569"/>
              <a:gd name="connsiteY7" fmla="*/ 225749 h 339139"/>
              <a:gd name="connsiteX8" fmla="*/ 9656038 w 9786569"/>
              <a:gd name="connsiteY8" fmla="*/ 212909 h 339139"/>
              <a:gd name="connsiteX9" fmla="*/ 9669650 w 9786569"/>
              <a:gd name="connsiteY9" fmla="*/ 200069 h 339139"/>
              <a:gd name="connsiteX10" fmla="*/ 9609373 w 9786569"/>
              <a:gd name="connsiteY10" fmla="*/ 143445 h 339139"/>
              <a:gd name="connsiteX11" fmla="*/ 9632706 w 9786569"/>
              <a:gd name="connsiteY11" fmla="*/ 166987 h 339139"/>
              <a:gd name="connsiteX12" fmla="*/ 9609373 w 9786569"/>
              <a:gd name="connsiteY12" fmla="*/ 190527 h 339139"/>
              <a:gd name="connsiteX13" fmla="*/ 9586041 w 9786569"/>
              <a:gd name="connsiteY13" fmla="*/ 166987 h 339139"/>
              <a:gd name="connsiteX14" fmla="*/ 9609373 w 9786569"/>
              <a:gd name="connsiteY14" fmla="*/ 143445 h 339139"/>
              <a:gd name="connsiteX15" fmla="*/ 0 w 9786569"/>
              <a:gd name="connsiteY15" fmla="*/ 0 h 339139"/>
              <a:gd name="connsiteX16" fmla="*/ 739665 w 9786569"/>
              <a:gd name="connsiteY16" fmla="*/ 0 h 339139"/>
              <a:gd name="connsiteX17" fmla="*/ 9785339 w 9786569"/>
              <a:gd name="connsiteY17" fmla="*/ 3175 h 339139"/>
              <a:gd name="connsiteX18" fmla="*/ 9568541 w 9786569"/>
              <a:gd name="connsiteY18" fmla="*/ 27997 h 339139"/>
              <a:gd name="connsiteX19" fmla="*/ 9540864 w 9786569"/>
              <a:gd name="connsiteY19" fmla="*/ 55995 h 339139"/>
              <a:gd name="connsiteX20" fmla="*/ 9522411 w 9786569"/>
              <a:gd name="connsiteY20" fmla="*/ 74659 h 339139"/>
              <a:gd name="connsiteX21" fmla="*/ 9540864 w 9786569"/>
              <a:gd name="connsiteY21" fmla="*/ 97990 h 339139"/>
              <a:gd name="connsiteX22" fmla="*/ 9568541 w 9786569"/>
              <a:gd name="connsiteY22" fmla="*/ 121320 h 339139"/>
              <a:gd name="connsiteX23" fmla="*/ 9545478 w 9786569"/>
              <a:gd name="connsiteY23" fmla="*/ 149317 h 339139"/>
              <a:gd name="connsiteX24" fmla="*/ 9540864 w 9786569"/>
              <a:gd name="connsiteY24" fmla="*/ 149317 h 339139"/>
              <a:gd name="connsiteX25" fmla="*/ 9522411 w 9786569"/>
              <a:gd name="connsiteY25" fmla="*/ 167982 h 339139"/>
              <a:gd name="connsiteX26" fmla="*/ 9540864 w 9786569"/>
              <a:gd name="connsiteY26" fmla="*/ 191313 h 339139"/>
              <a:gd name="connsiteX27" fmla="*/ 9568541 w 9786569"/>
              <a:gd name="connsiteY27" fmla="*/ 214644 h 339139"/>
              <a:gd name="connsiteX28" fmla="*/ 9540864 w 9786569"/>
              <a:gd name="connsiteY28" fmla="*/ 242641 h 339139"/>
              <a:gd name="connsiteX29" fmla="*/ 9522411 w 9786569"/>
              <a:gd name="connsiteY29" fmla="*/ 265971 h 339139"/>
              <a:gd name="connsiteX30" fmla="*/ 9540864 w 9786569"/>
              <a:gd name="connsiteY30" fmla="*/ 284636 h 339139"/>
              <a:gd name="connsiteX31" fmla="*/ 9568541 w 9786569"/>
              <a:gd name="connsiteY31" fmla="*/ 312633 h 339139"/>
              <a:gd name="connsiteX32" fmla="*/ 9598014 w 9786569"/>
              <a:gd name="connsiteY32" fmla="*/ 339139 h 339139"/>
              <a:gd name="connsiteX33" fmla="*/ 845227 w 9786569"/>
              <a:gd name="connsiteY33" fmla="*/ 335964 h 339139"/>
              <a:gd name="connsiteX34" fmla="*/ 0 w 9786569"/>
              <a:gd name="connsiteY34" fmla="*/ 335964 h 339139"/>
              <a:gd name="connsiteX35" fmla="*/ 0 w 9786569"/>
              <a:gd name="connsiteY35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882821"/>
              <a:gd name="connsiteY0" fmla="*/ 237817 h 339158"/>
              <a:gd name="connsiteX1" fmla="*/ 9632706 w 10882821"/>
              <a:gd name="connsiteY1" fmla="*/ 261358 h 339158"/>
              <a:gd name="connsiteX2" fmla="*/ 9609373 w 10882821"/>
              <a:gd name="connsiteY2" fmla="*/ 284899 h 339158"/>
              <a:gd name="connsiteX3" fmla="*/ 9586041 w 10882821"/>
              <a:gd name="connsiteY3" fmla="*/ 261358 h 339158"/>
              <a:gd name="connsiteX4" fmla="*/ 9609373 w 10882821"/>
              <a:gd name="connsiteY4" fmla="*/ 237817 h 339158"/>
              <a:gd name="connsiteX5" fmla="*/ 9669650 w 10882821"/>
              <a:gd name="connsiteY5" fmla="*/ 200069 h 339158"/>
              <a:gd name="connsiteX6" fmla="*/ 9683261 w 10882821"/>
              <a:gd name="connsiteY6" fmla="*/ 212909 h 339158"/>
              <a:gd name="connsiteX7" fmla="*/ 9669650 w 10882821"/>
              <a:gd name="connsiteY7" fmla="*/ 225749 h 339158"/>
              <a:gd name="connsiteX8" fmla="*/ 9656038 w 10882821"/>
              <a:gd name="connsiteY8" fmla="*/ 212909 h 339158"/>
              <a:gd name="connsiteX9" fmla="*/ 9669650 w 10882821"/>
              <a:gd name="connsiteY9" fmla="*/ 200069 h 339158"/>
              <a:gd name="connsiteX10" fmla="*/ 9609373 w 10882821"/>
              <a:gd name="connsiteY10" fmla="*/ 143445 h 339158"/>
              <a:gd name="connsiteX11" fmla="*/ 9632706 w 10882821"/>
              <a:gd name="connsiteY11" fmla="*/ 166987 h 339158"/>
              <a:gd name="connsiteX12" fmla="*/ 9609373 w 10882821"/>
              <a:gd name="connsiteY12" fmla="*/ 190527 h 339158"/>
              <a:gd name="connsiteX13" fmla="*/ 9586041 w 10882821"/>
              <a:gd name="connsiteY13" fmla="*/ 166987 h 339158"/>
              <a:gd name="connsiteX14" fmla="*/ 9609373 w 10882821"/>
              <a:gd name="connsiteY14" fmla="*/ 143445 h 339158"/>
              <a:gd name="connsiteX15" fmla="*/ 0 w 10882821"/>
              <a:gd name="connsiteY15" fmla="*/ 0 h 339158"/>
              <a:gd name="connsiteX16" fmla="*/ 739665 w 10882821"/>
              <a:gd name="connsiteY16" fmla="*/ 0 h 339158"/>
              <a:gd name="connsiteX17" fmla="*/ 9785339 w 10882821"/>
              <a:gd name="connsiteY17" fmla="*/ 3175 h 339158"/>
              <a:gd name="connsiteX18" fmla="*/ 9568541 w 10882821"/>
              <a:gd name="connsiteY18" fmla="*/ 27997 h 339158"/>
              <a:gd name="connsiteX19" fmla="*/ 9540864 w 10882821"/>
              <a:gd name="connsiteY19" fmla="*/ 55995 h 339158"/>
              <a:gd name="connsiteX20" fmla="*/ 9522411 w 10882821"/>
              <a:gd name="connsiteY20" fmla="*/ 74659 h 339158"/>
              <a:gd name="connsiteX21" fmla="*/ 9540864 w 10882821"/>
              <a:gd name="connsiteY21" fmla="*/ 97990 h 339158"/>
              <a:gd name="connsiteX22" fmla="*/ 9568541 w 10882821"/>
              <a:gd name="connsiteY22" fmla="*/ 121320 h 339158"/>
              <a:gd name="connsiteX23" fmla="*/ 9545478 w 10882821"/>
              <a:gd name="connsiteY23" fmla="*/ 149317 h 339158"/>
              <a:gd name="connsiteX24" fmla="*/ 9540864 w 10882821"/>
              <a:gd name="connsiteY24" fmla="*/ 149317 h 339158"/>
              <a:gd name="connsiteX25" fmla="*/ 9522411 w 10882821"/>
              <a:gd name="connsiteY25" fmla="*/ 167982 h 339158"/>
              <a:gd name="connsiteX26" fmla="*/ 9540864 w 10882821"/>
              <a:gd name="connsiteY26" fmla="*/ 191313 h 339158"/>
              <a:gd name="connsiteX27" fmla="*/ 9568541 w 10882821"/>
              <a:gd name="connsiteY27" fmla="*/ 214644 h 339158"/>
              <a:gd name="connsiteX28" fmla="*/ 9540864 w 10882821"/>
              <a:gd name="connsiteY28" fmla="*/ 242641 h 339158"/>
              <a:gd name="connsiteX29" fmla="*/ 9522411 w 10882821"/>
              <a:gd name="connsiteY29" fmla="*/ 265971 h 339158"/>
              <a:gd name="connsiteX30" fmla="*/ 9540864 w 10882821"/>
              <a:gd name="connsiteY30" fmla="*/ 284636 h 339158"/>
              <a:gd name="connsiteX31" fmla="*/ 9598014 w 10882821"/>
              <a:gd name="connsiteY31" fmla="*/ 339139 h 339158"/>
              <a:gd name="connsiteX32" fmla="*/ 845227 w 10882821"/>
              <a:gd name="connsiteY32" fmla="*/ 335964 h 339158"/>
              <a:gd name="connsiteX33" fmla="*/ 0 w 10882821"/>
              <a:gd name="connsiteY33" fmla="*/ 335964 h 339158"/>
              <a:gd name="connsiteX34" fmla="*/ 0 w 10882821"/>
              <a:gd name="connsiteY34" fmla="*/ 0 h 339158"/>
              <a:gd name="connsiteX0" fmla="*/ 9598014 w 10910786"/>
              <a:gd name="connsiteY0" fmla="*/ 339139 h 430579"/>
              <a:gd name="connsiteX1" fmla="*/ 845227 w 10910786"/>
              <a:gd name="connsiteY1" fmla="*/ 335964 h 430579"/>
              <a:gd name="connsiteX2" fmla="*/ 0 w 10910786"/>
              <a:gd name="connsiteY2" fmla="*/ 335964 h 430579"/>
              <a:gd name="connsiteX3" fmla="*/ 0 w 10910786"/>
              <a:gd name="connsiteY3" fmla="*/ 0 h 430579"/>
              <a:gd name="connsiteX4" fmla="*/ 9632706 w 10910786"/>
              <a:gd name="connsiteY4" fmla="*/ 261358 h 430579"/>
              <a:gd name="connsiteX5" fmla="*/ 9609373 w 10910786"/>
              <a:gd name="connsiteY5" fmla="*/ 284899 h 430579"/>
              <a:gd name="connsiteX6" fmla="*/ 9586041 w 10910786"/>
              <a:gd name="connsiteY6" fmla="*/ 261358 h 430579"/>
              <a:gd name="connsiteX7" fmla="*/ 9609373 w 10910786"/>
              <a:gd name="connsiteY7" fmla="*/ 237817 h 430579"/>
              <a:gd name="connsiteX8" fmla="*/ 9669650 w 10910786"/>
              <a:gd name="connsiteY8" fmla="*/ 200069 h 430579"/>
              <a:gd name="connsiteX9" fmla="*/ 9683261 w 10910786"/>
              <a:gd name="connsiteY9" fmla="*/ 212909 h 430579"/>
              <a:gd name="connsiteX10" fmla="*/ 9669650 w 10910786"/>
              <a:gd name="connsiteY10" fmla="*/ 225749 h 430579"/>
              <a:gd name="connsiteX11" fmla="*/ 9656038 w 10910786"/>
              <a:gd name="connsiteY11" fmla="*/ 212909 h 430579"/>
              <a:gd name="connsiteX12" fmla="*/ 9669650 w 10910786"/>
              <a:gd name="connsiteY12" fmla="*/ 200069 h 430579"/>
              <a:gd name="connsiteX13" fmla="*/ 9609373 w 10910786"/>
              <a:gd name="connsiteY13" fmla="*/ 143445 h 430579"/>
              <a:gd name="connsiteX14" fmla="*/ 9632706 w 10910786"/>
              <a:gd name="connsiteY14" fmla="*/ 166987 h 430579"/>
              <a:gd name="connsiteX15" fmla="*/ 9609373 w 10910786"/>
              <a:gd name="connsiteY15" fmla="*/ 190527 h 430579"/>
              <a:gd name="connsiteX16" fmla="*/ 9586041 w 10910786"/>
              <a:gd name="connsiteY16" fmla="*/ 166987 h 430579"/>
              <a:gd name="connsiteX17" fmla="*/ 9609373 w 10910786"/>
              <a:gd name="connsiteY17" fmla="*/ 143445 h 430579"/>
              <a:gd name="connsiteX18" fmla="*/ 0 w 10910786"/>
              <a:gd name="connsiteY18" fmla="*/ 0 h 430579"/>
              <a:gd name="connsiteX19" fmla="*/ 739665 w 10910786"/>
              <a:gd name="connsiteY19" fmla="*/ 0 h 430579"/>
              <a:gd name="connsiteX20" fmla="*/ 9785339 w 10910786"/>
              <a:gd name="connsiteY20" fmla="*/ 3175 h 430579"/>
              <a:gd name="connsiteX21" fmla="*/ 9568541 w 10910786"/>
              <a:gd name="connsiteY21" fmla="*/ 27997 h 430579"/>
              <a:gd name="connsiteX22" fmla="*/ 9540864 w 10910786"/>
              <a:gd name="connsiteY22" fmla="*/ 55995 h 430579"/>
              <a:gd name="connsiteX23" fmla="*/ 9522411 w 10910786"/>
              <a:gd name="connsiteY23" fmla="*/ 74659 h 430579"/>
              <a:gd name="connsiteX24" fmla="*/ 9540864 w 10910786"/>
              <a:gd name="connsiteY24" fmla="*/ 97990 h 430579"/>
              <a:gd name="connsiteX25" fmla="*/ 9568541 w 10910786"/>
              <a:gd name="connsiteY25" fmla="*/ 121320 h 430579"/>
              <a:gd name="connsiteX26" fmla="*/ 9545478 w 10910786"/>
              <a:gd name="connsiteY26" fmla="*/ 149317 h 430579"/>
              <a:gd name="connsiteX27" fmla="*/ 9540864 w 10910786"/>
              <a:gd name="connsiteY27" fmla="*/ 149317 h 430579"/>
              <a:gd name="connsiteX28" fmla="*/ 9522411 w 10910786"/>
              <a:gd name="connsiteY28" fmla="*/ 167982 h 430579"/>
              <a:gd name="connsiteX29" fmla="*/ 9540864 w 10910786"/>
              <a:gd name="connsiteY29" fmla="*/ 191313 h 430579"/>
              <a:gd name="connsiteX30" fmla="*/ 9568541 w 10910786"/>
              <a:gd name="connsiteY30" fmla="*/ 214644 h 430579"/>
              <a:gd name="connsiteX31" fmla="*/ 9540864 w 10910786"/>
              <a:gd name="connsiteY31" fmla="*/ 242641 h 430579"/>
              <a:gd name="connsiteX32" fmla="*/ 9522411 w 10910786"/>
              <a:gd name="connsiteY32" fmla="*/ 265971 h 430579"/>
              <a:gd name="connsiteX33" fmla="*/ 9540864 w 10910786"/>
              <a:gd name="connsiteY33" fmla="*/ 284636 h 430579"/>
              <a:gd name="connsiteX34" fmla="*/ 9689454 w 10910786"/>
              <a:gd name="connsiteY34" fmla="*/ 430579 h 43057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34" fmla="*/ 9540864 w 9786569"/>
              <a:gd name="connsiteY34" fmla="*/ 284636 h 33913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73768"/>
              <a:gd name="connsiteY0" fmla="*/ 418315 h 418315"/>
              <a:gd name="connsiteX1" fmla="*/ 845227 w 10373768"/>
              <a:gd name="connsiteY1" fmla="*/ 415140 h 418315"/>
              <a:gd name="connsiteX2" fmla="*/ 0 w 10373768"/>
              <a:gd name="connsiteY2" fmla="*/ 415140 h 418315"/>
              <a:gd name="connsiteX3" fmla="*/ 0 w 10373768"/>
              <a:gd name="connsiteY3" fmla="*/ 79176 h 418315"/>
              <a:gd name="connsiteX4" fmla="*/ 9632706 w 10373768"/>
              <a:gd name="connsiteY4" fmla="*/ 340534 h 418315"/>
              <a:gd name="connsiteX5" fmla="*/ 9609373 w 10373768"/>
              <a:gd name="connsiteY5" fmla="*/ 364075 h 418315"/>
              <a:gd name="connsiteX6" fmla="*/ 9586041 w 10373768"/>
              <a:gd name="connsiteY6" fmla="*/ 340534 h 418315"/>
              <a:gd name="connsiteX7" fmla="*/ 9609373 w 10373768"/>
              <a:gd name="connsiteY7" fmla="*/ 316993 h 418315"/>
              <a:gd name="connsiteX8" fmla="*/ 9598014 w 10373768"/>
              <a:gd name="connsiteY8" fmla="*/ 418315 h 418315"/>
              <a:gd name="connsiteX9" fmla="*/ 9669650 w 10373768"/>
              <a:gd name="connsiteY9" fmla="*/ 279245 h 418315"/>
              <a:gd name="connsiteX10" fmla="*/ 9683261 w 10373768"/>
              <a:gd name="connsiteY10" fmla="*/ 292085 h 418315"/>
              <a:gd name="connsiteX11" fmla="*/ 9669650 w 10373768"/>
              <a:gd name="connsiteY11" fmla="*/ 304925 h 418315"/>
              <a:gd name="connsiteX12" fmla="*/ 9656038 w 10373768"/>
              <a:gd name="connsiteY12" fmla="*/ 292085 h 418315"/>
              <a:gd name="connsiteX13" fmla="*/ 9669650 w 10373768"/>
              <a:gd name="connsiteY13" fmla="*/ 279245 h 418315"/>
              <a:gd name="connsiteX14" fmla="*/ 9609373 w 10373768"/>
              <a:gd name="connsiteY14" fmla="*/ 222621 h 418315"/>
              <a:gd name="connsiteX15" fmla="*/ 9632706 w 10373768"/>
              <a:gd name="connsiteY15" fmla="*/ 246163 h 418315"/>
              <a:gd name="connsiteX16" fmla="*/ 9609373 w 10373768"/>
              <a:gd name="connsiteY16" fmla="*/ 269703 h 418315"/>
              <a:gd name="connsiteX17" fmla="*/ 9586041 w 10373768"/>
              <a:gd name="connsiteY17" fmla="*/ 246163 h 418315"/>
              <a:gd name="connsiteX18" fmla="*/ 9609373 w 10373768"/>
              <a:gd name="connsiteY18" fmla="*/ 222621 h 418315"/>
              <a:gd name="connsiteX19" fmla="*/ 0 w 10373768"/>
              <a:gd name="connsiteY19" fmla="*/ 79176 h 418315"/>
              <a:gd name="connsiteX20" fmla="*/ 739665 w 10373768"/>
              <a:gd name="connsiteY20" fmla="*/ 79176 h 418315"/>
              <a:gd name="connsiteX21" fmla="*/ 9785339 w 10373768"/>
              <a:gd name="connsiteY21" fmla="*/ 82351 h 418315"/>
              <a:gd name="connsiteX22" fmla="*/ 9540864 w 10373768"/>
              <a:gd name="connsiteY22" fmla="*/ 135171 h 418315"/>
              <a:gd name="connsiteX23" fmla="*/ 9522411 w 10373768"/>
              <a:gd name="connsiteY23" fmla="*/ 153835 h 418315"/>
              <a:gd name="connsiteX24" fmla="*/ 9540864 w 10373768"/>
              <a:gd name="connsiteY24" fmla="*/ 177166 h 418315"/>
              <a:gd name="connsiteX25" fmla="*/ 9568541 w 10373768"/>
              <a:gd name="connsiteY25" fmla="*/ 200496 h 418315"/>
              <a:gd name="connsiteX26" fmla="*/ 9545478 w 10373768"/>
              <a:gd name="connsiteY26" fmla="*/ 228493 h 418315"/>
              <a:gd name="connsiteX27" fmla="*/ 9540864 w 10373768"/>
              <a:gd name="connsiteY27" fmla="*/ 228493 h 418315"/>
              <a:gd name="connsiteX28" fmla="*/ 9522411 w 10373768"/>
              <a:gd name="connsiteY28" fmla="*/ 247158 h 418315"/>
              <a:gd name="connsiteX29" fmla="*/ 9540864 w 10373768"/>
              <a:gd name="connsiteY29" fmla="*/ 270489 h 418315"/>
              <a:gd name="connsiteX30" fmla="*/ 9568541 w 10373768"/>
              <a:gd name="connsiteY30" fmla="*/ 293820 h 418315"/>
              <a:gd name="connsiteX31" fmla="*/ 9540864 w 10373768"/>
              <a:gd name="connsiteY31" fmla="*/ 321817 h 418315"/>
              <a:gd name="connsiteX32" fmla="*/ 9522411 w 10373768"/>
              <a:gd name="connsiteY32" fmla="*/ 345147 h 418315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40864 w 9785339"/>
              <a:gd name="connsiteY22" fmla="*/ 55995 h 339139"/>
              <a:gd name="connsiteX23" fmla="*/ 9522411 w 9785339"/>
              <a:gd name="connsiteY23" fmla="*/ 74659 h 339139"/>
              <a:gd name="connsiteX24" fmla="*/ 9540864 w 9785339"/>
              <a:gd name="connsiteY24" fmla="*/ 97990 h 339139"/>
              <a:gd name="connsiteX25" fmla="*/ 9568541 w 9785339"/>
              <a:gd name="connsiteY25" fmla="*/ 121320 h 339139"/>
              <a:gd name="connsiteX26" fmla="*/ 9545478 w 9785339"/>
              <a:gd name="connsiteY26" fmla="*/ 149317 h 339139"/>
              <a:gd name="connsiteX27" fmla="*/ 9540864 w 9785339"/>
              <a:gd name="connsiteY27" fmla="*/ 149317 h 339139"/>
              <a:gd name="connsiteX28" fmla="*/ 9522411 w 9785339"/>
              <a:gd name="connsiteY28" fmla="*/ 167982 h 339139"/>
              <a:gd name="connsiteX29" fmla="*/ 9540864 w 9785339"/>
              <a:gd name="connsiteY29" fmla="*/ 191313 h 339139"/>
              <a:gd name="connsiteX30" fmla="*/ 9568541 w 9785339"/>
              <a:gd name="connsiteY30" fmla="*/ 214644 h 339139"/>
              <a:gd name="connsiteX31" fmla="*/ 9540864 w 9785339"/>
              <a:gd name="connsiteY31" fmla="*/ 242641 h 339139"/>
              <a:gd name="connsiteX32" fmla="*/ 9522411 w 9785339"/>
              <a:gd name="connsiteY32" fmla="*/ 265971 h 339139"/>
              <a:gd name="connsiteX0" fmla="*/ 9598014 w 10504275"/>
              <a:gd name="connsiteY0" fmla="*/ 339139 h 339139"/>
              <a:gd name="connsiteX1" fmla="*/ 845227 w 10504275"/>
              <a:gd name="connsiteY1" fmla="*/ 335964 h 339139"/>
              <a:gd name="connsiteX2" fmla="*/ 0 w 10504275"/>
              <a:gd name="connsiteY2" fmla="*/ 335964 h 339139"/>
              <a:gd name="connsiteX3" fmla="*/ 0 w 10504275"/>
              <a:gd name="connsiteY3" fmla="*/ 0 h 339139"/>
              <a:gd name="connsiteX4" fmla="*/ 9632706 w 10504275"/>
              <a:gd name="connsiteY4" fmla="*/ 261358 h 339139"/>
              <a:gd name="connsiteX5" fmla="*/ 9609373 w 10504275"/>
              <a:gd name="connsiteY5" fmla="*/ 284899 h 339139"/>
              <a:gd name="connsiteX6" fmla="*/ 9586041 w 10504275"/>
              <a:gd name="connsiteY6" fmla="*/ 261358 h 339139"/>
              <a:gd name="connsiteX7" fmla="*/ 9609373 w 10504275"/>
              <a:gd name="connsiteY7" fmla="*/ 237817 h 339139"/>
              <a:gd name="connsiteX8" fmla="*/ 9598014 w 10504275"/>
              <a:gd name="connsiteY8" fmla="*/ 339139 h 339139"/>
              <a:gd name="connsiteX9" fmla="*/ 9669650 w 10504275"/>
              <a:gd name="connsiteY9" fmla="*/ 200069 h 339139"/>
              <a:gd name="connsiteX10" fmla="*/ 9683261 w 10504275"/>
              <a:gd name="connsiteY10" fmla="*/ 212909 h 339139"/>
              <a:gd name="connsiteX11" fmla="*/ 9669650 w 10504275"/>
              <a:gd name="connsiteY11" fmla="*/ 225749 h 339139"/>
              <a:gd name="connsiteX12" fmla="*/ 9656038 w 10504275"/>
              <a:gd name="connsiteY12" fmla="*/ 212909 h 339139"/>
              <a:gd name="connsiteX13" fmla="*/ 9669650 w 10504275"/>
              <a:gd name="connsiteY13" fmla="*/ 200069 h 339139"/>
              <a:gd name="connsiteX14" fmla="*/ 9609373 w 10504275"/>
              <a:gd name="connsiteY14" fmla="*/ 143445 h 339139"/>
              <a:gd name="connsiteX15" fmla="*/ 9632706 w 10504275"/>
              <a:gd name="connsiteY15" fmla="*/ 166987 h 339139"/>
              <a:gd name="connsiteX16" fmla="*/ 9609373 w 10504275"/>
              <a:gd name="connsiteY16" fmla="*/ 190527 h 339139"/>
              <a:gd name="connsiteX17" fmla="*/ 9586041 w 10504275"/>
              <a:gd name="connsiteY17" fmla="*/ 166987 h 339139"/>
              <a:gd name="connsiteX18" fmla="*/ 9609373 w 10504275"/>
              <a:gd name="connsiteY18" fmla="*/ 143445 h 339139"/>
              <a:gd name="connsiteX19" fmla="*/ 0 w 10504275"/>
              <a:gd name="connsiteY19" fmla="*/ 0 h 339139"/>
              <a:gd name="connsiteX20" fmla="*/ 739665 w 10504275"/>
              <a:gd name="connsiteY20" fmla="*/ 0 h 339139"/>
              <a:gd name="connsiteX21" fmla="*/ 9785339 w 10504275"/>
              <a:gd name="connsiteY21" fmla="*/ 3175 h 339139"/>
              <a:gd name="connsiteX22" fmla="*/ 9896464 w 10504275"/>
              <a:gd name="connsiteY22" fmla="*/ 294120 h 339139"/>
              <a:gd name="connsiteX23" fmla="*/ 9522411 w 10504275"/>
              <a:gd name="connsiteY23" fmla="*/ 74659 h 339139"/>
              <a:gd name="connsiteX24" fmla="*/ 9540864 w 10504275"/>
              <a:gd name="connsiteY24" fmla="*/ 97990 h 339139"/>
              <a:gd name="connsiteX25" fmla="*/ 9568541 w 10504275"/>
              <a:gd name="connsiteY25" fmla="*/ 121320 h 339139"/>
              <a:gd name="connsiteX26" fmla="*/ 9545478 w 10504275"/>
              <a:gd name="connsiteY26" fmla="*/ 149317 h 339139"/>
              <a:gd name="connsiteX27" fmla="*/ 9540864 w 10504275"/>
              <a:gd name="connsiteY27" fmla="*/ 149317 h 339139"/>
              <a:gd name="connsiteX28" fmla="*/ 9522411 w 10504275"/>
              <a:gd name="connsiteY28" fmla="*/ 167982 h 339139"/>
              <a:gd name="connsiteX29" fmla="*/ 9540864 w 10504275"/>
              <a:gd name="connsiteY29" fmla="*/ 191313 h 339139"/>
              <a:gd name="connsiteX30" fmla="*/ 9568541 w 10504275"/>
              <a:gd name="connsiteY30" fmla="*/ 214644 h 339139"/>
              <a:gd name="connsiteX31" fmla="*/ 9540864 w 10504275"/>
              <a:gd name="connsiteY31" fmla="*/ 242641 h 339139"/>
              <a:gd name="connsiteX32" fmla="*/ 9522411 w 10504275"/>
              <a:gd name="connsiteY32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32" fmla="*/ 9598014 w 10381792"/>
              <a:gd name="connsiteY32" fmla="*/ 339139 h 339139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22411 w 9785339"/>
              <a:gd name="connsiteY22" fmla="*/ 74659 h 339139"/>
              <a:gd name="connsiteX23" fmla="*/ 9540864 w 9785339"/>
              <a:gd name="connsiteY23" fmla="*/ 97990 h 339139"/>
              <a:gd name="connsiteX24" fmla="*/ 9568541 w 9785339"/>
              <a:gd name="connsiteY24" fmla="*/ 121320 h 339139"/>
              <a:gd name="connsiteX25" fmla="*/ 9545478 w 9785339"/>
              <a:gd name="connsiteY25" fmla="*/ 149317 h 339139"/>
              <a:gd name="connsiteX26" fmla="*/ 9540864 w 9785339"/>
              <a:gd name="connsiteY26" fmla="*/ 149317 h 339139"/>
              <a:gd name="connsiteX27" fmla="*/ 9522411 w 9785339"/>
              <a:gd name="connsiteY27" fmla="*/ 167982 h 339139"/>
              <a:gd name="connsiteX28" fmla="*/ 9540864 w 9785339"/>
              <a:gd name="connsiteY28" fmla="*/ 191313 h 339139"/>
              <a:gd name="connsiteX29" fmla="*/ 9568541 w 9785339"/>
              <a:gd name="connsiteY29" fmla="*/ 214644 h 339139"/>
              <a:gd name="connsiteX30" fmla="*/ 9540864 w 9785339"/>
              <a:gd name="connsiteY30" fmla="*/ 242641 h 339139"/>
              <a:gd name="connsiteX31" fmla="*/ 9522411 w 9785339"/>
              <a:gd name="connsiteY31" fmla="*/ 265971 h 339139"/>
              <a:gd name="connsiteX32" fmla="*/ 9598014 w 9785339"/>
              <a:gd name="connsiteY32" fmla="*/ 339139 h 339139"/>
              <a:gd name="connsiteX33" fmla="*/ 0 w 9785339"/>
              <a:gd name="connsiteY33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609373 w 10386312"/>
              <a:gd name="connsiteY14" fmla="*/ 143445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9609373 w 10386312"/>
              <a:gd name="connsiteY18" fmla="*/ 143445 h 339139"/>
              <a:gd name="connsiteX19" fmla="*/ 0 w 10386312"/>
              <a:gd name="connsiteY19" fmla="*/ 0 h 339139"/>
              <a:gd name="connsiteX20" fmla="*/ 739665 w 10386312"/>
              <a:gd name="connsiteY20" fmla="*/ 0 h 339139"/>
              <a:gd name="connsiteX21" fmla="*/ 9785339 w 10386312"/>
              <a:gd name="connsiteY21" fmla="*/ 3175 h 339139"/>
              <a:gd name="connsiteX22" fmla="*/ 9540864 w 10386312"/>
              <a:gd name="connsiteY22" fmla="*/ 97990 h 339139"/>
              <a:gd name="connsiteX23" fmla="*/ 9568541 w 10386312"/>
              <a:gd name="connsiteY23" fmla="*/ 121320 h 339139"/>
              <a:gd name="connsiteX24" fmla="*/ 9545478 w 10386312"/>
              <a:gd name="connsiteY24" fmla="*/ 149317 h 339139"/>
              <a:gd name="connsiteX25" fmla="*/ 9540864 w 10386312"/>
              <a:gd name="connsiteY25" fmla="*/ 149317 h 339139"/>
              <a:gd name="connsiteX26" fmla="*/ 9522411 w 10386312"/>
              <a:gd name="connsiteY26" fmla="*/ 167982 h 339139"/>
              <a:gd name="connsiteX27" fmla="*/ 9540864 w 10386312"/>
              <a:gd name="connsiteY27" fmla="*/ 191313 h 339139"/>
              <a:gd name="connsiteX28" fmla="*/ 9568541 w 10386312"/>
              <a:gd name="connsiteY28" fmla="*/ 214644 h 339139"/>
              <a:gd name="connsiteX29" fmla="*/ 9540864 w 10386312"/>
              <a:gd name="connsiteY29" fmla="*/ 242641 h 339139"/>
              <a:gd name="connsiteX30" fmla="*/ 9522411 w 10386312"/>
              <a:gd name="connsiteY30" fmla="*/ 265971 h 339139"/>
              <a:gd name="connsiteX31" fmla="*/ 9598014 w 10386312"/>
              <a:gd name="connsiteY31" fmla="*/ 339139 h 339139"/>
              <a:gd name="connsiteX32" fmla="*/ 0 w 10386312"/>
              <a:gd name="connsiteY32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586041 w 10386312"/>
              <a:gd name="connsiteY14" fmla="*/ 166987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0 w 10386312"/>
              <a:gd name="connsiteY18" fmla="*/ 0 h 339139"/>
              <a:gd name="connsiteX19" fmla="*/ 739665 w 10386312"/>
              <a:gd name="connsiteY19" fmla="*/ 0 h 339139"/>
              <a:gd name="connsiteX20" fmla="*/ 9785339 w 10386312"/>
              <a:gd name="connsiteY20" fmla="*/ 3175 h 339139"/>
              <a:gd name="connsiteX21" fmla="*/ 9540864 w 10386312"/>
              <a:gd name="connsiteY21" fmla="*/ 97990 h 339139"/>
              <a:gd name="connsiteX22" fmla="*/ 9568541 w 10386312"/>
              <a:gd name="connsiteY22" fmla="*/ 121320 h 339139"/>
              <a:gd name="connsiteX23" fmla="*/ 9545478 w 10386312"/>
              <a:gd name="connsiteY23" fmla="*/ 149317 h 339139"/>
              <a:gd name="connsiteX24" fmla="*/ 9540864 w 10386312"/>
              <a:gd name="connsiteY24" fmla="*/ 149317 h 339139"/>
              <a:gd name="connsiteX25" fmla="*/ 9522411 w 10386312"/>
              <a:gd name="connsiteY25" fmla="*/ 167982 h 339139"/>
              <a:gd name="connsiteX26" fmla="*/ 9540864 w 10386312"/>
              <a:gd name="connsiteY26" fmla="*/ 191313 h 339139"/>
              <a:gd name="connsiteX27" fmla="*/ 9568541 w 10386312"/>
              <a:gd name="connsiteY27" fmla="*/ 214644 h 339139"/>
              <a:gd name="connsiteX28" fmla="*/ 9540864 w 10386312"/>
              <a:gd name="connsiteY28" fmla="*/ 242641 h 339139"/>
              <a:gd name="connsiteX29" fmla="*/ 9522411 w 10386312"/>
              <a:gd name="connsiteY29" fmla="*/ 265971 h 339139"/>
              <a:gd name="connsiteX30" fmla="*/ 9598014 w 10386312"/>
              <a:gd name="connsiteY30" fmla="*/ 339139 h 339139"/>
              <a:gd name="connsiteX31" fmla="*/ 0 w 10386312"/>
              <a:gd name="connsiteY31" fmla="*/ 0 h 339139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609373 w 10386312"/>
              <a:gd name="connsiteY5" fmla="*/ 284899 h 347620"/>
              <a:gd name="connsiteX6" fmla="*/ 9586041 w 10386312"/>
              <a:gd name="connsiteY6" fmla="*/ 261358 h 347620"/>
              <a:gd name="connsiteX7" fmla="*/ 9609373 w 10386312"/>
              <a:gd name="connsiteY7" fmla="*/ 237817 h 347620"/>
              <a:gd name="connsiteX8" fmla="*/ 9598014 w 10386312"/>
              <a:gd name="connsiteY8" fmla="*/ 339139 h 347620"/>
              <a:gd name="connsiteX9" fmla="*/ 9669650 w 10386312"/>
              <a:gd name="connsiteY9" fmla="*/ 200069 h 347620"/>
              <a:gd name="connsiteX10" fmla="*/ 9683261 w 10386312"/>
              <a:gd name="connsiteY10" fmla="*/ 212909 h 347620"/>
              <a:gd name="connsiteX11" fmla="*/ 9669650 w 10386312"/>
              <a:gd name="connsiteY11" fmla="*/ 225749 h 347620"/>
              <a:gd name="connsiteX12" fmla="*/ 9656038 w 10386312"/>
              <a:gd name="connsiteY12" fmla="*/ 212909 h 347620"/>
              <a:gd name="connsiteX13" fmla="*/ 9669650 w 10386312"/>
              <a:gd name="connsiteY13" fmla="*/ 200069 h 347620"/>
              <a:gd name="connsiteX14" fmla="*/ 9586041 w 10386312"/>
              <a:gd name="connsiteY14" fmla="*/ 166987 h 347620"/>
              <a:gd name="connsiteX15" fmla="*/ 9632706 w 10386312"/>
              <a:gd name="connsiteY15" fmla="*/ 166987 h 347620"/>
              <a:gd name="connsiteX16" fmla="*/ 9609373 w 10386312"/>
              <a:gd name="connsiteY16" fmla="*/ 190527 h 347620"/>
              <a:gd name="connsiteX17" fmla="*/ 9586041 w 10386312"/>
              <a:gd name="connsiteY17" fmla="*/ 166987 h 347620"/>
              <a:gd name="connsiteX18" fmla="*/ 0 w 10386312"/>
              <a:gd name="connsiteY18" fmla="*/ 0 h 347620"/>
              <a:gd name="connsiteX19" fmla="*/ 739665 w 10386312"/>
              <a:gd name="connsiteY19" fmla="*/ 0 h 347620"/>
              <a:gd name="connsiteX20" fmla="*/ 9785339 w 10386312"/>
              <a:gd name="connsiteY20" fmla="*/ 3175 h 347620"/>
              <a:gd name="connsiteX21" fmla="*/ 9540864 w 10386312"/>
              <a:gd name="connsiteY21" fmla="*/ 97990 h 347620"/>
              <a:gd name="connsiteX22" fmla="*/ 9568541 w 10386312"/>
              <a:gd name="connsiteY22" fmla="*/ 121320 h 347620"/>
              <a:gd name="connsiteX23" fmla="*/ 9545478 w 10386312"/>
              <a:gd name="connsiteY23" fmla="*/ 149317 h 347620"/>
              <a:gd name="connsiteX24" fmla="*/ 9540864 w 10386312"/>
              <a:gd name="connsiteY24" fmla="*/ 149317 h 347620"/>
              <a:gd name="connsiteX25" fmla="*/ 9522411 w 10386312"/>
              <a:gd name="connsiteY25" fmla="*/ 167982 h 347620"/>
              <a:gd name="connsiteX26" fmla="*/ 9540864 w 10386312"/>
              <a:gd name="connsiteY26" fmla="*/ 191313 h 347620"/>
              <a:gd name="connsiteX27" fmla="*/ 9568541 w 10386312"/>
              <a:gd name="connsiteY27" fmla="*/ 214644 h 347620"/>
              <a:gd name="connsiteX28" fmla="*/ 9540864 w 10386312"/>
              <a:gd name="connsiteY28" fmla="*/ 242641 h 347620"/>
              <a:gd name="connsiteX29" fmla="*/ 9598014 w 10386312"/>
              <a:gd name="connsiteY29" fmla="*/ 339139 h 347620"/>
              <a:gd name="connsiteX30" fmla="*/ 0 w 10386312"/>
              <a:gd name="connsiteY3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609373 w 10386312"/>
              <a:gd name="connsiteY6" fmla="*/ 237817 h 347620"/>
              <a:gd name="connsiteX7" fmla="*/ 9598014 w 10386312"/>
              <a:gd name="connsiteY7" fmla="*/ 339139 h 347620"/>
              <a:gd name="connsiteX8" fmla="*/ 9669650 w 10386312"/>
              <a:gd name="connsiteY8" fmla="*/ 200069 h 347620"/>
              <a:gd name="connsiteX9" fmla="*/ 9683261 w 10386312"/>
              <a:gd name="connsiteY9" fmla="*/ 212909 h 347620"/>
              <a:gd name="connsiteX10" fmla="*/ 9669650 w 10386312"/>
              <a:gd name="connsiteY10" fmla="*/ 225749 h 347620"/>
              <a:gd name="connsiteX11" fmla="*/ 9656038 w 10386312"/>
              <a:gd name="connsiteY11" fmla="*/ 212909 h 347620"/>
              <a:gd name="connsiteX12" fmla="*/ 9669650 w 10386312"/>
              <a:gd name="connsiteY12" fmla="*/ 200069 h 347620"/>
              <a:gd name="connsiteX13" fmla="*/ 9586041 w 10386312"/>
              <a:gd name="connsiteY13" fmla="*/ 166987 h 347620"/>
              <a:gd name="connsiteX14" fmla="*/ 9632706 w 10386312"/>
              <a:gd name="connsiteY14" fmla="*/ 166987 h 347620"/>
              <a:gd name="connsiteX15" fmla="*/ 9609373 w 10386312"/>
              <a:gd name="connsiteY15" fmla="*/ 190527 h 347620"/>
              <a:gd name="connsiteX16" fmla="*/ 9586041 w 10386312"/>
              <a:gd name="connsiteY16" fmla="*/ 166987 h 347620"/>
              <a:gd name="connsiteX17" fmla="*/ 0 w 10386312"/>
              <a:gd name="connsiteY17" fmla="*/ 0 h 347620"/>
              <a:gd name="connsiteX18" fmla="*/ 739665 w 10386312"/>
              <a:gd name="connsiteY18" fmla="*/ 0 h 347620"/>
              <a:gd name="connsiteX19" fmla="*/ 9785339 w 10386312"/>
              <a:gd name="connsiteY19" fmla="*/ 3175 h 347620"/>
              <a:gd name="connsiteX20" fmla="*/ 9540864 w 10386312"/>
              <a:gd name="connsiteY20" fmla="*/ 97990 h 347620"/>
              <a:gd name="connsiteX21" fmla="*/ 9568541 w 10386312"/>
              <a:gd name="connsiteY21" fmla="*/ 121320 h 347620"/>
              <a:gd name="connsiteX22" fmla="*/ 9545478 w 10386312"/>
              <a:gd name="connsiteY22" fmla="*/ 149317 h 347620"/>
              <a:gd name="connsiteX23" fmla="*/ 9540864 w 10386312"/>
              <a:gd name="connsiteY23" fmla="*/ 149317 h 347620"/>
              <a:gd name="connsiteX24" fmla="*/ 9522411 w 10386312"/>
              <a:gd name="connsiteY24" fmla="*/ 167982 h 347620"/>
              <a:gd name="connsiteX25" fmla="*/ 9540864 w 10386312"/>
              <a:gd name="connsiteY25" fmla="*/ 191313 h 347620"/>
              <a:gd name="connsiteX26" fmla="*/ 9568541 w 10386312"/>
              <a:gd name="connsiteY26" fmla="*/ 214644 h 347620"/>
              <a:gd name="connsiteX27" fmla="*/ 9540864 w 10386312"/>
              <a:gd name="connsiteY27" fmla="*/ 242641 h 347620"/>
              <a:gd name="connsiteX28" fmla="*/ 9598014 w 10386312"/>
              <a:gd name="connsiteY28" fmla="*/ 339139 h 347620"/>
              <a:gd name="connsiteX29" fmla="*/ 0 w 10386312"/>
              <a:gd name="connsiteY29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598014 w 10386312"/>
              <a:gd name="connsiteY6" fmla="*/ 339139 h 347620"/>
              <a:gd name="connsiteX7" fmla="*/ 9669650 w 10386312"/>
              <a:gd name="connsiteY7" fmla="*/ 200069 h 347620"/>
              <a:gd name="connsiteX8" fmla="*/ 9683261 w 10386312"/>
              <a:gd name="connsiteY8" fmla="*/ 212909 h 347620"/>
              <a:gd name="connsiteX9" fmla="*/ 9669650 w 10386312"/>
              <a:gd name="connsiteY9" fmla="*/ 225749 h 347620"/>
              <a:gd name="connsiteX10" fmla="*/ 9656038 w 10386312"/>
              <a:gd name="connsiteY10" fmla="*/ 212909 h 347620"/>
              <a:gd name="connsiteX11" fmla="*/ 9669650 w 10386312"/>
              <a:gd name="connsiteY11" fmla="*/ 200069 h 347620"/>
              <a:gd name="connsiteX12" fmla="*/ 9586041 w 10386312"/>
              <a:gd name="connsiteY12" fmla="*/ 166987 h 347620"/>
              <a:gd name="connsiteX13" fmla="*/ 9632706 w 10386312"/>
              <a:gd name="connsiteY13" fmla="*/ 166987 h 347620"/>
              <a:gd name="connsiteX14" fmla="*/ 9609373 w 10386312"/>
              <a:gd name="connsiteY14" fmla="*/ 190527 h 347620"/>
              <a:gd name="connsiteX15" fmla="*/ 9586041 w 10386312"/>
              <a:gd name="connsiteY15" fmla="*/ 166987 h 347620"/>
              <a:gd name="connsiteX16" fmla="*/ 0 w 10386312"/>
              <a:gd name="connsiteY16" fmla="*/ 0 h 347620"/>
              <a:gd name="connsiteX17" fmla="*/ 739665 w 10386312"/>
              <a:gd name="connsiteY17" fmla="*/ 0 h 347620"/>
              <a:gd name="connsiteX18" fmla="*/ 9785339 w 10386312"/>
              <a:gd name="connsiteY18" fmla="*/ 3175 h 347620"/>
              <a:gd name="connsiteX19" fmla="*/ 9540864 w 10386312"/>
              <a:gd name="connsiteY19" fmla="*/ 97990 h 347620"/>
              <a:gd name="connsiteX20" fmla="*/ 9568541 w 10386312"/>
              <a:gd name="connsiteY20" fmla="*/ 121320 h 347620"/>
              <a:gd name="connsiteX21" fmla="*/ 9545478 w 10386312"/>
              <a:gd name="connsiteY21" fmla="*/ 149317 h 347620"/>
              <a:gd name="connsiteX22" fmla="*/ 9540864 w 10386312"/>
              <a:gd name="connsiteY22" fmla="*/ 149317 h 347620"/>
              <a:gd name="connsiteX23" fmla="*/ 9522411 w 10386312"/>
              <a:gd name="connsiteY23" fmla="*/ 167982 h 347620"/>
              <a:gd name="connsiteX24" fmla="*/ 9540864 w 10386312"/>
              <a:gd name="connsiteY24" fmla="*/ 191313 h 347620"/>
              <a:gd name="connsiteX25" fmla="*/ 9568541 w 10386312"/>
              <a:gd name="connsiteY25" fmla="*/ 214644 h 347620"/>
              <a:gd name="connsiteX26" fmla="*/ 9540864 w 10386312"/>
              <a:gd name="connsiteY26" fmla="*/ 242641 h 347620"/>
              <a:gd name="connsiteX27" fmla="*/ 9598014 w 10386312"/>
              <a:gd name="connsiteY27" fmla="*/ 339139 h 347620"/>
              <a:gd name="connsiteX28" fmla="*/ 0 w 10386312"/>
              <a:gd name="connsiteY28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86041 w 10386312"/>
              <a:gd name="connsiteY4" fmla="*/ 261358 h 347620"/>
              <a:gd name="connsiteX5" fmla="*/ 9598014 w 10386312"/>
              <a:gd name="connsiteY5" fmla="*/ 339139 h 347620"/>
              <a:gd name="connsiteX6" fmla="*/ 9669650 w 10386312"/>
              <a:gd name="connsiteY6" fmla="*/ 200069 h 347620"/>
              <a:gd name="connsiteX7" fmla="*/ 9683261 w 10386312"/>
              <a:gd name="connsiteY7" fmla="*/ 212909 h 347620"/>
              <a:gd name="connsiteX8" fmla="*/ 9669650 w 10386312"/>
              <a:gd name="connsiteY8" fmla="*/ 225749 h 347620"/>
              <a:gd name="connsiteX9" fmla="*/ 9656038 w 10386312"/>
              <a:gd name="connsiteY9" fmla="*/ 212909 h 347620"/>
              <a:gd name="connsiteX10" fmla="*/ 9669650 w 10386312"/>
              <a:gd name="connsiteY10" fmla="*/ 200069 h 347620"/>
              <a:gd name="connsiteX11" fmla="*/ 9586041 w 10386312"/>
              <a:gd name="connsiteY11" fmla="*/ 166987 h 347620"/>
              <a:gd name="connsiteX12" fmla="*/ 9632706 w 10386312"/>
              <a:gd name="connsiteY12" fmla="*/ 166987 h 347620"/>
              <a:gd name="connsiteX13" fmla="*/ 9609373 w 10386312"/>
              <a:gd name="connsiteY13" fmla="*/ 190527 h 347620"/>
              <a:gd name="connsiteX14" fmla="*/ 9586041 w 10386312"/>
              <a:gd name="connsiteY14" fmla="*/ 166987 h 347620"/>
              <a:gd name="connsiteX15" fmla="*/ 0 w 10386312"/>
              <a:gd name="connsiteY15" fmla="*/ 0 h 347620"/>
              <a:gd name="connsiteX16" fmla="*/ 739665 w 10386312"/>
              <a:gd name="connsiteY16" fmla="*/ 0 h 347620"/>
              <a:gd name="connsiteX17" fmla="*/ 9785339 w 10386312"/>
              <a:gd name="connsiteY17" fmla="*/ 3175 h 347620"/>
              <a:gd name="connsiteX18" fmla="*/ 9540864 w 10386312"/>
              <a:gd name="connsiteY18" fmla="*/ 97990 h 347620"/>
              <a:gd name="connsiteX19" fmla="*/ 9568541 w 10386312"/>
              <a:gd name="connsiteY19" fmla="*/ 121320 h 347620"/>
              <a:gd name="connsiteX20" fmla="*/ 9545478 w 10386312"/>
              <a:gd name="connsiteY20" fmla="*/ 149317 h 347620"/>
              <a:gd name="connsiteX21" fmla="*/ 9540864 w 10386312"/>
              <a:gd name="connsiteY21" fmla="*/ 149317 h 347620"/>
              <a:gd name="connsiteX22" fmla="*/ 9522411 w 10386312"/>
              <a:gd name="connsiteY22" fmla="*/ 167982 h 347620"/>
              <a:gd name="connsiteX23" fmla="*/ 9540864 w 10386312"/>
              <a:gd name="connsiteY23" fmla="*/ 191313 h 347620"/>
              <a:gd name="connsiteX24" fmla="*/ 9568541 w 10386312"/>
              <a:gd name="connsiteY24" fmla="*/ 214644 h 347620"/>
              <a:gd name="connsiteX25" fmla="*/ 9540864 w 10386312"/>
              <a:gd name="connsiteY25" fmla="*/ 242641 h 347620"/>
              <a:gd name="connsiteX26" fmla="*/ 9598014 w 10386312"/>
              <a:gd name="connsiteY26" fmla="*/ 339139 h 347620"/>
              <a:gd name="connsiteX27" fmla="*/ 0 w 10386312"/>
              <a:gd name="connsiteY27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0006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669650 w 10386312"/>
              <a:gd name="connsiteY9" fmla="*/ 200069 h 347620"/>
              <a:gd name="connsiteX10" fmla="*/ 9586041 w 10386312"/>
              <a:gd name="connsiteY10" fmla="*/ 166987 h 347620"/>
              <a:gd name="connsiteX11" fmla="*/ 9632706 w 10386312"/>
              <a:gd name="connsiteY11" fmla="*/ 166987 h 347620"/>
              <a:gd name="connsiteX12" fmla="*/ 9609373 w 10386312"/>
              <a:gd name="connsiteY12" fmla="*/ 190527 h 347620"/>
              <a:gd name="connsiteX13" fmla="*/ 9586041 w 10386312"/>
              <a:gd name="connsiteY13" fmla="*/ 166987 h 347620"/>
              <a:gd name="connsiteX14" fmla="*/ 0 w 10386312"/>
              <a:gd name="connsiteY14" fmla="*/ 0 h 347620"/>
              <a:gd name="connsiteX15" fmla="*/ 739665 w 10386312"/>
              <a:gd name="connsiteY15" fmla="*/ 0 h 347620"/>
              <a:gd name="connsiteX16" fmla="*/ 9785339 w 10386312"/>
              <a:gd name="connsiteY16" fmla="*/ 3175 h 347620"/>
              <a:gd name="connsiteX17" fmla="*/ 9540864 w 10386312"/>
              <a:gd name="connsiteY17" fmla="*/ 97990 h 347620"/>
              <a:gd name="connsiteX18" fmla="*/ 9568541 w 10386312"/>
              <a:gd name="connsiteY18" fmla="*/ 121320 h 347620"/>
              <a:gd name="connsiteX19" fmla="*/ 9545478 w 10386312"/>
              <a:gd name="connsiteY19" fmla="*/ 149317 h 347620"/>
              <a:gd name="connsiteX20" fmla="*/ 9540864 w 10386312"/>
              <a:gd name="connsiteY20" fmla="*/ 149317 h 347620"/>
              <a:gd name="connsiteX21" fmla="*/ 9522411 w 10386312"/>
              <a:gd name="connsiteY21" fmla="*/ 167982 h 347620"/>
              <a:gd name="connsiteX22" fmla="*/ 9540864 w 10386312"/>
              <a:gd name="connsiteY22" fmla="*/ 191313 h 347620"/>
              <a:gd name="connsiteX23" fmla="*/ 9568541 w 10386312"/>
              <a:gd name="connsiteY23" fmla="*/ 214644 h 347620"/>
              <a:gd name="connsiteX24" fmla="*/ 9540864 w 10386312"/>
              <a:gd name="connsiteY24" fmla="*/ 242641 h 347620"/>
              <a:gd name="connsiteX25" fmla="*/ 9598014 w 10386312"/>
              <a:gd name="connsiteY25" fmla="*/ 339139 h 347620"/>
              <a:gd name="connsiteX26" fmla="*/ 0 w 10386312"/>
              <a:gd name="connsiteY26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56038 w 10386312"/>
              <a:gd name="connsiteY5" fmla="*/ 21290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586041 w 10386312"/>
              <a:gd name="connsiteY9" fmla="*/ 166987 h 347620"/>
              <a:gd name="connsiteX10" fmla="*/ 9632706 w 10386312"/>
              <a:gd name="connsiteY10" fmla="*/ 166987 h 347620"/>
              <a:gd name="connsiteX11" fmla="*/ 9609373 w 10386312"/>
              <a:gd name="connsiteY11" fmla="*/ 190527 h 347620"/>
              <a:gd name="connsiteX12" fmla="*/ 9586041 w 10386312"/>
              <a:gd name="connsiteY12" fmla="*/ 166987 h 347620"/>
              <a:gd name="connsiteX13" fmla="*/ 0 w 10386312"/>
              <a:gd name="connsiteY13" fmla="*/ 0 h 347620"/>
              <a:gd name="connsiteX14" fmla="*/ 739665 w 10386312"/>
              <a:gd name="connsiteY14" fmla="*/ 0 h 347620"/>
              <a:gd name="connsiteX15" fmla="*/ 9785339 w 10386312"/>
              <a:gd name="connsiteY15" fmla="*/ 3175 h 347620"/>
              <a:gd name="connsiteX16" fmla="*/ 9540864 w 10386312"/>
              <a:gd name="connsiteY16" fmla="*/ 97990 h 347620"/>
              <a:gd name="connsiteX17" fmla="*/ 9568541 w 10386312"/>
              <a:gd name="connsiteY17" fmla="*/ 121320 h 347620"/>
              <a:gd name="connsiteX18" fmla="*/ 9545478 w 10386312"/>
              <a:gd name="connsiteY18" fmla="*/ 149317 h 347620"/>
              <a:gd name="connsiteX19" fmla="*/ 9540864 w 10386312"/>
              <a:gd name="connsiteY19" fmla="*/ 149317 h 347620"/>
              <a:gd name="connsiteX20" fmla="*/ 9522411 w 10386312"/>
              <a:gd name="connsiteY20" fmla="*/ 167982 h 347620"/>
              <a:gd name="connsiteX21" fmla="*/ 9540864 w 10386312"/>
              <a:gd name="connsiteY21" fmla="*/ 191313 h 347620"/>
              <a:gd name="connsiteX22" fmla="*/ 9568541 w 10386312"/>
              <a:gd name="connsiteY22" fmla="*/ 214644 h 347620"/>
              <a:gd name="connsiteX23" fmla="*/ 9540864 w 10386312"/>
              <a:gd name="connsiteY23" fmla="*/ 242641 h 347620"/>
              <a:gd name="connsiteX24" fmla="*/ 9598014 w 10386312"/>
              <a:gd name="connsiteY24" fmla="*/ 339139 h 347620"/>
              <a:gd name="connsiteX25" fmla="*/ 0 w 10386312"/>
              <a:gd name="connsiteY25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2574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586041 w 10386312"/>
              <a:gd name="connsiteY8" fmla="*/ 166987 h 347620"/>
              <a:gd name="connsiteX9" fmla="*/ 9632706 w 10386312"/>
              <a:gd name="connsiteY9" fmla="*/ 166987 h 347620"/>
              <a:gd name="connsiteX10" fmla="*/ 9609373 w 10386312"/>
              <a:gd name="connsiteY10" fmla="*/ 190527 h 347620"/>
              <a:gd name="connsiteX11" fmla="*/ 9586041 w 10386312"/>
              <a:gd name="connsiteY11" fmla="*/ 166987 h 347620"/>
              <a:gd name="connsiteX12" fmla="*/ 0 w 10386312"/>
              <a:gd name="connsiteY12" fmla="*/ 0 h 347620"/>
              <a:gd name="connsiteX13" fmla="*/ 739665 w 10386312"/>
              <a:gd name="connsiteY13" fmla="*/ 0 h 347620"/>
              <a:gd name="connsiteX14" fmla="*/ 9785339 w 10386312"/>
              <a:gd name="connsiteY14" fmla="*/ 3175 h 347620"/>
              <a:gd name="connsiteX15" fmla="*/ 9540864 w 10386312"/>
              <a:gd name="connsiteY15" fmla="*/ 97990 h 347620"/>
              <a:gd name="connsiteX16" fmla="*/ 9568541 w 10386312"/>
              <a:gd name="connsiteY16" fmla="*/ 121320 h 347620"/>
              <a:gd name="connsiteX17" fmla="*/ 9545478 w 10386312"/>
              <a:gd name="connsiteY17" fmla="*/ 149317 h 347620"/>
              <a:gd name="connsiteX18" fmla="*/ 9540864 w 10386312"/>
              <a:gd name="connsiteY18" fmla="*/ 149317 h 347620"/>
              <a:gd name="connsiteX19" fmla="*/ 9522411 w 10386312"/>
              <a:gd name="connsiteY19" fmla="*/ 167982 h 347620"/>
              <a:gd name="connsiteX20" fmla="*/ 9540864 w 10386312"/>
              <a:gd name="connsiteY20" fmla="*/ 191313 h 347620"/>
              <a:gd name="connsiteX21" fmla="*/ 9568541 w 10386312"/>
              <a:gd name="connsiteY21" fmla="*/ 214644 h 347620"/>
              <a:gd name="connsiteX22" fmla="*/ 9540864 w 10386312"/>
              <a:gd name="connsiteY22" fmla="*/ 242641 h 347620"/>
              <a:gd name="connsiteX23" fmla="*/ 9598014 w 10386312"/>
              <a:gd name="connsiteY23" fmla="*/ 339139 h 347620"/>
              <a:gd name="connsiteX24" fmla="*/ 0 w 10386312"/>
              <a:gd name="connsiteY24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32706 w 10386312"/>
              <a:gd name="connsiteY6" fmla="*/ 166987 h 347620"/>
              <a:gd name="connsiteX7" fmla="*/ 9609373 w 10386312"/>
              <a:gd name="connsiteY7" fmla="*/ 190527 h 347620"/>
              <a:gd name="connsiteX8" fmla="*/ 9586041 w 10386312"/>
              <a:gd name="connsiteY8" fmla="*/ 166987 h 347620"/>
              <a:gd name="connsiteX9" fmla="*/ 0 w 10386312"/>
              <a:gd name="connsiteY9" fmla="*/ 0 h 347620"/>
              <a:gd name="connsiteX10" fmla="*/ 739665 w 10386312"/>
              <a:gd name="connsiteY10" fmla="*/ 0 h 347620"/>
              <a:gd name="connsiteX11" fmla="*/ 9785339 w 10386312"/>
              <a:gd name="connsiteY11" fmla="*/ 3175 h 347620"/>
              <a:gd name="connsiteX12" fmla="*/ 9540864 w 10386312"/>
              <a:gd name="connsiteY12" fmla="*/ 97990 h 347620"/>
              <a:gd name="connsiteX13" fmla="*/ 9568541 w 10386312"/>
              <a:gd name="connsiteY13" fmla="*/ 121320 h 347620"/>
              <a:gd name="connsiteX14" fmla="*/ 9545478 w 10386312"/>
              <a:gd name="connsiteY14" fmla="*/ 149317 h 347620"/>
              <a:gd name="connsiteX15" fmla="*/ 9540864 w 10386312"/>
              <a:gd name="connsiteY15" fmla="*/ 149317 h 347620"/>
              <a:gd name="connsiteX16" fmla="*/ 9522411 w 10386312"/>
              <a:gd name="connsiteY16" fmla="*/ 167982 h 347620"/>
              <a:gd name="connsiteX17" fmla="*/ 9540864 w 10386312"/>
              <a:gd name="connsiteY17" fmla="*/ 191313 h 347620"/>
              <a:gd name="connsiteX18" fmla="*/ 9568541 w 10386312"/>
              <a:gd name="connsiteY18" fmla="*/ 214644 h 347620"/>
              <a:gd name="connsiteX19" fmla="*/ 9540864 w 10386312"/>
              <a:gd name="connsiteY19" fmla="*/ 242641 h 347620"/>
              <a:gd name="connsiteX20" fmla="*/ 9598014 w 10386312"/>
              <a:gd name="connsiteY20" fmla="*/ 339139 h 347620"/>
              <a:gd name="connsiteX21" fmla="*/ 0 w 10386312"/>
              <a:gd name="connsiteY21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09373 w 10386312"/>
              <a:gd name="connsiteY6" fmla="*/ 190527 h 347620"/>
              <a:gd name="connsiteX7" fmla="*/ 9586041 w 10386312"/>
              <a:gd name="connsiteY7" fmla="*/ 166987 h 347620"/>
              <a:gd name="connsiteX8" fmla="*/ 0 w 10386312"/>
              <a:gd name="connsiteY8" fmla="*/ 0 h 347620"/>
              <a:gd name="connsiteX9" fmla="*/ 739665 w 10386312"/>
              <a:gd name="connsiteY9" fmla="*/ 0 h 347620"/>
              <a:gd name="connsiteX10" fmla="*/ 9785339 w 10386312"/>
              <a:gd name="connsiteY10" fmla="*/ 3175 h 347620"/>
              <a:gd name="connsiteX11" fmla="*/ 9540864 w 10386312"/>
              <a:gd name="connsiteY11" fmla="*/ 97990 h 347620"/>
              <a:gd name="connsiteX12" fmla="*/ 9568541 w 10386312"/>
              <a:gd name="connsiteY12" fmla="*/ 121320 h 347620"/>
              <a:gd name="connsiteX13" fmla="*/ 9545478 w 10386312"/>
              <a:gd name="connsiteY13" fmla="*/ 149317 h 347620"/>
              <a:gd name="connsiteX14" fmla="*/ 9540864 w 10386312"/>
              <a:gd name="connsiteY14" fmla="*/ 149317 h 347620"/>
              <a:gd name="connsiteX15" fmla="*/ 9522411 w 10386312"/>
              <a:gd name="connsiteY15" fmla="*/ 167982 h 347620"/>
              <a:gd name="connsiteX16" fmla="*/ 9540864 w 10386312"/>
              <a:gd name="connsiteY16" fmla="*/ 191313 h 347620"/>
              <a:gd name="connsiteX17" fmla="*/ 9568541 w 10386312"/>
              <a:gd name="connsiteY17" fmla="*/ 214644 h 347620"/>
              <a:gd name="connsiteX18" fmla="*/ 9540864 w 10386312"/>
              <a:gd name="connsiteY18" fmla="*/ 242641 h 347620"/>
              <a:gd name="connsiteX19" fmla="*/ 9598014 w 10386312"/>
              <a:gd name="connsiteY19" fmla="*/ 339139 h 347620"/>
              <a:gd name="connsiteX20" fmla="*/ 0 w 10386312"/>
              <a:gd name="connsiteY2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0 w 10386312"/>
              <a:gd name="connsiteY5" fmla="*/ 0 h 347620"/>
              <a:gd name="connsiteX6" fmla="*/ 739665 w 10386312"/>
              <a:gd name="connsiteY6" fmla="*/ 0 h 347620"/>
              <a:gd name="connsiteX7" fmla="*/ 9785339 w 10386312"/>
              <a:gd name="connsiteY7" fmla="*/ 3175 h 347620"/>
              <a:gd name="connsiteX8" fmla="*/ 9540864 w 10386312"/>
              <a:gd name="connsiteY8" fmla="*/ 97990 h 347620"/>
              <a:gd name="connsiteX9" fmla="*/ 9568541 w 10386312"/>
              <a:gd name="connsiteY9" fmla="*/ 121320 h 347620"/>
              <a:gd name="connsiteX10" fmla="*/ 9545478 w 10386312"/>
              <a:gd name="connsiteY10" fmla="*/ 149317 h 347620"/>
              <a:gd name="connsiteX11" fmla="*/ 9540864 w 10386312"/>
              <a:gd name="connsiteY11" fmla="*/ 149317 h 347620"/>
              <a:gd name="connsiteX12" fmla="*/ 9522411 w 10386312"/>
              <a:gd name="connsiteY12" fmla="*/ 167982 h 347620"/>
              <a:gd name="connsiteX13" fmla="*/ 9540864 w 10386312"/>
              <a:gd name="connsiteY13" fmla="*/ 191313 h 347620"/>
              <a:gd name="connsiteX14" fmla="*/ 9568541 w 10386312"/>
              <a:gd name="connsiteY14" fmla="*/ 214644 h 347620"/>
              <a:gd name="connsiteX15" fmla="*/ 9540864 w 10386312"/>
              <a:gd name="connsiteY15" fmla="*/ 242641 h 347620"/>
              <a:gd name="connsiteX16" fmla="*/ 9598014 w 10386312"/>
              <a:gd name="connsiteY16" fmla="*/ 339139 h 347620"/>
              <a:gd name="connsiteX17" fmla="*/ 0 w 10386312"/>
              <a:gd name="connsiteY17" fmla="*/ 0 h 347620"/>
              <a:gd name="connsiteX0" fmla="*/ 9598014 w 10386312"/>
              <a:gd name="connsiteY0" fmla="*/ 339139 h 347838"/>
              <a:gd name="connsiteX1" fmla="*/ 845227 w 10386312"/>
              <a:gd name="connsiteY1" fmla="*/ 335964 h 347838"/>
              <a:gd name="connsiteX2" fmla="*/ 0 w 10386312"/>
              <a:gd name="connsiteY2" fmla="*/ 335964 h 347838"/>
              <a:gd name="connsiteX3" fmla="*/ 0 w 10386312"/>
              <a:gd name="connsiteY3" fmla="*/ 0 h 347838"/>
              <a:gd name="connsiteX4" fmla="*/ 9598014 w 10386312"/>
              <a:gd name="connsiteY4" fmla="*/ 339139 h 347838"/>
              <a:gd name="connsiteX5" fmla="*/ 0 w 10386312"/>
              <a:gd name="connsiteY5" fmla="*/ 0 h 347838"/>
              <a:gd name="connsiteX6" fmla="*/ 739665 w 10386312"/>
              <a:gd name="connsiteY6" fmla="*/ 0 h 347838"/>
              <a:gd name="connsiteX7" fmla="*/ 9785339 w 10386312"/>
              <a:gd name="connsiteY7" fmla="*/ 3175 h 347838"/>
              <a:gd name="connsiteX8" fmla="*/ 9540864 w 10386312"/>
              <a:gd name="connsiteY8" fmla="*/ 97990 h 347838"/>
              <a:gd name="connsiteX9" fmla="*/ 9568541 w 10386312"/>
              <a:gd name="connsiteY9" fmla="*/ 121320 h 347838"/>
              <a:gd name="connsiteX10" fmla="*/ 9545478 w 10386312"/>
              <a:gd name="connsiteY10" fmla="*/ 149317 h 347838"/>
              <a:gd name="connsiteX11" fmla="*/ 9540864 w 10386312"/>
              <a:gd name="connsiteY11" fmla="*/ 149317 h 347838"/>
              <a:gd name="connsiteX12" fmla="*/ 9522411 w 10386312"/>
              <a:gd name="connsiteY12" fmla="*/ 167982 h 347838"/>
              <a:gd name="connsiteX13" fmla="*/ 9540864 w 10386312"/>
              <a:gd name="connsiteY13" fmla="*/ 191313 h 347838"/>
              <a:gd name="connsiteX14" fmla="*/ 9540864 w 10386312"/>
              <a:gd name="connsiteY14" fmla="*/ 242641 h 347838"/>
              <a:gd name="connsiteX15" fmla="*/ 9598014 w 10386312"/>
              <a:gd name="connsiteY15" fmla="*/ 339139 h 347838"/>
              <a:gd name="connsiteX16" fmla="*/ 0 w 10386312"/>
              <a:gd name="connsiteY16" fmla="*/ 0 h 347838"/>
              <a:gd name="connsiteX0" fmla="*/ 9598014 w 10387052"/>
              <a:gd name="connsiteY0" fmla="*/ 339139 h 347838"/>
              <a:gd name="connsiteX1" fmla="*/ 845227 w 10387052"/>
              <a:gd name="connsiteY1" fmla="*/ 335964 h 347838"/>
              <a:gd name="connsiteX2" fmla="*/ 0 w 10387052"/>
              <a:gd name="connsiteY2" fmla="*/ 335964 h 347838"/>
              <a:gd name="connsiteX3" fmla="*/ 0 w 10387052"/>
              <a:gd name="connsiteY3" fmla="*/ 0 h 347838"/>
              <a:gd name="connsiteX4" fmla="*/ 9598014 w 10387052"/>
              <a:gd name="connsiteY4" fmla="*/ 339139 h 347838"/>
              <a:gd name="connsiteX5" fmla="*/ 0 w 10387052"/>
              <a:gd name="connsiteY5" fmla="*/ 0 h 347838"/>
              <a:gd name="connsiteX6" fmla="*/ 739665 w 10387052"/>
              <a:gd name="connsiteY6" fmla="*/ 0 h 347838"/>
              <a:gd name="connsiteX7" fmla="*/ 9785339 w 10387052"/>
              <a:gd name="connsiteY7" fmla="*/ 3175 h 347838"/>
              <a:gd name="connsiteX8" fmla="*/ 9540864 w 10387052"/>
              <a:gd name="connsiteY8" fmla="*/ 97990 h 347838"/>
              <a:gd name="connsiteX9" fmla="*/ 9545478 w 10387052"/>
              <a:gd name="connsiteY9" fmla="*/ 149317 h 347838"/>
              <a:gd name="connsiteX10" fmla="*/ 9540864 w 10387052"/>
              <a:gd name="connsiteY10" fmla="*/ 149317 h 347838"/>
              <a:gd name="connsiteX11" fmla="*/ 9522411 w 10387052"/>
              <a:gd name="connsiteY11" fmla="*/ 167982 h 347838"/>
              <a:gd name="connsiteX12" fmla="*/ 9540864 w 10387052"/>
              <a:gd name="connsiteY12" fmla="*/ 191313 h 347838"/>
              <a:gd name="connsiteX13" fmla="*/ 9540864 w 10387052"/>
              <a:gd name="connsiteY13" fmla="*/ 242641 h 347838"/>
              <a:gd name="connsiteX14" fmla="*/ 9598014 w 10387052"/>
              <a:gd name="connsiteY14" fmla="*/ 339139 h 347838"/>
              <a:gd name="connsiteX15" fmla="*/ 0 w 10387052"/>
              <a:gd name="connsiteY15" fmla="*/ 0 h 347838"/>
              <a:gd name="connsiteX0" fmla="*/ 9598014 w 10388562"/>
              <a:gd name="connsiteY0" fmla="*/ 339139 h 347838"/>
              <a:gd name="connsiteX1" fmla="*/ 845227 w 10388562"/>
              <a:gd name="connsiteY1" fmla="*/ 335964 h 347838"/>
              <a:gd name="connsiteX2" fmla="*/ 0 w 10388562"/>
              <a:gd name="connsiteY2" fmla="*/ 335964 h 347838"/>
              <a:gd name="connsiteX3" fmla="*/ 0 w 10388562"/>
              <a:gd name="connsiteY3" fmla="*/ 0 h 347838"/>
              <a:gd name="connsiteX4" fmla="*/ 9598014 w 10388562"/>
              <a:gd name="connsiteY4" fmla="*/ 339139 h 347838"/>
              <a:gd name="connsiteX5" fmla="*/ 0 w 10388562"/>
              <a:gd name="connsiteY5" fmla="*/ 0 h 347838"/>
              <a:gd name="connsiteX6" fmla="*/ 739665 w 10388562"/>
              <a:gd name="connsiteY6" fmla="*/ 0 h 347838"/>
              <a:gd name="connsiteX7" fmla="*/ 9785339 w 10388562"/>
              <a:gd name="connsiteY7" fmla="*/ 3175 h 347838"/>
              <a:gd name="connsiteX8" fmla="*/ 9545478 w 10388562"/>
              <a:gd name="connsiteY8" fmla="*/ 149317 h 347838"/>
              <a:gd name="connsiteX9" fmla="*/ 9540864 w 10388562"/>
              <a:gd name="connsiteY9" fmla="*/ 149317 h 347838"/>
              <a:gd name="connsiteX10" fmla="*/ 9522411 w 10388562"/>
              <a:gd name="connsiteY10" fmla="*/ 167982 h 347838"/>
              <a:gd name="connsiteX11" fmla="*/ 9540864 w 10388562"/>
              <a:gd name="connsiteY11" fmla="*/ 191313 h 347838"/>
              <a:gd name="connsiteX12" fmla="*/ 9540864 w 10388562"/>
              <a:gd name="connsiteY12" fmla="*/ 242641 h 347838"/>
              <a:gd name="connsiteX13" fmla="*/ 9598014 w 10388562"/>
              <a:gd name="connsiteY13" fmla="*/ 339139 h 347838"/>
              <a:gd name="connsiteX14" fmla="*/ 0 w 10388562"/>
              <a:gd name="connsiteY14" fmla="*/ 0 h 347838"/>
              <a:gd name="connsiteX0" fmla="*/ 9598014 w 10389157"/>
              <a:gd name="connsiteY0" fmla="*/ 339139 h 347838"/>
              <a:gd name="connsiteX1" fmla="*/ 845227 w 10389157"/>
              <a:gd name="connsiteY1" fmla="*/ 335964 h 347838"/>
              <a:gd name="connsiteX2" fmla="*/ 0 w 10389157"/>
              <a:gd name="connsiteY2" fmla="*/ 335964 h 347838"/>
              <a:gd name="connsiteX3" fmla="*/ 0 w 10389157"/>
              <a:gd name="connsiteY3" fmla="*/ 0 h 347838"/>
              <a:gd name="connsiteX4" fmla="*/ 9598014 w 10389157"/>
              <a:gd name="connsiteY4" fmla="*/ 339139 h 347838"/>
              <a:gd name="connsiteX5" fmla="*/ 0 w 10389157"/>
              <a:gd name="connsiteY5" fmla="*/ 0 h 347838"/>
              <a:gd name="connsiteX6" fmla="*/ 739665 w 10389157"/>
              <a:gd name="connsiteY6" fmla="*/ 0 h 347838"/>
              <a:gd name="connsiteX7" fmla="*/ 9785339 w 10389157"/>
              <a:gd name="connsiteY7" fmla="*/ 3175 h 347838"/>
              <a:gd name="connsiteX8" fmla="*/ 9545478 w 10389157"/>
              <a:gd name="connsiteY8" fmla="*/ 149317 h 347838"/>
              <a:gd name="connsiteX9" fmla="*/ 9522411 w 10389157"/>
              <a:gd name="connsiteY9" fmla="*/ 167982 h 347838"/>
              <a:gd name="connsiteX10" fmla="*/ 9540864 w 10389157"/>
              <a:gd name="connsiteY10" fmla="*/ 191313 h 347838"/>
              <a:gd name="connsiteX11" fmla="*/ 9540864 w 10389157"/>
              <a:gd name="connsiteY11" fmla="*/ 242641 h 347838"/>
              <a:gd name="connsiteX12" fmla="*/ 9598014 w 10389157"/>
              <a:gd name="connsiteY12" fmla="*/ 339139 h 347838"/>
              <a:gd name="connsiteX13" fmla="*/ 0 w 10389157"/>
              <a:gd name="connsiteY13" fmla="*/ 0 h 347838"/>
              <a:gd name="connsiteX0" fmla="*/ 9598014 w 10381792"/>
              <a:gd name="connsiteY0" fmla="*/ 339139 h 347838"/>
              <a:gd name="connsiteX1" fmla="*/ 845227 w 10381792"/>
              <a:gd name="connsiteY1" fmla="*/ 335964 h 347838"/>
              <a:gd name="connsiteX2" fmla="*/ 0 w 10381792"/>
              <a:gd name="connsiteY2" fmla="*/ 335964 h 347838"/>
              <a:gd name="connsiteX3" fmla="*/ 0 w 10381792"/>
              <a:gd name="connsiteY3" fmla="*/ 0 h 347838"/>
              <a:gd name="connsiteX4" fmla="*/ 9598014 w 10381792"/>
              <a:gd name="connsiteY4" fmla="*/ 339139 h 347838"/>
              <a:gd name="connsiteX5" fmla="*/ 0 w 10381792"/>
              <a:gd name="connsiteY5" fmla="*/ 0 h 347838"/>
              <a:gd name="connsiteX6" fmla="*/ 739665 w 10381792"/>
              <a:gd name="connsiteY6" fmla="*/ 0 h 347838"/>
              <a:gd name="connsiteX7" fmla="*/ 9785339 w 10381792"/>
              <a:gd name="connsiteY7" fmla="*/ 3175 h 347838"/>
              <a:gd name="connsiteX8" fmla="*/ 9522411 w 10381792"/>
              <a:gd name="connsiteY8" fmla="*/ 167982 h 347838"/>
              <a:gd name="connsiteX9" fmla="*/ 9540864 w 10381792"/>
              <a:gd name="connsiteY9" fmla="*/ 191313 h 347838"/>
              <a:gd name="connsiteX10" fmla="*/ 9540864 w 10381792"/>
              <a:gd name="connsiteY10" fmla="*/ 242641 h 347838"/>
              <a:gd name="connsiteX11" fmla="*/ 9598014 w 10381792"/>
              <a:gd name="connsiteY11" fmla="*/ 339139 h 347838"/>
              <a:gd name="connsiteX12" fmla="*/ 0 w 10381792"/>
              <a:gd name="connsiteY12" fmla="*/ 0 h 347838"/>
              <a:gd name="connsiteX0" fmla="*/ 9598014 w 10387201"/>
              <a:gd name="connsiteY0" fmla="*/ 339139 h 347838"/>
              <a:gd name="connsiteX1" fmla="*/ 845227 w 10387201"/>
              <a:gd name="connsiteY1" fmla="*/ 335964 h 347838"/>
              <a:gd name="connsiteX2" fmla="*/ 0 w 10387201"/>
              <a:gd name="connsiteY2" fmla="*/ 335964 h 347838"/>
              <a:gd name="connsiteX3" fmla="*/ 0 w 10387201"/>
              <a:gd name="connsiteY3" fmla="*/ 0 h 347838"/>
              <a:gd name="connsiteX4" fmla="*/ 9598014 w 10387201"/>
              <a:gd name="connsiteY4" fmla="*/ 339139 h 347838"/>
              <a:gd name="connsiteX5" fmla="*/ 0 w 10387201"/>
              <a:gd name="connsiteY5" fmla="*/ 0 h 347838"/>
              <a:gd name="connsiteX6" fmla="*/ 739665 w 10387201"/>
              <a:gd name="connsiteY6" fmla="*/ 0 h 347838"/>
              <a:gd name="connsiteX7" fmla="*/ 9785339 w 10387201"/>
              <a:gd name="connsiteY7" fmla="*/ 3175 h 347838"/>
              <a:gd name="connsiteX8" fmla="*/ 9540864 w 10387201"/>
              <a:gd name="connsiteY8" fmla="*/ 191313 h 347838"/>
              <a:gd name="connsiteX9" fmla="*/ 9540864 w 10387201"/>
              <a:gd name="connsiteY9" fmla="*/ 242641 h 347838"/>
              <a:gd name="connsiteX10" fmla="*/ 9598014 w 10387201"/>
              <a:gd name="connsiteY10" fmla="*/ 339139 h 347838"/>
              <a:gd name="connsiteX11" fmla="*/ 0 w 10387201"/>
              <a:gd name="connsiteY11" fmla="*/ 0 h 347838"/>
              <a:gd name="connsiteX0" fmla="*/ 9598014 w 10385367"/>
              <a:gd name="connsiteY0" fmla="*/ 339139 h 350048"/>
              <a:gd name="connsiteX1" fmla="*/ 845227 w 10385367"/>
              <a:gd name="connsiteY1" fmla="*/ 335964 h 350048"/>
              <a:gd name="connsiteX2" fmla="*/ 0 w 10385367"/>
              <a:gd name="connsiteY2" fmla="*/ 335964 h 350048"/>
              <a:gd name="connsiteX3" fmla="*/ 0 w 10385367"/>
              <a:gd name="connsiteY3" fmla="*/ 0 h 350048"/>
              <a:gd name="connsiteX4" fmla="*/ 9598014 w 10385367"/>
              <a:gd name="connsiteY4" fmla="*/ 339139 h 350048"/>
              <a:gd name="connsiteX5" fmla="*/ 0 w 10385367"/>
              <a:gd name="connsiteY5" fmla="*/ 0 h 350048"/>
              <a:gd name="connsiteX6" fmla="*/ 739665 w 10385367"/>
              <a:gd name="connsiteY6" fmla="*/ 0 h 350048"/>
              <a:gd name="connsiteX7" fmla="*/ 9785339 w 10385367"/>
              <a:gd name="connsiteY7" fmla="*/ 3175 h 350048"/>
              <a:gd name="connsiteX8" fmla="*/ 9540864 w 10385367"/>
              <a:gd name="connsiteY8" fmla="*/ 242641 h 350048"/>
              <a:gd name="connsiteX9" fmla="*/ 9598014 w 10385367"/>
              <a:gd name="connsiteY9" fmla="*/ 339139 h 350048"/>
              <a:gd name="connsiteX10" fmla="*/ 0 w 10385367"/>
              <a:gd name="connsiteY10" fmla="*/ 0 h 350048"/>
              <a:gd name="connsiteX0" fmla="*/ 9598014 w 10858369"/>
              <a:gd name="connsiteY0" fmla="*/ 339139 h 339139"/>
              <a:gd name="connsiteX1" fmla="*/ 845227 w 10858369"/>
              <a:gd name="connsiteY1" fmla="*/ 335964 h 339139"/>
              <a:gd name="connsiteX2" fmla="*/ 0 w 10858369"/>
              <a:gd name="connsiteY2" fmla="*/ 335964 h 339139"/>
              <a:gd name="connsiteX3" fmla="*/ 0 w 10858369"/>
              <a:gd name="connsiteY3" fmla="*/ 0 h 339139"/>
              <a:gd name="connsiteX4" fmla="*/ 9598014 w 10858369"/>
              <a:gd name="connsiteY4" fmla="*/ 339139 h 339139"/>
              <a:gd name="connsiteX5" fmla="*/ 0 w 10858369"/>
              <a:gd name="connsiteY5" fmla="*/ 0 h 339139"/>
              <a:gd name="connsiteX6" fmla="*/ 739665 w 10858369"/>
              <a:gd name="connsiteY6" fmla="*/ 0 h 339139"/>
              <a:gd name="connsiteX7" fmla="*/ 9785339 w 10858369"/>
              <a:gd name="connsiteY7" fmla="*/ 3175 h 339139"/>
              <a:gd name="connsiteX8" fmla="*/ 9598014 w 10858369"/>
              <a:gd name="connsiteY8" fmla="*/ 339139 h 339139"/>
              <a:gd name="connsiteX9" fmla="*/ 0 w 10858369"/>
              <a:gd name="connsiteY9" fmla="*/ 0 h 339139"/>
              <a:gd name="connsiteX0" fmla="*/ 9598014 w 10374035"/>
              <a:gd name="connsiteY0" fmla="*/ 339139 h 339139"/>
              <a:gd name="connsiteX1" fmla="*/ 845227 w 10374035"/>
              <a:gd name="connsiteY1" fmla="*/ 335964 h 339139"/>
              <a:gd name="connsiteX2" fmla="*/ 0 w 10374035"/>
              <a:gd name="connsiteY2" fmla="*/ 335964 h 339139"/>
              <a:gd name="connsiteX3" fmla="*/ 0 w 10374035"/>
              <a:gd name="connsiteY3" fmla="*/ 0 h 339139"/>
              <a:gd name="connsiteX4" fmla="*/ 9598014 w 10374035"/>
              <a:gd name="connsiteY4" fmla="*/ 339139 h 339139"/>
              <a:gd name="connsiteX5" fmla="*/ 0 w 10374035"/>
              <a:gd name="connsiteY5" fmla="*/ 0 h 339139"/>
              <a:gd name="connsiteX6" fmla="*/ 739665 w 10374035"/>
              <a:gd name="connsiteY6" fmla="*/ 0 h 339139"/>
              <a:gd name="connsiteX7" fmla="*/ 9785339 w 10374035"/>
              <a:gd name="connsiteY7" fmla="*/ 3175 h 339139"/>
              <a:gd name="connsiteX8" fmla="*/ 9598014 w 10374035"/>
              <a:gd name="connsiteY8" fmla="*/ 339139 h 339139"/>
              <a:gd name="connsiteX9" fmla="*/ 0 w 10374035"/>
              <a:gd name="connsiteY9" fmla="*/ 0 h 339139"/>
              <a:gd name="connsiteX0" fmla="*/ 9598014 w 10398682"/>
              <a:gd name="connsiteY0" fmla="*/ 339139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9598014 w 10398682"/>
              <a:gd name="connsiteY5" fmla="*/ 339139 h 430579"/>
              <a:gd name="connsiteX6" fmla="*/ 0 w 10398682"/>
              <a:gd name="connsiteY6" fmla="*/ 0 h 430579"/>
              <a:gd name="connsiteX7" fmla="*/ 739665 w 10398682"/>
              <a:gd name="connsiteY7" fmla="*/ 0 h 430579"/>
              <a:gd name="connsiteX8" fmla="*/ 9785339 w 10398682"/>
              <a:gd name="connsiteY8" fmla="*/ 3175 h 430579"/>
              <a:gd name="connsiteX9" fmla="*/ 9689454 w 10398682"/>
              <a:gd name="connsiteY9" fmla="*/ 430579 h 430579"/>
              <a:gd name="connsiteX0" fmla="*/ 0 w 10398682"/>
              <a:gd name="connsiteY0" fmla="*/ 0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0 w 10398682"/>
              <a:gd name="connsiteY5" fmla="*/ 0 h 430579"/>
              <a:gd name="connsiteX6" fmla="*/ 739665 w 10398682"/>
              <a:gd name="connsiteY6" fmla="*/ 0 h 430579"/>
              <a:gd name="connsiteX7" fmla="*/ 9785339 w 10398682"/>
              <a:gd name="connsiteY7" fmla="*/ 3175 h 430579"/>
              <a:gd name="connsiteX8" fmla="*/ 9689454 w 10398682"/>
              <a:gd name="connsiteY8" fmla="*/ 430579 h 430579"/>
              <a:gd name="connsiteX0" fmla="*/ 0 w 10867773"/>
              <a:gd name="connsiteY0" fmla="*/ 0 h 336082"/>
              <a:gd name="connsiteX1" fmla="*/ 0 w 10867773"/>
              <a:gd name="connsiteY1" fmla="*/ 0 h 336082"/>
              <a:gd name="connsiteX2" fmla="*/ 845227 w 10867773"/>
              <a:gd name="connsiteY2" fmla="*/ 335964 h 336082"/>
              <a:gd name="connsiteX3" fmla="*/ 0 w 10867773"/>
              <a:gd name="connsiteY3" fmla="*/ 335964 h 336082"/>
              <a:gd name="connsiteX4" fmla="*/ 0 w 10867773"/>
              <a:gd name="connsiteY4" fmla="*/ 0 h 336082"/>
              <a:gd name="connsiteX5" fmla="*/ 0 w 10867773"/>
              <a:gd name="connsiteY5" fmla="*/ 0 h 336082"/>
              <a:gd name="connsiteX6" fmla="*/ 739665 w 10867773"/>
              <a:gd name="connsiteY6" fmla="*/ 0 h 336082"/>
              <a:gd name="connsiteX7" fmla="*/ 9785339 w 10867773"/>
              <a:gd name="connsiteY7" fmla="*/ 3175 h 336082"/>
              <a:gd name="connsiteX8" fmla="*/ 9676754 w 10867773"/>
              <a:gd name="connsiteY8" fmla="*/ 230554 h 336082"/>
              <a:gd name="connsiteX0" fmla="*/ 0 w 10840435"/>
              <a:gd name="connsiteY0" fmla="*/ 0 h 336082"/>
              <a:gd name="connsiteX1" fmla="*/ 0 w 10840435"/>
              <a:gd name="connsiteY1" fmla="*/ 0 h 336082"/>
              <a:gd name="connsiteX2" fmla="*/ 845227 w 10840435"/>
              <a:gd name="connsiteY2" fmla="*/ 335964 h 336082"/>
              <a:gd name="connsiteX3" fmla="*/ 0 w 10840435"/>
              <a:gd name="connsiteY3" fmla="*/ 335964 h 336082"/>
              <a:gd name="connsiteX4" fmla="*/ 0 w 10840435"/>
              <a:gd name="connsiteY4" fmla="*/ 0 h 336082"/>
              <a:gd name="connsiteX5" fmla="*/ 0 w 10840435"/>
              <a:gd name="connsiteY5" fmla="*/ 0 h 336082"/>
              <a:gd name="connsiteX6" fmla="*/ 739665 w 10840435"/>
              <a:gd name="connsiteY6" fmla="*/ 0 h 336082"/>
              <a:gd name="connsiteX7" fmla="*/ 9785339 w 10840435"/>
              <a:gd name="connsiteY7" fmla="*/ 3175 h 336082"/>
              <a:gd name="connsiteX8" fmla="*/ 9625954 w 10840435"/>
              <a:gd name="connsiteY8" fmla="*/ 335329 h 336082"/>
              <a:gd name="connsiteX0" fmla="*/ 0 w 10403938"/>
              <a:gd name="connsiteY0" fmla="*/ 0 h 336082"/>
              <a:gd name="connsiteX1" fmla="*/ 0 w 10403938"/>
              <a:gd name="connsiteY1" fmla="*/ 0 h 336082"/>
              <a:gd name="connsiteX2" fmla="*/ 845227 w 10403938"/>
              <a:gd name="connsiteY2" fmla="*/ 335964 h 336082"/>
              <a:gd name="connsiteX3" fmla="*/ 0 w 10403938"/>
              <a:gd name="connsiteY3" fmla="*/ 335964 h 336082"/>
              <a:gd name="connsiteX4" fmla="*/ 0 w 10403938"/>
              <a:gd name="connsiteY4" fmla="*/ 0 h 336082"/>
              <a:gd name="connsiteX5" fmla="*/ 0 w 10403938"/>
              <a:gd name="connsiteY5" fmla="*/ 0 h 336082"/>
              <a:gd name="connsiteX6" fmla="*/ 739665 w 10403938"/>
              <a:gd name="connsiteY6" fmla="*/ 0 h 336082"/>
              <a:gd name="connsiteX7" fmla="*/ 9785339 w 10403938"/>
              <a:gd name="connsiteY7" fmla="*/ 3175 h 336082"/>
              <a:gd name="connsiteX8" fmla="*/ 9625954 w 10403938"/>
              <a:gd name="connsiteY8" fmla="*/ 335329 h 336082"/>
              <a:gd name="connsiteX0" fmla="*/ 0 w 9785601"/>
              <a:gd name="connsiteY0" fmla="*/ 0 h 336082"/>
              <a:gd name="connsiteX1" fmla="*/ 0 w 9785601"/>
              <a:gd name="connsiteY1" fmla="*/ 0 h 336082"/>
              <a:gd name="connsiteX2" fmla="*/ 845227 w 9785601"/>
              <a:gd name="connsiteY2" fmla="*/ 335964 h 336082"/>
              <a:gd name="connsiteX3" fmla="*/ 0 w 9785601"/>
              <a:gd name="connsiteY3" fmla="*/ 335964 h 336082"/>
              <a:gd name="connsiteX4" fmla="*/ 0 w 9785601"/>
              <a:gd name="connsiteY4" fmla="*/ 0 h 336082"/>
              <a:gd name="connsiteX5" fmla="*/ 0 w 9785601"/>
              <a:gd name="connsiteY5" fmla="*/ 0 h 336082"/>
              <a:gd name="connsiteX6" fmla="*/ 739665 w 9785601"/>
              <a:gd name="connsiteY6" fmla="*/ 0 h 336082"/>
              <a:gd name="connsiteX7" fmla="*/ 9785339 w 9785601"/>
              <a:gd name="connsiteY7" fmla="*/ 3175 h 336082"/>
              <a:gd name="connsiteX8" fmla="*/ 9625954 w 9785601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6350 h 336082"/>
              <a:gd name="connsiteX8" fmla="*/ 9625954 w 9798283"/>
              <a:gd name="connsiteY8" fmla="*/ 335329 h 336082"/>
              <a:gd name="connsiteX0" fmla="*/ 0 w 9941053"/>
              <a:gd name="connsiteY0" fmla="*/ 60328 h 396410"/>
              <a:gd name="connsiteX1" fmla="*/ 0 w 9941053"/>
              <a:gd name="connsiteY1" fmla="*/ 60328 h 396410"/>
              <a:gd name="connsiteX2" fmla="*/ 845227 w 9941053"/>
              <a:gd name="connsiteY2" fmla="*/ 396292 h 396410"/>
              <a:gd name="connsiteX3" fmla="*/ 0 w 9941053"/>
              <a:gd name="connsiteY3" fmla="*/ 396292 h 396410"/>
              <a:gd name="connsiteX4" fmla="*/ 0 w 9941053"/>
              <a:gd name="connsiteY4" fmla="*/ 60328 h 396410"/>
              <a:gd name="connsiteX5" fmla="*/ 0 w 9941053"/>
              <a:gd name="connsiteY5" fmla="*/ 60328 h 396410"/>
              <a:gd name="connsiteX6" fmla="*/ 739665 w 9941053"/>
              <a:gd name="connsiteY6" fmla="*/ 60328 h 396410"/>
              <a:gd name="connsiteX7" fmla="*/ 9940914 w 9941053"/>
              <a:gd name="connsiteY7" fmla="*/ 3 h 396410"/>
              <a:gd name="connsiteX8" fmla="*/ 9625954 w 9941053"/>
              <a:gd name="connsiteY8" fmla="*/ 395657 h 396410"/>
              <a:gd name="connsiteX0" fmla="*/ 0 w 9625954"/>
              <a:gd name="connsiteY0" fmla="*/ 0 h 336082"/>
              <a:gd name="connsiteX1" fmla="*/ 0 w 9625954"/>
              <a:gd name="connsiteY1" fmla="*/ 0 h 336082"/>
              <a:gd name="connsiteX2" fmla="*/ 845227 w 9625954"/>
              <a:gd name="connsiteY2" fmla="*/ 335964 h 336082"/>
              <a:gd name="connsiteX3" fmla="*/ 0 w 9625954"/>
              <a:gd name="connsiteY3" fmla="*/ 335964 h 336082"/>
              <a:gd name="connsiteX4" fmla="*/ 0 w 9625954"/>
              <a:gd name="connsiteY4" fmla="*/ 0 h 336082"/>
              <a:gd name="connsiteX5" fmla="*/ 0 w 9625954"/>
              <a:gd name="connsiteY5" fmla="*/ 0 h 336082"/>
              <a:gd name="connsiteX6" fmla="*/ 739665 w 9625954"/>
              <a:gd name="connsiteY6" fmla="*/ 0 h 336082"/>
              <a:gd name="connsiteX7" fmla="*/ 9229714 w 9625954"/>
              <a:gd name="connsiteY7" fmla="*/ 177800 h 336082"/>
              <a:gd name="connsiteX8" fmla="*/ 9625954 w 9625954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3175 h 336082"/>
              <a:gd name="connsiteX8" fmla="*/ 9625954 w 9798283"/>
              <a:gd name="connsiteY8" fmla="*/ 335329 h 336082"/>
              <a:gd name="connsiteX0" fmla="*/ 0 w 10332581"/>
              <a:gd name="connsiteY0" fmla="*/ 0 h 336082"/>
              <a:gd name="connsiteX1" fmla="*/ 0 w 10332581"/>
              <a:gd name="connsiteY1" fmla="*/ 0 h 336082"/>
              <a:gd name="connsiteX2" fmla="*/ 845227 w 10332581"/>
              <a:gd name="connsiteY2" fmla="*/ 335964 h 336082"/>
              <a:gd name="connsiteX3" fmla="*/ 0 w 10332581"/>
              <a:gd name="connsiteY3" fmla="*/ 335964 h 336082"/>
              <a:gd name="connsiteX4" fmla="*/ 0 w 10332581"/>
              <a:gd name="connsiteY4" fmla="*/ 0 h 336082"/>
              <a:gd name="connsiteX5" fmla="*/ 0 w 10332581"/>
              <a:gd name="connsiteY5" fmla="*/ 0 h 336082"/>
              <a:gd name="connsiteX6" fmla="*/ 739665 w 10332581"/>
              <a:gd name="connsiteY6" fmla="*/ 0 h 336082"/>
              <a:gd name="connsiteX7" fmla="*/ 9798039 w 10332581"/>
              <a:gd name="connsiteY7" fmla="*/ 3175 h 336082"/>
              <a:gd name="connsiteX8" fmla="*/ 9333854 w 10332581"/>
              <a:gd name="connsiteY8" fmla="*/ 243254 h 336082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739665 w 10410875"/>
              <a:gd name="connsiteY6" fmla="*/ 0 h 338504"/>
              <a:gd name="connsiteX7" fmla="*/ 9798039 w 10410875"/>
              <a:gd name="connsiteY7" fmla="*/ 3175 h 338504"/>
              <a:gd name="connsiteX8" fmla="*/ 9616429 w 10410875"/>
              <a:gd name="connsiteY8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9798039"/>
              <a:gd name="connsiteY0" fmla="*/ 0 h 335964"/>
              <a:gd name="connsiteX1" fmla="*/ 0 w 9798039"/>
              <a:gd name="connsiteY1" fmla="*/ 0 h 335964"/>
              <a:gd name="connsiteX2" fmla="*/ 4450166 w 9798039"/>
              <a:gd name="connsiteY2" fmla="*/ 331176 h 335964"/>
              <a:gd name="connsiteX3" fmla="*/ 0 w 9798039"/>
              <a:gd name="connsiteY3" fmla="*/ 335964 h 335964"/>
              <a:gd name="connsiteX4" fmla="*/ 0 w 9798039"/>
              <a:gd name="connsiteY4" fmla="*/ 0 h 335964"/>
              <a:gd name="connsiteX5" fmla="*/ 0 w 9798039"/>
              <a:gd name="connsiteY5" fmla="*/ 0 h 335964"/>
              <a:gd name="connsiteX6" fmla="*/ 9798039 w 9798039"/>
              <a:gd name="connsiteY6" fmla="*/ 3175 h 335964"/>
              <a:gd name="connsiteX0" fmla="*/ 0 w 4808553"/>
              <a:gd name="connsiteY0" fmla="*/ 0 h 335964"/>
              <a:gd name="connsiteX1" fmla="*/ 0 w 4808553"/>
              <a:gd name="connsiteY1" fmla="*/ 0 h 335964"/>
              <a:gd name="connsiteX2" fmla="*/ 4450166 w 4808553"/>
              <a:gd name="connsiteY2" fmla="*/ 331176 h 335964"/>
              <a:gd name="connsiteX3" fmla="*/ 0 w 4808553"/>
              <a:gd name="connsiteY3" fmla="*/ 335964 h 335964"/>
              <a:gd name="connsiteX4" fmla="*/ 0 w 4808553"/>
              <a:gd name="connsiteY4" fmla="*/ 0 h 335964"/>
              <a:gd name="connsiteX0" fmla="*/ 77078 w 4528022"/>
              <a:gd name="connsiteY0" fmla="*/ 10269 h 365804"/>
              <a:gd name="connsiteX1" fmla="*/ 77078 w 4528022"/>
              <a:gd name="connsiteY1" fmla="*/ 10269 h 365804"/>
              <a:gd name="connsiteX2" fmla="*/ 436136 w 4528022"/>
              <a:gd name="connsiteY2" fmla="*/ 29857 h 365804"/>
              <a:gd name="connsiteX3" fmla="*/ 4527244 w 4528022"/>
              <a:gd name="connsiteY3" fmla="*/ 341445 h 365804"/>
              <a:gd name="connsiteX4" fmla="*/ 77078 w 4528022"/>
              <a:gd name="connsiteY4" fmla="*/ 346233 h 365804"/>
              <a:gd name="connsiteX5" fmla="*/ 77078 w 4528022"/>
              <a:gd name="connsiteY5" fmla="*/ 10269 h 365804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973015"/>
              <a:gd name="connsiteY0" fmla="*/ 0 h 356920"/>
              <a:gd name="connsiteX1" fmla="*/ 0 w 4973015"/>
              <a:gd name="connsiteY1" fmla="*/ 0 h 356920"/>
              <a:gd name="connsiteX2" fmla="*/ 4035808 w 4973015"/>
              <a:gd name="connsiteY2" fmla="*/ 48312 h 356920"/>
              <a:gd name="connsiteX3" fmla="*/ 4673465 w 4973015"/>
              <a:gd name="connsiteY3" fmla="*/ 335963 h 356920"/>
              <a:gd name="connsiteX4" fmla="*/ 0 w 4973015"/>
              <a:gd name="connsiteY4" fmla="*/ 335964 h 356920"/>
              <a:gd name="connsiteX5" fmla="*/ 0 w 4973015"/>
              <a:gd name="connsiteY5" fmla="*/ 0 h 356920"/>
              <a:gd name="connsiteX0" fmla="*/ 0 w 4971985"/>
              <a:gd name="connsiteY0" fmla="*/ 0 h 339915"/>
              <a:gd name="connsiteX1" fmla="*/ 0 w 4971985"/>
              <a:gd name="connsiteY1" fmla="*/ 0 h 339915"/>
              <a:gd name="connsiteX2" fmla="*/ 4035808 w 4971985"/>
              <a:gd name="connsiteY2" fmla="*/ 48312 h 339915"/>
              <a:gd name="connsiteX3" fmla="*/ 4673465 w 4971985"/>
              <a:gd name="connsiteY3" fmla="*/ 335963 h 339915"/>
              <a:gd name="connsiteX4" fmla="*/ 0 w 4971985"/>
              <a:gd name="connsiteY4" fmla="*/ 335964 h 339915"/>
              <a:gd name="connsiteX5" fmla="*/ 0 w 4971985"/>
              <a:gd name="connsiteY5" fmla="*/ 0 h 339915"/>
              <a:gd name="connsiteX0" fmla="*/ 0 w 4977139"/>
              <a:gd name="connsiteY0" fmla="*/ 0 h 335964"/>
              <a:gd name="connsiteX1" fmla="*/ 0 w 4977139"/>
              <a:gd name="connsiteY1" fmla="*/ 0 h 335964"/>
              <a:gd name="connsiteX2" fmla="*/ 4035808 w 4977139"/>
              <a:gd name="connsiteY2" fmla="*/ 48312 h 335964"/>
              <a:gd name="connsiteX3" fmla="*/ 4673465 w 4977139"/>
              <a:gd name="connsiteY3" fmla="*/ 335963 h 335964"/>
              <a:gd name="connsiteX4" fmla="*/ 0 w 4977139"/>
              <a:gd name="connsiteY4" fmla="*/ 335964 h 335964"/>
              <a:gd name="connsiteX5" fmla="*/ 0 w 4977139"/>
              <a:gd name="connsiteY5" fmla="*/ 0 h 335964"/>
              <a:gd name="connsiteX0" fmla="*/ 0 w 4680500"/>
              <a:gd name="connsiteY0" fmla="*/ 0 h 335993"/>
              <a:gd name="connsiteX1" fmla="*/ 0 w 4680500"/>
              <a:gd name="connsiteY1" fmla="*/ 0 h 335993"/>
              <a:gd name="connsiteX2" fmla="*/ 4035808 w 4680500"/>
              <a:gd name="connsiteY2" fmla="*/ 48312 h 335993"/>
              <a:gd name="connsiteX3" fmla="*/ 4673465 w 4680500"/>
              <a:gd name="connsiteY3" fmla="*/ 335963 h 335993"/>
              <a:gd name="connsiteX4" fmla="*/ 0 w 4680500"/>
              <a:gd name="connsiteY4" fmla="*/ 335964 h 335993"/>
              <a:gd name="connsiteX5" fmla="*/ 0 w 4680500"/>
              <a:gd name="connsiteY5" fmla="*/ 0 h 335993"/>
              <a:gd name="connsiteX0" fmla="*/ 0 w 4673495"/>
              <a:gd name="connsiteY0" fmla="*/ 0 h 335993"/>
              <a:gd name="connsiteX1" fmla="*/ 0 w 4673495"/>
              <a:gd name="connsiteY1" fmla="*/ 0 h 335993"/>
              <a:gd name="connsiteX2" fmla="*/ 4035808 w 4673495"/>
              <a:gd name="connsiteY2" fmla="*/ 48312 h 335993"/>
              <a:gd name="connsiteX3" fmla="*/ 4673465 w 4673495"/>
              <a:gd name="connsiteY3" fmla="*/ 335963 h 335993"/>
              <a:gd name="connsiteX4" fmla="*/ 0 w 4673495"/>
              <a:gd name="connsiteY4" fmla="*/ 335964 h 335993"/>
              <a:gd name="connsiteX5" fmla="*/ 0 w 4673495"/>
              <a:gd name="connsiteY5" fmla="*/ 0 h 335993"/>
              <a:gd name="connsiteX0" fmla="*/ 0 w 5049349"/>
              <a:gd name="connsiteY0" fmla="*/ 0 h 360817"/>
              <a:gd name="connsiteX1" fmla="*/ 0 w 5049349"/>
              <a:gd name="connsiteY1" fmla="*/ 0 h 360817"/>
              <a:gd name="connsiteX2" fmla="*/ 4752225 w 5049349"/>
              <a:gd name="connsiteY2" fmla="*/ 438 h 360817"/>
              <a:gd name="connsiteX3" fmla="*/ 4673465 w 5049349"/>
              <a:gd name="connsiteY3" fmla="*/ 335963 h 360817"/>
              <a:gd name="connsiteX4" fmla="*/ 0 w 5049349"/>
              <a:gd name="connsiteY4" fmla="*/ 335964 h 360817"/>
              <a:gd name="connsiteX5" fmla="*/ 0 w 5049349"/>
              <a:gd name="connsiteY5" fmla="*/ 0 h 360817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317112"/>
              <a:gd name="connsiteY0" fmla="*/ 0 h 354433"/>
              <a:gd name="connsiteX1" fmla="*/ 0 w 5317112"/>
              <a:gd name="connsiteY1" fmla="*/ 0 h 354433"/>
              <a:gd name="connsiteX2" fmla="*/ 4775485 w 5317112"/>
              <a:gd name="connsiteY2" fmla="*/ 86612 h 354433"/>
              <a:gd name="connsiteX3" fmla="*/ 4673465 w 5317112"/>
              <a:gd name="connsiteY3" fmla="*/ 335963 h 354433"/>
              <a:gd name="connsiteX4" fmla="*/ 0 w 5317112"/>
              <a:gd name="connsiteY4" fmla="*/ 335964 h 354433"/>
              <a:gd name="connsiteX5" fmla="*/ 0 w 5317112"/>
              <a:gd name="connsiteY5" fmla="*/ 0 h 354433"/>
              <a:gd name="connsiteX0" fmla="*/ 0 w 5286704"/>
              <a:gd name="connsiteY0" fmla="*/ 0 h 354433"/>
              <a:gd name="connsiteX1" fmla="*/ 0 w 5286704"/>
              <a:gd name="connsiteY1" fmla="*/ 0 h 354433"/>
              <a:gd name="connsiteX2" fmla="*/ 4775485 w 5286704"/>
              <a:gd name="connsiteY2" fmla="*/ 86612 h 354433"/>
              <a:gd name="connsiteX3" fmla="*/ 4673465 w 5286704"/>
              <a:gd name="connsiteY3" fmla="*/ 335963 h 354433"/>
              <a:gd name="connsiteX4" fmla="*/ 0 w 5286704"/>
              <a:gd name="connsiteY4" fmla="*/ 335964 h 354433"/>
              <a:gd name="connsiteX5" fmla="*/ 0 w 5286704"/>
              <a:gd name="connsiteY5" fmla="*/ 0 h 354433"/>
              <a:gd name="connsiteX0" fmla="*/ 0 w 5097113"/>
              <a:gd name="connsiteY0" fmla="*/ 0 h 354433"/>
              <a:gd name="connsiteX1" fmla="*/ 0 w 5097113"/>
              <a:gd name="connsiteY1" fmla="*/ 0 h 354433"/>
              <a:gd name="connsiteX2" fmla="*/ 4775485 w 5097113"/>
              <a:gd name="connsiteY2" fmla="*/ 86612 h 354433"/>
              <a:gd name="connsiteX3" fmla="*/ 4673465 w 5097113"/>
              <a:gd name="connsiteY3" fmla="*/ 335963 h 354433"/>
              <a:gd name="connsiteX4" fmla="*/ 0 w 5097113"/>
              <a:gd name="connsiteY4" fmla="*/ 335964 h 354433"/>
              <a:gd name="connsiteX5" fmla="*/ 0 w 5097113"/>
              <a:gd name="connsiteY5" fmla="*/ 0 h 354433"/>
              <a:gd name="connsiteX0" fmla="*/ 0 w 5059613"/>
              <a:gd name="connsiteY0" fmla="*/ 269184 h 623617"/>
              <a:gd name="connsiteX1" fmla="*/ 0 w 5059613"/>
              <a:gd name="connsiteY1" fmla="*/ 269184 h 623617"/>
              <a:gd name="connsiteX2" fmla="*/ 4775485 w 5059613"/>
              <a:gd name="connsiteY2" fmla="*/ 355796 h 623617"/>
              <a:gd name="connsiteX3" fmla="*/ 4673465 w 5059613"/>
              <a:gd name="connsiteY3" fmla="*/ 605147 h 623617"/>
              <a:gd name="connsiteX4" fmla="*/ 0 w 5059613"/>
              <a:gd name="connsiteY4" fmla="*/ 605148 h 623617"/>
              <a:gd name="connsiteX5" fmla="*/ 0 w 5059613"/>
              <a:gd name="connsiteY5" fmla="*/ 269184 h 623617"/>
              <a:gd name="connsiteX0" fmla="*/ 0 w 5080032"/>
              <a:gd name="connsiteY0" fmla="*/ 0 h 606920"/>
              <a:gd name="connsiteX1" fmla="*/ 0 w 5080032"/>
              <a:gd name="connsiteY1" fmla="*/ 0 h 606920"/>
              <a:gd name="connsiteX2" fmla="*/ 4775485 w 5080032"/>
              <a:gd name="connsiteY2" fmla="*/ 86612 h 606920"/>
              <a:gd name="connsiteX3" fmla="*/ 4673465 w 5080032"/>
              <a:gd name="connsiteY3" fmla="*/ 335963 h 606920"/>
              <a:gd name="connsiteX4" fmla="*/ 0 w 5080032"/>
              <a:gd name="connsiteY4" fmla="*/ 335964 h 606920"/>
              <a:gd name="connsiteX5" fmla="*/ 0 w 5080032"/>
              <a:gd name="connsiteY5" fmla="*/ 0 h 606920"/>
              <a:gd name="connsiteX0" fmla="*/ 0 w 5042821"/>
              <a:gd name="connsiteY0" fmla="*/ 38486 h 645406"/>
              <a:gd name="connsiteX1" fmla="*/ 0 w 5042821"/>
              <a:gd name="connsiteY1" fmla="*/ 38486 h 645406"/>
              <a:gd name="connsiteX2" fmla="*/ 4775485 w 5042821"/>
              <a:gd name="connsiteY2" fmla="*/ 125098 h 645406"/>
              <a:gd name="connsiteX3" fmla="*/ 4673465 w 5042821"/>
              <a:gd name="connsiteY3" fmla="*/ 374449 h 645406"/>
              <a:gd name="connsiteX4" fmla="*/ 0 w 5042821"/>
              <a:gd name="connsiteY4" fmla="*/ 374450 h 645406"/>
              <a:gd name="connsiteX5" fmla="*/ 0 w 5042821"/>
              <a:gd name="connsiteY5" fmla="*/ 38486 h 645406"/>
              <a:gd name="connsiteX0" fmla="*/ 0 w 5185081"/>
              <a:gd name="connsiteY0" fmla="*/ 0 h 606920"/>
              <a:gd name="connsiteX1" fmla="*/ 0 w 5185081"/>
              <a:gd name="connsiteY1" fmla="*/ 0 h 606920"/>
              <a:gd name="connsiteX2" fmla="*/ 4775485 w 5185081"/>
              <a:gd name="connsiteY2" fmla="*/ 86612 h 606920"/>
              <a:gd name="connsiteX3" fmla="*/ 4673465 w 5185081"/>
              <a:gd name="connsiteY3" fmla="*/ 335963 h 606920"/>
              <a:gd name="connsiteX4" fmla="*/ 0 w 5185081"/>
              <a:gd name="connsiteY4" fmla="*/ 335964 h 606920"/>
              <a:gd name="connsiteX5" fmla="*/ 0 w 5185081"/>
              <a:gd name="connsiteY5" fmla="*/ 0 h 606920"/>
              <a:gd name="connsiteX0" fmla="*/ 0 w 5185081"/>
              <a:gd name="connsiteY0" fmla="*/ 0 h 354433"/>
              <a:gd name="connsiteX1" fmla="*/ 0 w 5185081"/>
              <a:gd name="connsiteY1" fmla="*/ 0 h 354433"/>
              <a:gd name="connsiteX2" fmla="*/ 4775485 w 5185081"/>
              <a:gd name="connsiteY2" fmla="*/ 86612 h 354433"/>
              <a:gd name="connsiteX3" fmla="*/ 4673465 w 5185081"/>
              <a:gd name="connsiteY3" fmla="*/ 335963 h 354433"/>
              <a:gd name="connsiteX4" fmla="*/ 0 w 5185081"/>
              <a:gd name="connsiteY4" fmla="*/ 335964 h 354433"/>
              <a:gd name="connsiteX5" fmla="*/ 0 w 5185081"/>
              <a:gd name="connsiteY5" fmla="*/ 0 h 354433"/>
              <a:gd name="connsiteX0" fmla="*/ 0 w 5056051"/>
              <a:gd name="connsiteY0" fmla="*/ 0 h 354433"/>
              <a:gd name="connsiteX1" fmla="*/ 0 w 5056051"/>
              <a:gd name="connsiteY1" fmla="*/ 0 h 354433"/>
              <a:gd name="connsiteX2" fmla="*/ 4775485 w 5056051"/>
              <a:gd name="connsiteY2" fmla="*/ 86612 h 354433"/>
              <a:gd name="connsiteX3" fmla="*/ 4673465 w 5056051"/>
              <a:gd name="connsiteY3" fmla="*/ 335963 h 354433"/>
              <a:gd name="connsiteX4" fmla="*/ 0 w 5056051"/>
              <a:gd name="connsiteY4" fmla="*/ 335964 h 354433"/>
              <a:gd name="connsiteX5" fmla="*/ 0 w 5056051"/>
              <a:gd name="connsiteY5" fmla="*/ 0 h 354433"/>
              <a:gd name="connsiteX0" fmla="*/ 0 w 4775496"/>
              <a:gd name="connsiteY0" fmla="*/ 0 h 354433"/>
              <a:gd name="connsiteX1" fmla="*/ 0 w 4775496"/>
              <a:gd name="connsiteY1" fmla="*/ 0 h 354433"/>
              <a:gd name="connsiteX2" fmla="*/ 4775485 w 4775496"/>
              <a:gd name="connsiteY2" fmla="*/ 86612 h 354433"/>
              <a:gd name="connsiteX3" fmla="*/ 4673465 w 4775496"/>
              <a:gd name="connsiteY3" fmla="*/ 335963 h 354433"/>
              <a:gd name="connsiteX4" fmla="*/ 0 w 4775496"/>
              <a:gd name="connsiteY4" fmla="*/ 335964 h 354433"/>
              <a:gd name="connsiteX5" fmla="*/ 0 w 4775496"/>
              <a:gd name="connsiteY5" fmla="*/ 0 h 354433"/>
              <a:gd name="connsiteX0" fmla="*/ 0 w 4775496"/>
              <a:gd name="connsiteY0" fmla="*/ 0 h 335964"/>
              <a:gd name="connsiteX1" fmla="*/ 0 w 4775496"/>
              <a:gd name="connsiteY1" fmla="*/ 0 h 335964"/>
              <a:gd name="connsiteX2" fmla="*/ 4775485 w 4775496"/>
              <a:gd name="connsiteY2" fmla="*/ 86612 h 335964"/>
              <a:gd name="connsiteX3" fmla="*/ 4673465 w 4775496"/>
              <a:gd name="connsiteY3" fmla="*/ 335963 h 335964"/>
              <a:gd name="connsiteX4" fmla="*/ 0 w 4775496"/>
              <a:gd name="connsiteY4" fmla="*/ 335964 h 335964"/>
              <a:gd name="connsiteX5" fmla="*/ 0 w 4775496"/>
              <a:gd name="connsiteY5" fmla="*/ 0 h 335964"/>
              <a:gd name="connsiteX0" fmla="*/ 0 w 4759216"/>
              <a:gd name="connsiteY0" fmla="*/ 0 h 335964"/>
              <a:gd name="connsiteX1" fmla="*/ 0 w 4759216"/>
              <a:gd name="connsiteY1" fmla="*/ 0 h 335964"/>
              <a:gd name="connsiteX2" fmla="*/ 4759203 w 4759216"/>
              <a:gd name="connsiteY2" fmla="*/ 5225 h 335964"/>
              <a:gd name="connsiteX3" fmla="*/ 4673465 w 4759216"/>
              <a:gd name="connsiteY3" fmla="*/ 335963 h 335964"/>
              <a:gd name="connsiteX4" fmla="*/ 0 w 4759216"/>
              <a:gd name="connsiteY4" fmla="*/ 335964 h 335964"/>
              <a:gd name="connsiteX5" fmla="*/ 0 w 4759216"/>
              <a:gd name="connsiteY5" fmla="*/ 0 h 335964"/>
              <a:gd name="connsiteX0" fmla="*/ 0 w 4759208"/>
              <a:gd name="connsiteY0" fmla="*/ 0 h 335964"/>
              <a:gd name="connsiteX1" fmla="*/ 0 w 4759208"/>
              <a:gd name="connsiteY1" fmla="*/ 0 h 335964"/>
              <a:gd name="connsiteX2" fmla="*/ 4759203 w 4759208"/>
              <a:gd name="connsiteY2" fmla="*/ 5225 h 335964"/>
              <a:gd name="connsiteX3" fmla="*/ 4559490 w 4759208"/>
              <a:gd name="connsiteY3" fmla="*/ 206702 h 335964"/>
              <a:gd name="connsiteX4" fmla="*/ 0 w 4759208"/>
              <a:gd name="connsiteY4" fmla="*/ 335964 h 335964"/>
              <a:gd name="connsiteX5" fmla="*/ 0 w 4759208"/>
              <a:gd name="connsiteY5" fmla="*/ 0 h 335964"/>
              <a:gd name="connsiteX0" fmla="*/ 0 w 4759215"/>
              <a:gd name="connsiteY0" fmla="*/ 0 h 335964"/>
              <a:gd name="connsiteX1" fmla="*/ 0 w 4759215"/>
              <a:gd name="connsiteY1" fmla="*/ 0 h 335964"/>
              <a:gd name="connsiteX2" fmla="*/ 4759203 w 4759215"/>
              <a:gd name="connsiteY2" fmla="*/ 5225 h 335964"/>
              <a:gd name="connsiteX3" fmla="*/ 4668814 w 4759215"/>
              <a:gd name="connsiteY3" fmla="*/ 335963 h 335964"/>
              <a:gd name="connsiteX4" fmla="*/ 0 w 4759215"/>
              <a:gd name="connsiteY4" fmla="*/ 335964 h 335964"/>
              <a:gd name="connsiteX5" fmla="*/ 0 w 4759215"/>
              <a:gd name="connsiteY5" fmla="*/ 0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9215" h="335964">
                <a:moveTo>
                  <a:pt x="0" y="0"/>
                </a:moveTo>
                <a:lnTo>
                  <a:pt x="0" y="0"/>
                </a:lnTo>
                <a:lnTo>
                  <a:pt x="4759203" y="5225"/>
                </a:lnTo>
                <a:cubicBezTo>
                  <a:pt x="4760433" y="13511"/>
                  <a:pt x="4673878" y="332704"/>
                  <a:pt x="4668814" y="335963"/>
                </a:cubicBezTo>
                <a:cubicBezTo>
                  <a:pt x="4670728" y="334435"/>
                  <a:pt x="1557822" y="335964"/>
                  <a:pt x="0" y="3359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54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1807780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a graph and a fram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0" y="2556822"/>
            <a:ext cx="7019999" cy="3600138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399" y="1337159"/>
            <a:ext cx="7020000" cy="170715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718BF0D1-2051-4CDC-8776-6ACE284695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17908" y="1288067"/>
            <a:ext cx="3656872" cy="4868893"/>
          </a:xfrm>
          <a:custGeom>
            <a:avLst/>
            <a:gdLst>
              <a:gd name="connsiteX0" fmla="*/ 0 w 3656872"/>
              <a:gd name="connsiteY0" fmla="*/ 0 h 4868893"/>
              <a:gd name="connsiteX1" fmla="*/ 3656872 w 3656872"/>
              <a:gd name="connsiteY1" fmla="*/ 0 h 4868893"/>
              <a:gd name="connsiteX2" fmla="*/ 3656872 w 3656872"/>
              <a:gd name="connsiteY2" fmla="*/ 4868893 h 4868893"/>
              <a:gd name="connsiteX3" fmla="*/ 0 w 3656872"/>
              <a:gd name="connsiteY3" fmla="*/ 4868893 h 486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6872" h="4868893">
                <a:moveTo>
                  <a:pt x="0" y="0"/>
                </a:moveTo>
                <a:lnTo>
                  <a:pt x="3656872" y="0"/>
                </a:lnTo>
                <a:lnTo>
                  <a:pt x="3656872" y="4868893"/>
                </a:lnTo>
                <a:lnTo>
                  <a:pt x="0" y="486889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88000" tIns="288000" rIns="288000" bIns="288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BE6F09B7-3337-9809-7A66-378FD8DD802E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-1" y="449848"/>
            <a:ext cx="9795419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9609373 w 9683261"/>
              <a:gd name="connsiteY23" fmla="*/ 50961 h 335964"/>
              <a:gd name="connsiteX24" fmla="*/ 0 w 9683261"/>
              <a:gd name="connsiteY24" fmla="*/ 0 h 335964"/>
              <a:gd name="connsiteX25" fmla="*/ 739665 w 9683261"/>
              <a:gd name="connsiteY25" fmla="*/ 0 h 335964"/>
              <a:gd name="connsiteX26" fmla="*/ 9540864 w 9683261"/>
              <a:gd name="connsiteY26" fmla="*/ 0 h 335964"/>
              <a:gd name="connsiteX27" fmla="*/ 9568541 w 9683261"/>
              <a:gd name="connsiteY27" fmla="*/ 27997 h 335964"/>
              <a:gd name="connsiteX28" fmla="*/ 9540864 w 9683261"/>
              <a:gd name="connsiteY28" fmla="*/ 55995 h 335964"/>
              <a:gd name="connsiteX29" fmla="*/ 9522411 w 9683261"/>
              <a:gd name="connsiteY29" fmla="*/ 74659 h 335964"/>
              <a:gd name="connsiteX30" fmla="*/ 9540864 w 9683261"/>
              <a:gd name="connsiteY30" fmla="*/ 97990 h 335964"/>
              <a:gd name="connsiteX31" fmla="*/ 9568541 w 9683261"/>
              <a:gd name="connsiteY31" fmla="*/ 121320 h 335964"/>
              <a:gd name="connsiteX32" fmla="*/ 9545478 w 9683261"/>
              <a:gd name="connsiteY32" fmla="*/ 149317 h 335964"/>
              <a:gd name="connsiteX33" fmla="*/ 9540864 w 9683261"/>
              <a:gd name="connsiteY33" fmla="*/ 149317 h 335964"/>
              <a:gd name="connsiteX34" fmla="*/ 9522411 w 9683261"/>
              <a:gd name="connsiteY34" fmla="*/ 167982 h 335964"/>
              <a:gd name="connsiteX35" fmla="*/ 9540864 w 9683261"/>
              <a:gd name="connsiteY35" fmla="*/ 191313 h 335964"/>
              <a:gd name="connsiteX36" fmla="*/ 9568541 w 9683261"/>
              <a:gd name="connsiteY36" fmla="*/ 214644 h 335964"/>
              <a:gd name="connsiteX37" fmla="*/ 9540864 w 9683261"/>
              <a:gd name="connsiteY37" fmla="*/ 242641 h 335964"/>
              <a:gd name="connsiteX38" fmla="*/ 9522411 w 9683261"/>
              <a:gd name="connsiteY38" fmla="*/ 265971 h 335964"/>
              <a:gd name="connsiteX39" fmla="*/ 9540864 w 9683261"/>
              <a:gd name="connsiteY39" fmla="*/ 284636 h 335964"/>
              <a:gd name="connsiteX40" fmla="*/ 9568541 w 9683261"/>
              <a:gd name="connsiteY40" fmla="*/ 312633 h 335964"/>
              <a:gd name="connsiteX41" fmla="*/ 9540864 w 9683261"/>
              <a:gd name="connsiteY41" fmla="*/ 335964 h 335964"/>
              <a:gd name="connsiteX42" fmla="*/ 845227 w 9683261"/>
              <a:gd name="connsiteY42" fmla="*/ 335964 h 335964"/>
              <a:gd name="connsiteX43" fmla="*/ 0 w 9683261"/>
              <a:gd name="connsiteY43" fmla="*/ 335964 h 335964"/>
              <a:gd name="connsiteX44" fmla="*/ 0 w 9683261"/>
              <a:gd name="connsiteY44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586041 w 9683261"/>
              <a:gd name="connsiteY20" fmla="*/ 7450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0 w 9683261"/>
              <a:gd name="connsiteY23" fmla="*/ 0 h 335964"/>
              <a:gd name="connsiteX24" fmla="*/ 739665 w 9683261"/>
              <a:gd name="connsiteY24" fmla="*/ 0 h 335964"/>
              <a:gd name="connsiteX25" fmla="*/ 9540864 w 9683261"/>
              <a:gd name="connsiteY25" fmla="*/ 0 h 335964"/>
              <a:gd name="connsiteX26" fmla="*/ 9568541 w 9683261"/>
              <a:gd name="connsiteY26" fmla="*/ 27997 h 335964"/>
              <a:gd name="connsiteX27" fmla="*/ 9540864 w 9683261"/>
              <a:gd name="connsiteY27" fmla="*/ 55995 h 335964"/>
              <a:gd name="connsiteX28" fmla="*/ 9522411 w 9683261"/>
              <a:gd name="connsiteY28" fmla="*/ 74659 h 335964"/>
              <a:gd name="connsiteX29" fmla="*/ 9540864 w 9683261"/>
              <a:gd name="connsiteY29" fmla="*/ 97990 h 335964"/>
              <a:gd name="connsiteX30" fmla="*/ 9568541 w 9683261"/>
              <a:gd name="connsiteY30" fmla="*/ 121320 h 335964"/>
              <a:gd name="connsiteX31" fmla="*/ 9545478 w 9683261"/>
              <a:gd name="connsiteY31" fmla="*/ 149317 h 335964"/>
              <a:gd name="connsiteX32" fmla="*/ 9540864 w 9683261"/>
              <a:gd name="connsiteY32" fmla="*/ 149317 h 335964"/>
              <a:gd name="connsiteX33" fmla="*/ 9522411 w 9683261"/>
              <a:gd name="connsiteY33" fmla="*/ 167982 h 335964"/>
              <a:gd name="connsiteX34" fmla="*/ 9540864 w 9683261"/>
              <a:gd name="connsiteY34" fmla="*/ 191313 h 335964"/>
              <a:gd name="connsiteX35" fmla="*/ 9568541 w 9683261"/>
              <a:gd name="connsiteY35" fmla="*/ 214644 h 335964"/>
              <a:gd name="connsiteX36" fmla="*/ 9540864 w 9683261"/>
              <a:gd name="connsiteY36" fmla="*/ 242641 h 335964"/>
              <a:gd name="connsiteX37" fmla="*/ 9522411 w 9683261"/>
              <a:gd name="connsiteY37" fmla="*/ 265971 h 335964"/>
              <a:gd name="connsiteX38" fmla="*/ 9540864 w 9683261"/>
              <a:gd name="connsiteY38" fmla="*/ 284636 h 335964"/>
              <a:gd name="connsiteX39" fmla="*/ 9568541 w 9683261"/>
              <a:gd name="connsiteY39" fmla="*/ 312633 h 335964"/>
              <a:gd name="connsiteX40" fmla="*/ 9540864 w 9683261"/>
              <a:gd name="connsiteY40" fmla="*/ 335964 h 335964"/>
              <a:gd name="connsiteX41" fmla="*/ 845227 w 9683261"/>
              <a:gd name="connsiteY41" fmla="*/ 335964 h 335964"/>
              <a:gd name="connsiteX42" fmla="*/ 0 w 9683261"/>
              <a:gd name="connsiteY42" fmla="*/ 335964 h 335964"/>
              <a:gd name="connsiteX43" fmla="*/ 0 w 9683261"/>
              <a:gd name="connsiteY43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0 w 9683261"/>
              <a:gd name="connsiteY20" fmla="*/ 0 h 335964"/>
              <a:gd name="connsiteX21" fmla="*/ 739665 w 9683261"/>
              <a:gd name="connsiteY21" fmla="*/ 0 h 335964"/>
              <a:gd name="connsiteX22" fmla="*/ 9540864 w 9683261"/>
              <a:gd name="connsiteY22" fmla="*/ 0 h 335964"/>
              <a:gd name="connsiteX23" fmla="*/ 9568541 w 9683261"/>
              <a:gd name="connsiteY23" fmla="*/ 27997 h 335964"/>
              <a:gd name="connsiteX24" fmla="*/ 9540864 w 9683261"/>
              <a:gd name="connsiteY24" fmla="*/ 55995 h 335964"/>
              <a:gd name="connsiteX25" fmla="*/ 9522411 w 9683261"/>
              <a:gd name="connsiteY25" fmla="*/ 74659 h 335964"/>
              <a:gd name="connsiteX26" fmla="*/ 9540864 w 9683261"/>
              <a:gd name="connsiteY26" fmla="*/ 97990 h 335964"/>
              <a:gd name="connsiteX27" fmla="*/ 9568541 w 9683261"/>
              <a:gd name="connsiteY27" fmla="*/ 121320 h 335964"/>
              <a:gd name="connsiteX28" fmla="*/ 9545478 w 9683261"/>
              <a:gd name="connsiteY28" fmla="*/ 149317 h 335964"/>
              <a:gd name="connsiteX29" fmla="*/ 9540864 w 9683261"/>
              <a:gd name="connsiteY29" fmla="*/ 149317 h 335964"/>
              <a:gd name="connsiteX30" fmla="*/ 9522411 w 9683261"/>
              <a:gd name="connsiteY30" fmla="*/ 167982 h 335964"/>
              <a:gd name="connsiteX31" fmla="*/ 9540864 w 9683261"/>
              <a:gd name="connsiteY31" fmla="*/ 191313 h 335964"/>
              <a:gd name="connsiteX32" fmla="*/ 9568541 w 9683261"/>
              <a:gd name="connsiteY32" fmla="*/ 214644 h 335964"/>
              <a:gd name="connsiteX33" fmla="*/ 9540864 w 9683261"/>
              <a:gd name="connsiteY33" fmla="*/ 242641 h 335964"/>
              <a:gd name="connsiteX34" fmla="*/ 9522411 w 9683261"/>
              <a:gd name="connsiteY34" fmla="*/ 265971 h 335964"/>
              <a:gd name="connsiteX35" fmla="*/ 9540864 w 9683261"/>
              <a:gd name="connsiteY35" fmla="*/ 284636 h 335964"/>
              <a:gd name="connsiteX36" fmla="*/ 9568541 w 9683261"/>
              <a:gd name="connsiteY36" fmla="*/ 312633 h 335964"/>
              <a:gd name="connsiteX37" fmla="*/ 9540864 w 9683261"/>
              <a:gd name="connsiteY37" fmla="*/ 335964 h 335964"/>
              <a:gd name="connsiteX38" fmla="*/ 845227 w 9683261"/>
              <a:gd name="connsiteY38" fmla="*/ 335964 h 335964"/>
              <a:gd name="connsiteX39" fmla="*/ 0 w 9683261"/>
              <a:gd name="connsiteY39" fmla="*/ 335964 h 335964"/>
              <a:gd name="connsiteX40" fmla="*/ 0 w 9683261"/>
              <a:gd name="connsiteY40" fmla="*/ 0 h 335964"/>
              <a:gd name="connsiteX0" fmla="*/ 9609373 w 9683639"/>
              <a:gd name="connsiteY0" fmla="*/ 237817 h 335964"/>
              <a:gd name="connsiteX1" fmla="*/ 9632706 w 9683639"/>
              <a:gd name="connsiteY1" fmla="*/ 261358 h 335964"/>
              <a:gd name="connsiteX2" fmla="*/ 9609373 w 9683639"/>
              <a:gd name="connsiteY2" fmla="*/ 284899 h 335964"/>
              <a:gd name="connsiteX3" fmla="*/ 9586041 w 9683639"/>
              <a:gd name="connsiteY3" fmla="*/ 261358 h 335964"/>
              <a:gd name="connsiteX4" fmla="*/ 9609373 w 9683639"/>
              <a:gd name="connsiteY4" fmla="*/ 237817 h 335964"/>
              <a:gd name="connsiteX5" fmla="*/ 9669650 w 9683639"/>
              <a:gd name="connsiteY5" fmla="*/ 200069 h 335964"/>
              <a:gd name="connsiteX6" fmla="*/ 9683261 w 9683639"/>
              <a:gd name="connsiteY6" fmla="*/ 212909 h 335964"/>
              <a:gd name="connsiteX7" fmla="*/ 9669650 w 9683639"/>
              <a:gd name="connsiteY7" fmla="*/ 225749 h 335964"/>
              <a:gd name="connsiteX8" fmla="*/ 9656038 w 9683639"/>
              <a:gd name="connsiteY8" fmla="*/ 212909 h 335964"/>
              <a:gd name="connsiteX9" fmla="*/ 9669650 w 9683639"/>
              <a:gd name="connsiteY9" fmla="*/ 200069 h 335964"/>
              <a:gd name="connsiteX10" fmla="*/ 9609373 w 9683639"/>
              <a:gd name="connsiteY10" fmla="*/ 143445 h 335964"/>
              <a:gd name="connsiteX11" fmla="*/ 9632706 w 9683639"/>
              <a:gd name="connsiteY11" fmla="*/ 166987 h 335964"/>
              <a:gd name="connsiteX12" fmla="*/ 9609373 w 9683639"/>
              <a:gd name="connsiteY12" fmla="*/ 190527 h 335964"/>
              <a:gd name="connsiteX13" fmla="*/ 9586041 w 9683639"/>
              <a:gd name="connsiteY13" fmla="*/ 166987 h 335964"/>
              <a:gd name="connsiteX14" fmla="*/ 9609373 w 9683639"/>
              <a:gd name="connsiteY14" fmla="*/ 143445 h 335964"/>
              <a:gd name="connsiteX15" fmla="*/ 9656038 w 9683639"/>
              <a:gd name="connsiteY15" fmla="*/ 114762 h 335964"/>
              <a:gd name="connsiteX16" fmla="*/ 9683261 w 9683639"/>
              <a:gd name="connsiteY16" fmla="*/ 114762 h 335964"/>
              <a:gd name="connsiteX17" fmla="*/ 9669650 w 9683639"/>
              <a:gd name="connsiteY17" fmla="*/ 127602 h 335964"/>
              <a:gd name="connsiteX18" fmla="*/ 9656038 w 9683639"/>
              <a:gd name="connsiteY18" fmla="*/ 114762 h 335964"/>
              <a:gd name="connsiteX19" fmla="*/ 0 w 9683639"/>
              <a:gd name="connsiteY19" fmla="*/ 0 h 335964"/>
              <a:gd name="connsiteX20" fmla="*/ 739665 w 9683639"/>
              <a:gd name="connsiteY20" fmla="*/ 0 h 335964"/>
              <a:gd name="connsiteX21" fmla="*/ 9540864 w 9683639"/>
              <a:gd name="connsiteY21" fmla="*/ 0 h 335964"/>
              <a:gd name="connsiteX22" fmla="*/ 9568541 w 9683639"/>
              <a:gd name="connsiteY22" fmla="*/ 27997 h 335964"/>
              <a:gd name="connsiteX23" fmla="*/ 9540864 w 9683639"/>
              <a:gd name="connsiteY23" fmla="*/ 55995 h 335964"/>
              <a:gd name="connsiteX24" fmla="*/ 9522411 w 9683639"/>
              <a:gd name="connsiteY24" fmla="*/ 74659 h 335964"/>
              <a:gd name="connsiteX25" fmla="*/ 9540864 w 9683639"/>
              <a:gd name="connsiteY25" fmla="*/ 97990 h 335964"/>
              <a:gd name="connsiteX26" fmla="*/ 9568541 w 9683639"/>
              <a:gd name="connsiteY26" fmla="*/ 121320 h 335964"/>
              <a:gd name="connsiteX27" fmla="*/ 9545478 w 9683639"/>
              <a:gd name="connsiteY27" fmla="*/ 149317 h 335964"/>
              <a:gd name="connsiteX28" fmla="*/ 9540864 w 9683639"/>
              <a:gd name="connsiteY28" fmla="*/ 149317 h 335964"/>
              <a:gd name="connsiteX29" fmla="*/ 9522411 w 9683639"/>
              <a:gd name="connsiteY29" fmla="*/ 167982 h 335964"/>
              <a:gd name="connsiteX30" fmla="*/ 9540864 w 9683639"/>
              <a:gd name="connsiteY30" fmla="*/ 191313 h 335964"/>
              <a:gd name="connsiteX31" fmla="*/ 9568541 w 9683639"/>
              <a:gd name="connsiteY31" fmla="*/ 214644 h 335964"/>
              <a:gd name="connsiteX32" fmla="*/ 9540864 w 9683639"/>
              <a:gd name="connsiteY32" fmla="*/ 242641 h 335964"/>
              <a:gd name="connsiteX33" fmla="*/ 9522411 w 9683639"/>
              <a:gd name="connsiteY33" fmla="*/ 265971 h 335964"/>
              <a:gd name="connsiteX34" fmla="*/ 9540864 w 9683639"/>
              <a:gd name="connsiteY34" fmla="*/ 284636 h 335964"/>
              <a:gd name="connsiteX35" fmla="*/ 9568541 w 9683639"/>
              <a:gd name="connsiteY35" fmla="*/ 312633 h 335964"/>
              <a:gd name="connsiteX36" fmla="*/ 9540864 w 9683639"/>
              <a:gd name="connsiteY36" fmla="*/ 335964 h 335964"/>
              <a:gd name="connsiteX37" fmla="*/ 845227 w 9683639"/>
              <a:gd name="connsiteY37" fmla="*/ 335964 h 335964"/>
              <a:gd name="connsiteX38" fmla="*/ 0 w 9683639"/>
              <a:gd name="connsiteY38" fmla="*/ 335964 h 335964"/>
              <a:gd name="connsiteX39" fmla="*/ 0 w 9683639"/>
              <a:gd name="connsiteY39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56038 w 9683261"/>
              <a:gd name="connsiteY15" fmla="*/ 114762 h 335964"/>
              <a:gd name="connsiteX16" fmla="*/ 9669650 w 9683261"/>
              <a:gd name="connsiteY16" fmla="*/ 127602 h 335964"/>
              <a:gd name="connsiteX17" fmla="*/ 9656038 w 9683261"/>
              <a:gd name="connsiteY17" fmla="*/ 114762 h 335964"/>
              <a:gd name="connsiteX18" fmla="*/ 0 w 9683261"/>
              <a:gd name="connsiteY18" fmla="*/ 0 h 335964"/>
              <a:gd name="connsiteX19" fmla="*/ 739665 w 9683261"/>
              <a:gd name="connsiteY19" fmla="*/ 0 h 335964"/>
              <a:gd name="connsiteX20" fmla="*/ 9540864 w 9683261"/>
              <a:gd name="connsiteY20" fmla="*/ 0 h 335964"/>
              <a:gd name="connsiteX21" fmla="*/ 9568541 w 9683261"/>
              <a:gd name="connsiteY21" fmla="*/ 27997 h 335964"/>
              <a:gd name="connsiteX22" fmla="*/ 9540864 w 9683261"/>
              <a:gd name="connsiteY22" fmla="*/ 55995 h 335964"/>
              <a:gd name="connsiteX23" fmla="*/ 9522411 w 9683261"/>
              <a:gd name="connsiteY23" fmla="*/ 74659 h 335964"/>
              <a:gd name="connsiteX24" fmla="*/ 9540864 w 9683261"/>
              <a:gd name="connsiteY24" fmla="*/ 97990 h 335964"/>
              <a:gd name="connsiteX25" fmla="*/ 9568541 w 9683261"/>
              <a:gd name="connsiteY25" fmla="*/ 121320 h 335964"/>
              <a:gd name="connsiteX26" fmla="*/ 9545478 w 9683261"/>
              <a:gd name="connsiteY26" fmla="*/ 149317 h 335964"/>
              <a:gd name="connsiteX27" fmla="*/ 9540864 w 9683261"/>
              <a:gd name="connsiteY27" fmla="*/ 149317 h 335964"/>
              <a:gd name="connsiteX28" fmla="*/ 9522411 w 9683261"/>
              <a:gd name="connsiteY28" fmla="*/ 167982 h 335964"/>
              <a:gd name="connsiteX29" fmla="*/ 9540864 w 9683261"/>
              <a:gd name="connsiteY29" fmla="*/ 191313 h 335964"/>
              <a:gd name="connsiteX30" fmla="*/ 9568541 w 9683261"/>
              <a:gd name="connsiteY30" fmla="*/ 214644 h 335964"/>
              <a:gd name="connsiteX31" fmla="*/ 9540864 w 9683261"/>
              <a:gd name="connsiteY31" fmla="*/ 242641 h 335964"/>
              <a:gd name="connsiteX32" fmla="*/ 9522411 w 9683261"/>
              <a:gd name="connsiteY32" fmla="*/ 265971 h 335964"/>
              <a:gd name="connsiteX33" fmla="*/ 9540864 w 9683261"/>
              <a:gd name="connsiteY33" fmla="*/ 284636 h 335964"/>
              <a:gd name="connsiteX34" fmla="*/ 9568541 w 9683261"/>
              <a:gd name="connsiteY34" fmla="*/ 312633 h 335964"/>
              <a:gd name="connsiteX35" fmla="*/ 9540864 w 9683261"/>
              <a:gd name="connsiteY35" fmla="*/ 335964 h 335964"/>
              <a:gd name="connsiteX36" fmla="*/ 845227 w 9683261"/>
              <a:gd name="connsiteY36" fmla="*/ 335964 h 335964"/>
              <a:gd name="connsiteX37" fmla="*/ 0 w 9683261"/>
              <a:gd name="connsiteY37" fmla="*/ 335964 h 335964"/>
              <a:gd name="connsiteX38" fmla="*/ 0 w 9683261"/>
              <a:gd name="connsiteY38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0 w 9683261"/>
              <a:gd name="connsiteY15" fmla="*/ 0 h 335964"/>
              <a:gd name="connsiteX16" fmla="*/ 739665 w 9683261"/>
              <a:gd name="connsiteY16" fmla="*/ 0 h 335964"/>
              <a:gd name="connsiteX17" fmla="*/ 9540864 w 9683261"/>
              <a:gd name="connsiteY17" fmla="*/ 0 h 335964"/>
              <a:gd name="connsiteX18" fmla="*/ 9568541 w 9683261"/>
              <a:gd name="connsiteY18" fmla="*/ 27997 h 335964"/>
              <a:gd name="connsiteX19" fmla="*/ 9540864 w 9683261"/>
              <a:gd name="connsiteY19" fmla="*/ 55995 h 335964"/>
              <a:gd name="connsiteX20" fmla="*/ 9522411 w 9683261"/>
              <a:gd name="connsiteY20" fmla="*/ 74659 h 335964"/>
              <a:gd name="connsiteX21" fmla="*/ 9540864 w 9683261"/>
              <a:gd name="connsiteY21" fmla="*/ 97990 h 335964"/>
              <a:gd name="connsiteX22" fmla="*/ 9568541 w 9683261"/>
              <a:gd name="connsiteY22" fmla="*/ 121320 h 335964"/>
              <a:gd name="connsiteX23" fmla="*/ 9545478 w 9683261"/>
              <a:gd name="connsiteY23" fmla="*/ 149317 h 335964"/>
              <a:gd name="connsiteX24" fmla="*/ 9540864 w 9683261"/>
              <a:gd name="connsiteY24" fmla="*/ 149317 h 335964"/>
              <a:gd name="connsiteX25" fmla="*/ 9522411 w 9683261"/>
              <a:gd name="connsiteY25" fmla="*/ 167982 h 335964"/>
              <a:gd name="connsiteX26" fmla="*/ 9540864 w 9683261"/>
              <a:gd name="connsiteY26" fmla="*/ 191313 h 335964"/>
              <a:gd name="connsiteX27" fmla="*/ 9568541 w 9683261"/>
              <a:gd name="connsiteY27" fmla="*/ 214644 h 335964"/>
              <a:gd name="connsiteX28" fmla="*/ 9540864 w 9683261"/>
              <a:gd name="connsiteY28" fmla="*/ 242641 h 335964"/>
              <a:gd name="connsiteX29" fmla="*/ 9522411 w 9683261"/>
              <a:gd name="connsiteY29" fmla="*/ 265971 h 335964"/>
              <a:gd name="connsiteX30" fmla="*/ 9540864 w 9683261"/>
              <a:gd name="connsiteY30" fmla="*/ 284636 h 335964"/>
              <a:gd name="connsiteX31" fmla="*/ 9568541 w 9683261"/>
              <a:gd name="connsiteY31" fmla="*/ 312633 h 335964"/>
              <a:gd name="connsiteX32" fmla="*/ 9540864 w 9683261"/>
              <a:gd name="connsiteY32" fmla="*/ 335964 h 335964"/>
              <a:gd name="connsiteX33" fmla="*/ 845227 w 9683261"/>
              <a:gd name="connsiteY33" fmla="*/ 335964 h 335964"/>
              <a:gd name="connsiteX34" fmla="*/ 0 w 9683261"/>
              <a:gd name="connsiteY34" fmla="*/ 335964 h 335964"/>
              <a:gd name="connsiteX35" fmla="*/ 0 w 9683261"/>
              <a:gd name="connsiteY35" fmla="*/ 0 h 335964"/>
              <a:gd name="connsiteX0" fmla="*/ 9609373 w 9786569"/>
              <a:gd name="connsiteY0" fmla="*/ 237817 h 335964"/>
              <a:gd name="connsiteX1" fmla="*/ 9632706 w 9786569"/>
              <a:gd name="connsiteY1" fmla="*/ 261358 h 335964"/>
              <a:gd name="connsiteX2" fmla="*/ 9609373 w 9786569"/>
              <a:gd name="connsiteY2" fmla="*/ 284899 h 335964"/>
              <a:gd name="connsiteX3" fmla="*/ 9586041 w 9786569"/>
              <a:gd name="connsiteY3" fmla="*/ 261358 h 335964"/>
              <a:gd name="connsiteX4" fmla="*/ 9609373 w 9786569"/>
              <a:gd name="connsiteY4" fmla="*/ 237817 h 335964"/>
              <a:gd name="connsiteX5" fmla="*/ 9669650 w 9786569"/>
              <a:gd name="connsiteY5" fmla="*/ 200069 h 335964"/>
              <a:gd name="connsiteX6" fmla="*/ 9683261 w 9786569"/>
              <a:gd name="connsiteY6" fmla="*/ 212909 h 335964"/>
              <a:gd name="connsiteX7" fmla="*/ 9669650 w 9786569"/>
              <a:gd name="connsiteY7" fmla="*/ 225749 h 335964"/>
              <a:gd name="connsiteX8" fmla="*/ 9656038 w 9786569"/>
              <a:gd name="connsiteY8" fmla="*/ 212909 h 335964"/>
              <a:gd name="connsiteX9" fmla="*/ 9669650 w 9786569"/>
              <a:gd name="connsiteY9" fmla="*/ 200069 h 335964"/>
              <a:gd name="connsiteX10" fmla="*/ 9609373 w 9786569"/>
              <a:gd name="connsiteY10" fmla="*/ 143445 h 335964"/>
              <a:gd name="connsiteX11" fmla="*/ 9632706 w 9786569"/>
              <a:gd name="connsiteY11" fmla="*/ 166987 h 335964"/>
              <a:gd name="connsiteX12" fmla="*/ 9609373 w 9786569"/>
              <a:gd name="connsiteY12" fmla="*/ 190527 h 335964"/>
              <a:gd name="connsiteX13" fmla="*/ 9586041 w 9786569"/>
              <a:gd name="connsiteY13" fmla="*/ 166987 h 335964"/>
              <a:gd name="connsiteX14" fmla="*/ 9609373 w 9786569"/>
              <a:gd name="connsiteY14" fmla="*/ 143445 h 335964"/>
              <a:gd name="connsiteX15" fmla="*/ 0 w 9786569"/>
              <a:gd name="connsiteY15" fmla="*/ 0 h 335964"/>
              <a:gd name="connsiteX16" fmla="*/ 739665 w 9786569"/>
              <a:gd name="connsiteY16" fmla="*/ 0 h 335964"/>
              <a:gd name="connsiteX17" fmla="*/ 9785339 w 9786569"/>
              <a:gd name="connsiteY17" fmla="*/ 3175 h 335964"/>
              <a:gd name="connsiteX18" fmla="*/ 9568541 w 9786569"/>
              <a:gd name="connsiteY18" fmla="*/ 27997 h 335964"/>
              <a:gd name="connsiteX19" fmla="*/ 9540864 w 9786569"/>
              <a:gd name="connsiteY19" fmla="*/ 55995 h 335964"/>
              <a:gd name="connsiteX20" fmla="*/ 9522411 w 9786569"/>
              <a:gd name="connsiteY20" fmla="*/ 74659 h 335964"/>
              <a:gd name="connsiteX21" fmla="*/ 9540864 w 9786569"/>
              <a:gd name="connsiteY21" fmla="*/ 97990 h 335964"/>
              <a:gd name="connsiteX22" fmla="*/ 9568541 w 9786569"/>
              <a:gd name="connsiteY22" fmla="*/ 121320 h 335964"/>
              <a:gd name="connsiteX23" fmla="*/ 9545478 w 9786569"/>
              <a:gd name="connsiteY23" fmla="*/ 149317 h 335964"/>
              <a:gd name="connsiteX24" fmla="*/ 9540864 w 9786569"/>
              <a:gd name="connsiteY24" fmla="*/ 149317 h 335964"/>
              <a:gd name="connsiteX25" fmla="*/ 9522411 w 9786569"/>
              <a:gd name="connsiteY25" fmla="*/ 167982 h 335964"/>
              <a:gd name="connsiteX26" fmla="*/ 9540864 w 9786569"/>
              <a:gd name="connsiteY26" fmla="*/ 191313 h 335964"/>
              <a:gd name="connsiteX27" fmla="*/ 9568541 w 9786569"/>
              <a:gd name="connsiteY27" fmla="*/ 214644 h 335964"/>
              <a:gd name="connsiteX28" fmla="*/ 9540864 w 9786569"/>
              <a:gd name="connsiteY28" fmla="*/ 242641 h 335964"/>
              <a:gd name="connsiteX29" fmla="*/ 9522411 w 9786569"/>
              <a:gd name="connsiteY29" fmla="*/ 265971 h 335964"/>
              <a:gd name="connsiteX30" fmla="*/ 9540864 w 9786569"/>
              <a:gd name="connsiteY30" fmla="*/ 284636 h 335964"/>
              <a:gd name="connsiteX31" fmla="*/ 9568541 w 9786569"/>
              <a:gd name="connsiteY31" fmla="*/ 312633 h 335964"/>
              <a:gd name="connsiteX32" fmla="*/ 9540864 w 9786569"/>
              <a:gd name="connsiteY32" fmla="*/ 335964 h 335964"/>
              <a:gd name="connsiteX33" fmla="*/ 845227 w 9786569"/>
              <a:gd name="connsiteY33" fmla="*/ 335964 h 335964"/>
              <a:gd name="connsiteX34" fmla="*/ 0 w 9786569"/>
              <a:gd name="connsiteY34" fmla="*/ 335964 h 335964"/>
              <a:gd name="connsiteX35" fmla="*/ 0 w 9786569"/>
              <a:gd name="connsiteY35" fmla="*/ 0 h 335964"/>
              <a:gd name="connsiteX0" fmla="*/ 9609373 w 9786569"/>
              <a:gd name="connsiteY0" fmla="*/ 237817 h 339139"/>
              <a:gd name="connsiteX1" fmla="*/ 9632706 w 9786569"/>
              <a:gd name="connsiteY1" fmla="*/ 261358 h 339139"/>
              <a:gd name="connsiteX2" fmla="*/ 9609373 w 9786569"/>
              <a:gd name="connsiteY2" fmla="*/ 284899 h 339139"/>
              <a:gd name="connsiteX3" fmla="*/ 9586041 w 9786569"/>
              <a:gd name="connsiteY3" fmla="*/ 261358 h 339139"/>
              <a:gd name="connsiteX4" fmla="*/ 9609373 w 9786569"/>
              <a:gd name="connsiteY4" fmla="*/ 237817 h 339139"/>
              <a:gd name="connsiteX5" fmla="*/ 9669650 w 9786569"/>
              <a:gd name="connsiteY5" fmla="*/ 200069 h 339139"/>
              <a:gd name="connsiteX6" fmla="*/ 9683261 w 9786569"/>
              <a:gd name="connsiteY6" fmla="*/ 212909 h 339139"/>
              <a:gd name="connsiteX7" fmla="*/ 9669650 w 9786569"/>
              <a:gd name="connsiteY7" fmla="*/ 225749 h 339139"/>
              <a:gd name="connsiteX8" fmla="*/ 9656038 w 9786569"/>
              <a:gd name="connsiteY8" fmla="*/ 212909 h 339139"/>
              <a:gd name="connsiteX9" fmla="*/ 9669650 w 9786569"/>
              <a:gd name="connsiteY9" fmla="*/ 200069 h 339139"/>
              <a:gd name="connsiteX10" fmla="*/ 9609373 w 9786569"/>
              <a:gd name="connsiteY10" fmla="*/ 143445 h 339139"/>
              <a:gd name="connsiteX11" fmla="*/ 9632706 w 9786569"/>
              <a:gd name="connsiteY11" fmla="*/ 166987 h 339139"/>
              <a:gd name="connsiteX12" fmla="*/ 9609373 w 9786569"/>
              <a:gd name="connsiteY12" fmla="*/ 190527 h 339139"/>
              <a:gd name="connsiteX13" fmla="*/ 9586041 w 9786569"/>
              <a:gd name="connsiteY13" fmla="*/ 166987 h 339139"/>
              <a:gd name="connsiteX14" fmla="*/ 9609373 w 9786569"/>
              <a:gd name="connsiteY14" fmla="*/ 143445 h 339139"/>
              <a:gd name="connsiteX15" fmla="*/ 0 w 9786569"/>
              <a:gd name="connsiteY15" fmla="*/ 0 h 339139"/>
              <a:gd name="connsiteX16" fmla="*/ 739665 w 9786569"/>
              <a:gd name="connsiteY16" fmla="*/ 0 h 339139"/>
              <a:gd name="connsiteX17" fmla="*/ 9785339 w 9786569"/>
              <a:gd name="connsiteY17" fmla="*/ 3175 h 339139"/>
              <a:gd name="connsiteX18" fmla="*/ 9568541 w 9786569"/>
              <a:gd name="connsiteY18" fmla="*/ 27997 h 339139"/>
              <a:gd name="connsiteX19" fmla="*/ 9540864 w 9786569"/>
              <a:gd name="connsiteY19" fmla="*/ 55995 h 339139"/>
              <a:gd name="connsiteX20" fmla="*/ 9522411 w 9786569"/>
              <a:gd name="connsiteY20" fmla="*/ 74659 h 339139"/>
              <a:gd name="connsiteX21" fmla="*/ 9540864 w 9786569"/>
              <a:gd name="connsiteY21" fmla="*/ 97990 h 339139"/>
              <a:gd name="connsiteX22" fmla="*/ 9568541 w 9786569"/>
              <a:gd name="connsiteY22" fmla="*/ 121320 h 339139"/>
              <a:gd name="connsiteX23" fmla="*/ 9545478 w 9786569"/>
              <a:gd name="connsiteY23" fmla="*/ 149317 h 339139"/>
              <a:gd name="connsiteX24" fmla="*/ 9540864 w 9786569"/>
              <a:gd name="connsiteY24" fmla="*/ 149317 h 339139"/>
              <a:gd name="connsiteX25" fmla="*/ 9522411 w 9786569"/>
              <a:gd name="connsiteY25" fmla="*/ 167982 h 339139"/>
              <a:gd name="connsiteX26" fmla="*/ 9540864 w 9786569"/>
              <a:gd name="connsiteY26" fmla="*/ 191313 h 339139"/>
              <a:gd name="connsiteX27" fmla="*/ 9568541 w 9786569"/>
              <a:gd name="connsiteY27" fmla="*/ 214644 h 339139"/>
              <a:gd name="connsiteX28" fmla="*/ 9540864 w 9786569"/>
              <a:gd name="connsiteY28" fmla="*/ 242641 h 339139"/>
              <a:gd name="connsiteX29" fmla="*/ 9522411 w 9786569"/>
              <a:gd name="connsiteY29" fmla="*/ 265971 h 339139"/>
              <a:gd name="connsiteX30" fmla="*/ 9540864 w 9786569"/>
              <a:gd name="connsiteY30" fmla="*/ 284636 h 339139"/>
              <a:gd name="connsiteX31" fmla="*/ 9568541 w 9786569"/>
              <a:gd name="connsiteY31" fmla="*/ 312633 h 339139"/>
              <a:gd name="connsiteX32" fmla="*/ 9598014 w 9786569"/>
              <a:gd name="connsiteY32" fmla="*/ 339139 h 339139"/>
              <a:gd name="connsiteX33" fmla="*/ 845227 w 9786569"/>
              <a:gd name="connsiteY33" fmla="*/ 335964 h 339139"/>
              <a:gd name="connsiteX34" fmla="*/ 0 w 9786569"/>
              <a:gd name="connsiteY34" fmla="*/ 335964 h 339139"/>
              <a:gd name="connsiteX35" fmla="*/ 0 w 9786569"/>
              <a:gd name="connsiteY35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882821"/>
              <a:gd name="connsiteY0" fmla="*/ 237817 h 339158"/>
              <a:gd name="connsiteX1" fmla="*/ 9632706 w 10882821"/>
              <a:gd name="connsiteY1" fmla="*/ 261358 h 339158"/>
              <a:gd name="connsiteX2" fmla="*/ 9609373 w 10882821"/>
              <a:gd name="connsiteY2" fmla="*/ 284899 h 339158"/>
              <a:gd name="connsiteX3" fmla="*/ 9586041 w 10882821"/>
              <a:gd name="connsiteY3" fmla="*/ 261358 h 339158"/>
              <a:gd name="connsiteX4" fmla="*/ 9609373 w 10882821"/>
              <a:gd name="connsiteY4" fmla="*/ 237817 h 339158"/>
              <a:gd name="connsiteX5" fmla="*/ 9669650 w 10882821"/>
              <a:gd name="connsiteY5" fmla="*/ 200069 h 339158"/>
              <a:gd name="connsiteX6" fmla="*/ 9683261 w 10882821"/>
              <a:gd name="connsiteY6" fmla="*/ 212909 h 339158"/>
              <a:gd name="connsiteX7" fmla="*/ 9669650 w 10882821"/>
              <a:gd name="connsiteY7" fmla="*/ 225749 h 339158"/>
              <a:gd name="connsiteX8" fmla="*/ 9656038 w 10882821"/>
              <a:gd name="connsiteY8" fmla="*/ 212909 h 339158"/>
              <a:gd name="connsiteX9" fmla="*/ 9669650 w 10882821"/>
              <a:gd name="connsiteY9" fmla="*/ 200069 h 339158"/>
              <a:gd name="connsiteX10" fmla="*/ 9609373 w 10882821"/>
              <a:gd name="connsiteY10" fmla="*/ 143445 h 339158"/>
              <a:gd name="connsiteX11" fmla="*/ 9632706 w 10882821"/>
              <a:gd name="connsiteY11" fmla="*/ 166987 h 339158"/>
              <a:gd name="connsiteX12" fmla="*/ 9609373 w 10882821"/>
              <a:gd name="connsiteY12" fmla="*/ 190527 h 339158"/>
              <a:gd name="connsiteX13" fmla="*/ 9586041 w 10882821"/>
              <a:gd name="connsiteY13" fmla="*/ 166987 h 339158"/>
              <a:gd name="connsiteX14" fmla="*/ 9609373 w 10882821"/>
              <a:gd name="connsiteY14" fmla="*/ 143445 h 339158"/>
              <a:gd name="connsiteX15" fmla="*/ 0 w 10882821"/>
              <a:gd name="connsiteY15" fmla="*/ 0 h 339158"/>
              <a:gd name="connsiteX16" fmla="*/ 739665 w 10882821"/>
              <a:gd name="connsiteY16" fmla="*/ 0 h 339158"/>
              <a:gd name="connsiteX17" fmla="*/ 9785339 w 10882821"/>
              <a:gd name="connsiteY17" fmla="*/ 3175 h 339158"/>
              <a:gd name="connsiteX18" fmla="*/ 9568541 w 10882821"/>
              <a:gd name="connsiteY18" fmla="*/ 27997 h 339158"/>
              <a:gd name="connsiteX19" fmla="*/ 9540864 w 10882821"/>
              <a:gd name="connsiteY19" fmla="*/ 55995 h 339158"/>
              <a:gd name="connsiteX20" fmla="*/ 9522411 w 10882821"/>
              <a:gd name="connsiteY20" fmla="*/ 74659 h 339158"/>
              <a:gd name="connsiteX21" fmla="*/ 9540864 w 10882821"/>
              <a:gd name="connsiteY21" fmla="*/ 97990 h 339158"/>
              <a:gd name="connsiteX22" fmla="*/ 9568541 w 10882821"/>
              <a:gd name="connsiteY22" fmla="*/ 121320 h 339158"/>
              <a:gd name="connsiteX23" fmla="*/ 9545478 w 10882821"/>
              <a:gd name="connsiteY23" fmla="*/ 149317 h 339158"/>
              <a:gd name="connsiteX24" fmla="*/ 9540864 w 10882821"/>
              <a:gd name="connsiteY24" fmla="*/ 149317 h 339158"/>
              <a:gd name="connsiteX25" fmla="*/ 9522411 w 10882821"/>
              <a:gd name="connsiteY25" fmla="*/ 167982 h 339158"/>
              <a:gd name="connsiteX26" fmla="*/ 9540864 w 10882821"/>
              <a:gd name="connsiteY26" fmla="*/ 191313 h 339158"/>
              <a:gd name="connsiteX27" fmla="*/ 9568541 w 10882821"/>
              <a:gd name="connsiteY27" fmla="*/ 214644 h 339158"/>
              <a:gd name="connsiteX28" fmla="*/ 9540864 w 10882821"/>
              <a:gd name="connsiteY28" fmla="*/ 242641 h 339158"/>
              <a:gd name="connsiteX29" fmla="*/ 9522411 w 10882821"/>
              <a:gd name="connsiteY29" fmla="*/ 265971 h 339158"/>
              <a:gd name="connsiteX30" fmla="*/ 9540864 w 10882821"/>
              <a:gd name="connsiteY30" fmla="*/ 284636 h 339158"/>
              <a:gd name="connsiteX31" fmla="*/ 9598014 w 10882821"/>
              <a:gd name="connsiteY31" fmla="*/ 339139 h 339158"/>
              <a:gd name="connsiteX32" fmla="*/ 845227 w 10882821"/>
              <a:gd name="connsiteY32" fmla="*/ 335964 h 339158"/>
              <a:gd name="connsiteX33" fmla="*/ 0 w 10882821"/>
              <a:gd name="connsiteY33" fmla="*/ 335964 h 339158"/>
              <a:gd name="connsiteX34" fmla="*/ 0 w 10882821"/>
              <a:gd name="connsiteY34" fmla="*/ 0 h 339158"/>
              <a:gd name="connsiteX0" fmla="*/ 9598014 w 10910786"/>
              <a:gd name="connsiteY0" fmla="*/ 339139 h 430579"/>
              <a:gd name="connsiteX1" fmla="*/ 845227 w 10910786"/>
              <a:gd name="connsiteY1" fmla="*/ 335964 h 430579"/>
              <a:gd name="connsiteX2" fmla="*/ 0 w 10910786"/>
              <a:gd name="connsiteY2" fmla="*/ 335964 h 430579"/>
              <a:gd name="connsiteX3" fmla="*/ 0 w 10910786"/>
              <a:gd name="connsiteY3" fmla="*/ 0 h 430579"/>
              <a:gd name="connsiteX4" fmla="*/ 9632706 w 10910786"/>
              <a:gd name="connsiteY4" fmla="*/ 261358 h 430579"/>
              <a:gd name="connsiteX5" fmla="*/ 9609373 w 10910786"/>
              <a:gd name="connsiteY5" fmla="*/ 284899 h 430579"/>
              <a:gd name="connsiteX6" fmla="*/ 9586041 w 10910786"/>
              <a:gd name="connsiteY6" fmla="*/ 261358 h 430579"/>
              <a:gd name="connsiteX7" fmla="*/ 9609373 w 10910786"/>
              <a:gd name="connsiteY7" fmla="*/ 237817 h 430579"/>
              <a:gd name="connsiteX8" fmla="*/ 9669650 w 10910786"/>
              <a:gd name="connsiteY8" fmla="*/ 200069 h 430579"/>
              <a:gd name="connsiteX9" fmla="*/ 9683261 w 10910786"/>
              <a:gd name="connsiteY9" fmla="*/ 212909 h 430579"/>
              <a:gd name="connsiteX10" fmla="*/ 9669650 w 10910786"/>
              <a:gd name="connsiteY10" fmla="*/ 225749 h 430579"/>
              <a:gd name="connsiteX11" fmla="*/ 9656038 w 10910786"/>
              <a:gd name="connsiteY11" fmla="*/ 212909 h 430579"/>
              <a:gd name="connsiteX12" fmla="*/ 9669650 w 10910786"/>
              <a:gd name="connsiteY12" fmla="*/ 200069 h 430579"/>
              <a:gd name="connsiteX13" fmla="*/ 9609373 w 10910786"/>
              <a:gd name="connsiteY13" fmla="*/ 143445 h 430579"/>
              <a:gd name="connsiteX14" fmla="*/ 9632706 w 10910786"/>
              <a:gd name="connsiteY14" fmla="*/ 166987 h 430579"/>
              <a:gd name="connsiteX15" fmla="*/ 9609373 w 10910786"/>
              <a:gd name="connsiteY15" fmla="*/ 190527 h 430579"/>
              <a:gd name="connsiteX16" fmla="*/ 9586041 w 10910786"/>
              <a:gd name="connsiteY16" fmla="*/ 166987 h 430579"/>
              <a:gd name="connsiteX17" fmla="*/ 9609373 w 10910786"/>
              <a:gd name="connsiteY17" fmla="*/ 143445 h 430579"/>
              <a:gd name="connsiteX18" fmla="*/ 0 w 10910786"/>
              <a:gd name="connsiteY18" fmla="*/ 0 h 430579"/>
              <a:gd name="connsiteX19" fmla="*/ 739665 w 10910786"/>
              <a:gd name="connsiteY19" fmla="*/ 0 h 430579"/>
              <a:gd name="connsiteX20" fmla="*/ 9785339 w 10910786"/>
              <a:gd name="connsiteY20" fmla="*/ 3175 h 430579"/>
              <a:gd name="connsiteX21" fmla="*/ 9568541 w 10910786"/>
              <a:gd name="connsiteY21" fmla="*/ 27997 h 430579"/>
              <a:gd name="connsiteX22" fmla="*/ 9540864 w 10910786"/>
              <a:gd name="connsiteY22" fmla="*/ 55995 h 430579"/>
              <a:gd name="connsiteX23" fmla="*/ 9522411 w 10910786"/>
              <a:gd name="connsiteY23" fmla="*/ 74659 h 430579"/>
              <a:gd name="connsiteX24" fmla="*/ 9540864 w 10910786"/>
              <a:gd name="connsiteY24" fmla="*/ 97990 h 430579"/>
              <a:gd name="connsiteX25" fmla="*/ 9568541 w 10910786"/>
              <a:gd name="connsiteY25" fmla="*/ 121320 h 430579"/>
              <a:gd name="connsiteX26" fmla="*/ 9545478 w 10910786"/>
              <a:gd name="connsiteY26" fmla="*/ 149317 h 430579"/>
              <a:gd name="connsiteX27" fmla="*/ 9540864 w 10910786"/>
              <a:gd name="connsiteY27" fmla="*/ 149317 h 430579"/>
              <a:gd name="connsiteX28" fmla="*/ 9522411 w 10910786"/>
              <a:gd name="connsiteY28" fmla="*/ 167982 h 430579"/>
              <a:gd name="connsiteX29" fmla="*/ 9540864 w 10910786"/>
              <a:gd name="connsiteY29" fmla="*/ 191313 h 430579"/>
              <a:gd name="connsiteX30" fmla="*/ 9568541 w 10910786"/>
              <a:gd name="connsiteY30" fmla="*/ 214644 h 430579"/>
              <a:gd name="connsiteX31" fmla="*/ 9540864 w 10910786"/>
              <a:gd name="connsiteY31" fmla="*/ 242641 h 430579"/>
              <a:gd name="connsiteX32" fmla="*/ 9522411 w 10910786"/>
              <a:gd name="connsiteY32" fmla="*/ 265971 h 430579"/>
              <a:gd name="connsiteX33" fmla="*/ 9540864 w 10910786"/>
              <a:gd name="connsiteY33" fmla="*/ 284636 h 430579"/>
              <a:gd name="connsiteX34" fmla="*/ 9689454 w 10910786"/>
              <a:gd name="connsiteY34" fmla="*/ 430579 h 43057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34" fmla="*/ 9540864 w 9786569"/>
              <a:gd name="connsiteY34" fmla="*/ 284636 h 33913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73768"/>
              <a:gd name="connsiteY0" fmla="*/ 418315 h 418315"/>
              <a:gd name="connsiteX1" fmla="*/ 845227 w 10373768"/>
              <a:gd name="connsiteY1" fmla="*/ 415140 h 418315"/>
              <a:gd name="connsiteX2" fmla="*/ 0 w 10373768"/>
              <a:gd name="connsiteY2" fmla="*/ 415140 h 418315"/>
              <a:gd name="connsiteX3" fmla="*/ 0 w 10373768"/>
              <a:gd name="connsiteY3" fmla="*/ 79176 h 418315"/>
              <a:gd name="connsiteX4" fmla="*/ 9632706 w 10373768"/>
              <a:gd name="connsiteY4" fmla="*/ 340534 h 418315"/>
              <a:gd name="connsiteX5" fmla="*/ 9609373 w 10373768"/>
              <a:gd name="connsiteY5" fmla="*/ 364075 h 418315"/>
              <a:gd name="connsiteX6" fmla="*/ 9586041 w 10373768"/>
              <a:gd name="connsiteY6" fmla="*/ 340534 h 418315"/>
              <a:gd name="connsiteX7" fmla="*/ 9609373 w 10373768"/>
              <a:gd name="connsiteY7" fmla="*/ 316993 h 418315"/>
              <a:gd name="connsiteX8" fmla="*/ 9598014 w 10373768"/>
              <a:gd name="connsiteY8" fmla="*/ 418315 h 418315"/>
              <a:gd name="connsiteX9" fmla="*/ 9669650 w 10373768"/>
              <a:gd name="connsiteY9" fmla="*/ 279245 h 418315"/>
              <a:gd name="connsiteX10" fmla="*/ 9683261 w 10373768"/>
              <a:gd name="connsiteY10" fmla="*/ 292085 h 418315"/>
              <a:gd name="connsiteX11" fmla="*/ 9669650 w 10373768"/>
              <a:gd name="connsiteY11" fmla="*/ 304925 h 418315"/>
              <a:gd name="connsiteX12" fmla="*/ 9656038 w 10373768"/>
              <a:gd name="connsiteY12" fmla="*/ 292085 h 418315"/>
              <a:gd name="connsiteX13" fmla="*/ 9669650 w 10373768"/>
              <a:gd name="connsiteY13" fmla="*/ 279245 h 418315"/>
              <a:gd name="connsiteX14" fmla="*/ 9609373 w 10373768"/>
              <a:gd name="connsiteY14" fmla="*/ 222621 h 418315"/>
              <a:gd name="connsiteX15" fmla="*/ 9632706 w 10373768"/>
              <a:gd name="connsiteY15" fmla="*/ 246163 h 418315"/>
              <a:gd name="connsiteX16" fmla="*/ 9609373 w 10373768"/>
              <a:gd name="connsiteY16" fmla="*/ 269703 h 418315"/>
              <a:gd name="connsiteX17" fmla="*/ 9586041 w 10373768"/>
              <a:gd name="connsiteY17" fmla="*/ 246163 h 418315"/>
              <a:gd name="connsiteX18" fmla="*/ 9609373 w 10373768"/>
              <a:gd name="connsiteY18" fmla="*/ 222621 h 418315"/>
              <a:gd name="connsiteX19" fmla="*/ 0 w 10373768"/>
              <a:gd name="connsiteY19" fmla="*/ 79176 h 418315"/>
              <a:gd name="connsiteX20" fmla="*/ 739665 w 10373768"/>
              <a:gd name="connsiteY20" fmla="*/ 79176 h 418315"/>
              <a:gd name="connsiteX21" fmla="*/ 9785339 w 10373768"/>
              <a:gd name="connsiteY21" fmla="*/ 82351 h 418315"/>
              <a:gd name="connsiteX22" fmla="*/ 9540864 w 10373768"/>
              <a:gd name="connsiteY22" fmla="*/ 135171 h 418315"/>
              <a:gd name="connsiteX23" fmla="*/ 9522411 w 10373768"/>
              <a:gd name="connsiteY23" fmla="*/ 153835 h 418315"/>
              <a:gd name="connsiteX24" fmla="*/ 9540864 w 10373768"/>
              <a:gd name="connsiteY24" fmla="*/ 177166 h 418315"/>
              <a:gd name="connsiteX25" fmla="*/ 9568541 w 10373768"/>
              <a:gd name="connsiteY25" fmla="*/ 200496 h 418315"/>
              <a:gd name="connsiteX26" fmla="*/ 9545478 w 10373768"/>
              <a:gd name="connsiteY26" fmla="*/ 228493 h 418315"/>
              <a:gd name="connsiteX27" fmla="*/ 9540864 w 10373768"/>
              <a:gd name="connsiteY27" fmla="*/ 228493 h 418315"/>
              <a:gd name="connsiteX28" fmla="*/ 9522411 w 10373768"/>
              <a:gd name="connsiteY28" fmla="*/ 247158 h 418315"/>
              <a:gd name="connsiteX29" fmla="*/ 9540864 w 10373768"/>
              <a:gd name="connsiteY29" fmla="*/ 270489 h 418315"/>
              <a:gd name="connsiteX30" fmla="*/ 9568541 w 10373768"/>
              <a:gd name="connsiteY30" fmla="*/ 293820 h 418315"/>
              <a:gd name="connsiteX31" fmla="*/ 9540864 w 10373768"/>
              <a:gd name="connsiteY31" fmla="*/ 321817 h 418315"/>
              <a:gd name="connsiteX32" fmla="*/ 9522411 w 10373768"/>
              <a:gd name="connsiteY32" fmla="*/ 345147 h 418315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40864 w 9785339"/>
              <a:gd name="connsiteY22" fmla="*/ 55995 h 339139"/>
              <a:gd name="connsiteX23" fmla="*/ 9522411 w 9785339"/>
              <a:gd name="connsiteY23" fmla="*/ 74659 h 339139"/>
              <a:gd name="connsiteX24" fmla="*/ 9540864 w 9785339"/>
              <a:gd name="connsiteY24" fmla="*/ 97990 h 339139"/>
              <a:gd name="connsiteX25" fmla="*/ 9568541 w 9785339"/>
              <a:gd name="connsiteY25" fmla="*/ 121320 h 339139"/>
              <a:gd name="connsiteX26" fmla="*/ 9545478 w 9785339"/>
              <a:gd name="connsiteY26" fmla="*/ 149317 h 339139"/>
              <a:gd name="connsiteX27" fmla="*/ 9540864 w 9785339"/>
              <a:gd name="connsiteY27" fmla="*/ 149317 h 339139"/>
              <a:gd name="connsiteX28" fmla="*/ 9522411 w 9785339"/>
              <a:gd name="connsiteY28" fmla="*/ 167982 h 339139"/>
              <a:gd name="connsiteX29" fmla="*/ 9540864 w 9785339"/>
              <a:gd name="connsiteY29" fmla="*/ 191313 h 339139"/>
              <a:gd name="connsiteX30" fmla="*/ 9568541 w 9785339"/>
              <a:gd name="connsiteY30" fmla="*/ 214644 h 339139"/>
              <a:gd name="connsiteX31" fmla="*/ 9540864 w 9785339"/>
              <a:gd name="connsiteY31" fmla="*/ 242641 h 339139"/>
              <a:gd name="connsiteX32" fmla="*/ 9522411 w 9785339"/>
              <a:gd name="connsiteY32" fmla="*/ 265971 h 339139"/>
              <a:gd name="connsiteX0" fmla="*/ 9598014 w 10504275"/>
              <a:gd name="connsiteY0" fmla="*/ 339139 h 339139"/>
              <a:gd name="connsiteX1" fmla="*/ 845227 w 10504275"/>
              <a:gd name="connsiteY1" fmla="*/ 335964 h 339139"/>
              <a:gd name="connsiteX2" fmla="*/ 0 w 10504275"/>
              <a:gd name="connsiteY2" fmla="*/ 335964 h 339139"/>
              <a:gd name="connsiteX3" fmla="*/ 0 w 10504275"/>
              <a:gd name="connsiteY3" fmla="*/ 0 h 339139"/>
              <a:gd name="connsiteX4" fmla="*/ 9632706 w 10504275"/>
              <a:gd name="connsiteY4" fmla="*/ 261358 h 339139"/>
              <a:gd name="connsiteX5" fmla="*/ 9609373 w 10504275"/>
              <a:gd name="connsiteY5" fmla="*/ 284899 h 339139"/>
              <a:gd name="connsiteX6" fmla="*/ 9586041 w 10504275"/>
              <a:gd name="connsiteY6" fmla="*/ 261358 h 339139"/>
              <a:gd name="connsiteX7" fmla="*/ 9609373 w 10504275"/>
              <a:gd name="connsiteY7" fmla="*/ 237817 h 339139"/>
              <a:gd name="connsiteX8" fmla="*/ 9598014 w 10504275"/>
              <a:gd name="connsiteY8" fmla="*/ 339139 h 339139"/>
              <a:gd name="connsiteX9" fmla="*/ 9669650 w 10504275"/>
              <a:gd name="connsiteY9" fmla="*/ 200069 h 339139"/>
              <a:gd name="connsiteX10" fmla="*/ 9683261 w 10504275"/>
              <a:gd name="connsiteY10" fmla="*/ 212909 h 339139"/>
              <a:gd name="connsiteX11" fmla="*/ 9669650 w 10504275"/>
              <a:gd name="connsiteY11" fmla="*/ 225749 h 339139"/>
              <a:gd name="connsiteX12" fmla="*/ 9656038 w 10504275"/>
              <a:gd name="connsiteY12" fmla="*/ 212909 h 339139"/>
              <a:gd name="connsiteX13" fmla="*/ 9669650 w 10504275"/>
              <a:gd name="connsiteY13" fmla="*/ 200069 h 339139"/>
              <a:gd name="connsiteX14" fmla="*/ 9609373 w 10504275"/>
              <a:gd name="connsiteY14" fmla="*/ 143445 h 339139"/>
              <a:gd name="connsiteX15" fmla="*/ 9632706 w 10504275"/>
              <a:gd name="connsiteY15" fmla="*/ 166987 h 339139"/>
              <a:gd name="connsiteX16" fmla="*/ 9609373 w 10504275"/>
              <a:gd name="connsiteY16" fmla="*/ 190527 h 339139"/>
              <a:gd name="connsiteX17" fmla="*/ 9586041 w 10504275"/>
              <a:gd name="connsiteY17" fmla="*/ 166987 h 339139"/>
              <a:gd name="connsiteX18" fmla="*/ 9609373 w 10504275"/>
              <a:gd name="connsiteY18" fmla="*/ 143445 h 339139"/>
              <a:gd name="connsiteX19" fmla="*/ 0 w 10504275"/>
              <a:gd name="connsiteY19" fmla="*/ 0 h 339139"/>
              <a:gd name="connsiteX20" fmla="*/ 739665 w 10504275"/>
              <a:gd name="connsiteY20" fmla="*/ 0 h 339139"/>
              <a:gd name="connsiteX21" fmla="*/ 9785339 w 10504275"/>
              <a:gd name="connsiteY21" fmla="*/ 3175 h 339139"/>
              <a:gd name="connsiteX22" fmla="*/ 9896464 w 10504275"/>
              <a:gd name="connsiteY22" fmla="*/ 294120 h 339139"/>
              <a:gd name="connsiteX23" fmla="*/ 9522411 w 10504275"/>
              <a:gd name="connsiteY23" fmla="*/ 74659 h 339139"/>
              <a:gd name="connsiteX24" fmla="*/ 9540864 w 10504275"/>
              <a:gd name="connsiteY24" fmla="*/ 97990 h 339139"/>
              <a:gd name="connsiteX25" fmla="*/ 9568541 w 10504275"/>
              <a:gd name="connsiteY25" fmla="*/ 121320 h 339139"/>
              <a:gd name="connsiteX26" fmla="*/ 9545478 w 10504275"/>
              <a:gd name="connsiteY26" fmla="*/ 149317 h 339139"/>
              <a:gd name="connsiteX27" fmla="*/ 9540864 w 10504275"/>
              <a:gd name="connsiteY27" fmla="*/ 149317 h 339139"/>
              <a:gd name="connsiteX28" fmla="*/ 9522411 w 10504275"/>
              <a:gd name="connsiteY28" fmla="*/ 167982 h 339139"/>
              <a:gd name="connsiteX29" fmla="*/ 9540864 w 10504275"/>
              <a:gd name="connsiteY29" fmla="*/ 191313 h 339139"/>
              <a:gd name="connsiteX30" fmla="*/ 9568541 w 10504275"/>
              <a:gd name="connsiteY30" fmla="*/ 214644 h 339139"/>
              <a:gd name="connsiteX31" fmla="*/ 9540864 w 10504275"/>
              <a:gd name="connsiteY31" fmla="*/ 242641 h 339139"/>
              <a:gd name="connsiteX32" fmla="*/ 9522411 w 10504275"/>
              <a:gd name="connsiteY32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32" fmla="*/ 9598014 w 10381792"/>
              <a:gd name="connsiteY32" fmla="*/ 339139 h 339139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22411 w 9785339"/>
              <a:gd name="connsiteY22" fmla="*/ 74659 h 339139"/>
              <a:gd name="connsiteX23" fmla="*/ 9540864 w 9785339"/>
              <a:gd name="connsiteY23" fmla="*/ 97990 h 339139"/>
              <a:gd name="connsiteX24" fmla="*/ 9568541 w 9785339"/>
              <a:gd name="connsiteY24" fmla="*/ 121320 h 339139"/>
              <a:gd name="connsiteX25" fmla="*/ 9545478 w 9785339"/>
              <a:gd name="connsiteY25" fmla="*/ 149317 h 339139"/>
              <a:gd name="connsiteX26" fmla="*/ 9540864 w 9785339"/>
              <a:gd name="connsiteY26" fmla="*/ 149317 h 339139"/>
              <a:gd name="connsiteX27" fmla="*/ 9522411 w 9785339"/>
              <a:gd name="connsiteY27" fmla="*/ 167982 h 339139"/>
              <a:gd name="connsiteX28" fmla="*/ 9540864 w 9785339"/>
              <a:gd name="connsiteY28" fmla="*/ 191313 h 339139"/>
              <a:gd name="connsiteX29" fmla="*/ 9568541 w 9785339"/>
              <a:gd name="connsiteY29" fmla="*/ 214644 h 339139"/>
              <a:gd name="connsiteX30" fmla="*/ 9540864 w 9785339"/>
              <a:gd name="connsiteY30" fmla="*/ 242641 h 339139"/>
              <a:gd name="connsiteX31" fmla="*/ 9522411 w 9785339"/>
              <a:gd name="connsiteY31" fmla="*/ 265971 h 339139"/>
              <a:gd name="connsiteX32" fmla="*/ 9598014 w 9785339"/>
              <a:gd name="connsiteY32" fmla="*/ 339139 h 339139"/>
              <a:gd name="connsiteX33" fmla="*/ 0 w 9785339"/>
              <a:gd name="connsiteY33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609373 w 10386312"/>
              <a:gd name="connsiteY14" fmla="*/ 143445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9609373 w 10386312"/>
              <a:gd name="connsiteY18" fmla="*/ 143445 h 339139"/>
              <a:gd name="connsiteX19" fmla="*/ 0 w 10386312"/>
              <a:gd name="connsiteY19" fmla="*/ 0 h 339139"/>
              <a:gd name="connsiteX20" fmla="*/ 739665 w 10386312"/>
              <a:gd name="connsiteY20" fmla="*/ 0 h 339139"/>
              <a:gd name="connsiteX21" fmla="*/ 9785339 w 10386312"/>
              <a:gd name="connsiteY21" fmla="*/ 3175 h 339139"/>
              <a:gd name="connsiteX22" fmla="*/ 9540864 w 10386312"/>
              <a:gd name="connsiteY22" fmla="*/ 97990 h 339139"/>
              <a:gd name="connsiteX23" fmla="*/ 9568541 w 10386312"/>
              <a:gd name="connsiteY23" fmla="*/ 121320 h 339139"/>
              <a:gd name="connsiteX24" fmla="*/ 9545478 w 10386312"/>
              <a:gd name="connsiteY24" fmla="*/ 149317 h 339139"/>
              <a:gd name="connsiteX25" fmla="*/ 9540864 w 10386312"/>
              <a:gd name="connsiteY25" fmla="*/ 149317 h 339139"/>
              <a:gd name="connsiteX26" fmla="*/ 9522411 w 10386312"/>
              <a:gd name="connsiteY26" fmla="*/ 167982 h 339139"/>
              <a:gd name="connsiteX27" fmla="*/ 9540864 w 10386312"/>
              <a:gd name="connsiteY27" fmla="*/ 191313 h 339139"/>
              <a:gd name="connsiteX28" fmla="*/ 9568541 w 10386312"/>
              <a:gd name="connsiteY28" fmla="*/ 214644 h 339139"/>
              <a:gd name="connsiteX29" fmla="*/ 9540864 w 10386312"/>
              <a:gd name="connsiteY29" fmla="*/ 242641 h 339139"/>
              <a:gd name="connsiteX30" fmla="*/ 9522411 w 10386312"/>
              <a:gd name="connsiteY30" fmla="*/ 265971 h 339139"/>
              <a:gd name="connsiteX31" fmla="*/ 9598014 w 10386312"/>
              <a:gd name="connsiteY31" fmla="*/ 339139 h 339139"/>
              <a:gd name="connsiteX32" fmla="*/ 0 w 10386312"/>
              <a:gd name="connsiteY32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586041 w 10386312"/>
              <a:gd name="connsiteY14" fmla="*/ 166987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0 w 10386312"/>
              <a:gd name="connsiteY18" fmla="*/ 0 h 339139"/>
              <a:gd name="connsiteX19" fmla="*/ 739665 w 10386312"/>
              <a:gd name="connsiteY19" fmla="*/ 0 h 339139"/>
              <a:gd name="connsiteX20" fmla="*/ 9785339 w 10386312"/>
              <a:gd name="connsiteY20" fmla="*/ 3175 h 339139"/>
              <a:gd name="connsiteX21" fmla="*/ 9540864 w 10386312"/>
              <a:gd name="connsiteY21" fmla="*/ 97990 h 339139"/>
              <a:gd name="connsiteX22" fmla="*/ 9568541 w 10386312"/>
              <a:gd name="connsiteY22" fmla="*/ 121320 h 339139"/>
              <a:gd name="connsiteX23" fmla="*/ 9545478 w 10386312"/>
              <a:gd name="connsiteY23" fmla="*/ 149317 h 339139"/>
              <a:gd name="connsiteX24" fmla="*/ 9540864 w 10386312"/>
              <a:gd name="connsiteY24" fmla="*/ 149317 h 339139"/>
              <a:gd name="connsiteX25" fmla="*/ 9522411 w 10386312"/>
              <a:gd name="connsiteY25" fmla="*/ 167982 h 339139"/>
              <a:gd name="connsiteX26" fmla="*/ 9540864 w 10386312"/>
              <a:gd name="connsiteY26" fmla="*/ 191313 h 339139"/>
              <a:gd name="connsiteX27" fmla="*/ 9568541 w 10386312"/>
              <a:gd name="connsiteY27" fmla="*/ 214644 h 339139"/>
              <a:gd name="connsiteX28" fmla="*/ 9540864 w 10386312"/>
              <a:gd name="connsiteY28" fmla="*/ 242641 h 339139"/>
              <a:gd name="connsiteX29" fmla="*/ 9522411 w 10386312"/>
              <a:gd name="connsiteY29" fmla="*/ 265971 h 339139"/>
              <a:gd name="connsiteX30" fmla="*/ 9598014 w 10386312"/>
              <a:gd name="connsiteY30" fmla="*/ 339139 h 339139"/>
              <a:gd name="connsiteX31" fmla="*/ 0 w 10386312"/>
              <a:gd name="connsiteY31" fmla="*/ 0 h 339139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609373 w 10386312"/>
              <a:gd name="connsiteY5" fmla="*/ 284899 h 347620"/>
              <a:gd name="connsiteX6" fmla="*/ 9586041 w 10386312"/>
              <a:gd name="connsiteY6" fmla="*/ 261358 h 347620"/>
              <a:gd name="connsiteX7" fmla="*/ 9609373 w 10386312"/>
              <a:gd name="connsiteY7" fmla="*/ 237817 h 347620"/>
              <a:gd name="connsiteX8" fmla="*/ 9598014 w 10386312"/>
              <a:gd name="connsiteY8" fmla="*/ 339139 h 347620"/>
              <a:gd name="connsiteX9" fmla="*/ 9669650 w 10386312"/>
              <a:gd name="connsiteY9" fmla="*/ 200069 h 347620"/>
              <a:gd name="connsiteX10" fmla="*/ 9683261 w 10386312"/>
              <a:gd name="connsiteY10" fmla="*/ 212909 h 347620"/>
              <a:gd name="connsiteX11" fmla="*/ 9669650 w 10386312"/>
              <a:gd name="connsiteY11" fmla="*/ 225749 h 347620"/>
              <a:gd name="connsiteX12" fmla="*/ 9656038 w 10386312"/>
              <a:gd name="connsiteY12" fmla="*/ 212909 h 347620"/>
              <a:gd name="connsiteX13" fmla="*/ 9669650 w 10386312"/>
              <a:gd name="connsiteY13" fmla="*/ 200069 h 347620"/>
              <a:gd name="connsiteX14" fmla="*/ 9586041 w 10386312"/>
              <a:gd name="connsiteY14" fmla="*/ 166987 h 347620"/>
              <a:gd name="connsiteX15" fmla="*/ 9632706 w 10386312"/>
              <a:gd name="connsiteY15" fmla="*/ 166987 h 347620"/>
              <a:gd name="connsiteX16" fmla="*/ 9609373 w 10386312"/>
              <a:gd name="connsiteY16" fmla="*/ 190527 h 347620"/>
              <a:gd name="connsiteX17" fmla="*/ 9586041 w 10386312"/>
              <a:gd name="connsiteY17" fmla="*/ 166987 h 347620"/>
              <a:gd name="connsiteX18" fmla="*/ 0 w 10386312"/>
              <a:gd name="connsiteY18" fmla="*/ 0 h 347620"/>
              <a:gd name="connsiteX19" fmla="*/ 739665 w 10386312"/>
              <a:gd name="connsiteY19" fmla="*/ 0 h 347620"/>
              <a:gd name="connsiteX20" fmla="*/ 9785339 w 10386312"/>
              <a:gd name="connsiteY20" fmla="*/ 3175 h 347620"/>
              <a:gd name="connsiteX21" fmla="*/ 9540864 w 10386312"/>
              <a:gd name="connsiteY21" fmla="*/ 97990 h 347620"/>
              <a:gd name="connsiteX22" fmla="*/ 9568541 w 10386312"/>
              <a:gd name="connsiteY22" fmla="*/ 121320 h 347620"/>
              <a:gd name="connsiteX23" fmla="*/ 9545478 w 10386312"/>
              <a:gd name="connsiteY23" fmla="*/ 149317 h 347620"/>
              <a:gd name="connsiteX24" fmla="*/ 9540864 w 10386312"/>
              <a:gd name="connsiteY24" fmla="*/ 149317 h 347620"/>
              <a:gd name="connsiteX25" fmla="*/ 9522411 w 10386312"/>
              <a:gd name="connsiteY25" fmla="*/ 167982 h 347620"/>
              <a:gd name="connsiteX26" fmla="*/ 9540864 w 10386312"/>
              <a:gd name="connsiteY26" fmla="*/ 191313 h 347620"/>
              <a:gd name="connsiteX27" fmla="*/ 9568541 w 10386312"/>
              <a:gd name="connsiteY27" fmla="*/ 214644 h 347620"/>
              <a:gd name="connsiteX28" fmla="*/ 9540864 w 10386312"/>
              <a:gd name="connsiteY28" fmla="*/ 242641 h 347620"/>
              <a:gd name="connsiteX29" fmla="*/ 9598014 w 10386312"/>
              <a:gd name="connsiteY29" fmla="*/ 339139 h 347620"/>
              <a:gd name="connsiteX30" fmla="*/ 0 w 10386312"/>
              <a:gd name="connsiteY3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609373 w 10386312"/>
              <a:gd name="connsiteY6" fmla="*/ 237817 h 347620"/>
              <a:gd name="connsiteX7" fmla="*/ 9598014 w 10386312"/>
              <a:gd name="connsiteY7" fmla="*/ 339139 h 347620"/>
              <a:gd name="connsiteX8" fmla="*/ 9669650 w 10386312"/>
              <a:gd name="connsiteY8" fmla="*/ 200069 h 347620"/>
              <a:gd name="connsiteX9" fmla="*/ 9683261 w 10386312"/>
              <a:gd name="connsiteY9" fmla="*/ 212909 h 347620"/>
              <a:gd name="connsiteX10" fmla="*/ 9669650 w 10386312"/>
              <a:gd name="connsiteY10" fmla="*/ 225749 h 347620"/>
              <a:gd name="connsiteX11" fmla="*/ 9656038 w 10386312"/>
              <a:gd name="connsiteY11" fmla="*/ 212909 h 347620"/>
              <a:gd name="connsiteX12" fmla="*/ 9669650 w 10386312"/>
              <a:gd name="connsiteY12" fmla="*/ 200069 h 347620"/>
              <a:gd name="connsiteX13" fmla="*/ 9586041 w 10386312"/>
              <a:gd name="connsiteY13" fmla="*/ 166987 h 347620"/>
              <a:gd name="connsiteX14" fmla="*/ 9632706 w 10386312"/>
              <a:gd name="connsiteY14" fmla="*/ 166987 h 347620"/>
              <a:gd name="connsiteX15" fmla="*/ 9609373 w 10386312"/>
              <a:gd name="connsiteY15" fmla="*/ 190527 h 347620"/>
              <a:gd name="connsiteX16" fmla="*/ 9586041 w 10386312"/>
              <a:gd name="connsiteY16" fmla="*/ 166987 h 347620"/>
              <a:gd name="connsiteX17" fmla="*/ 0 w 10386312"/>
              <a:gd name="connsiteY17" fmla="*/ 0 h 347620"/>
              <a:gd name="connsiteX18" fmla="*/ 739665 w 10386312"/>
              <a:gd name="connsiteY18" fmla="*/ 0 h 347620"/>
              <a:gd name="connsiteX19" fmla="*/ 9785339 w 10386312"/>
              <a:gd name="connsiteY19" fmla="*/ 3175 h 347620"/>
              <a:gd name="connsiteX20" fmla="*/ 9540864 w 10386312"/>
              <a:gd name="connsiteY20" fmla="*/ 97990 h 347620"/>
              <a:gd name="connsiteX21" fmla="*/ 9568541 w 10386312"/>
              <a:gd name="connsiteY21" fmla="*/ 121320 h 347620"/>
              <a:gd name="connsiteX22" fmla="*/ 9545478 w 10386312"/>
              <a:gd name="connsiteY22" fmla="*/ 149317 h 347620"/>
              <a:gd name="connsiteX23" fmla="*/ 9540864 w 10386312"/>
              <a:gd name="connsiteY23" fmla="*/ 149317 h 347620"/>
              <a:gd name="connsiteX24" fmla="*/ 9522411 w 10386312"/>
              <a:gd name="connsiteY24" fmla="*/ 167982 h 347620"/>
              <a:gd name="connsiteX25" fmla="*/ 9540864 w 10386312"/>
              <a:gd name="connsiteY25" fmla="*/ 191313 h 347620"/>
              <a:gd name="connsiteX26" fmla="*/ 9568541 w 10386312"/>
              <a:gd name="connsiteY26" fmla="*/ 214644 h 347620"/>
              <a:gd name="connsiteX27" fmla="*/ 9540864 w 10386312"/>
              <a:gd name="connsiteY27" fmla="*/ 242641 h 347620"/>
              <a:gd name="connsiteX28" fmla="*/ 9598014 w 10386312"/>
              <a:gd name="connsiteY28" fmla="*/ 339139 h 347620"/>
              <a:gd name="connsiteX29" fmla="*/ 0 w 10386312"/>
              <a:gd name="connsiteY29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598014 w 10386312"/>
              <a:gd name="connsiteY6" fmla="*/ 339139 h 347620"/>
              <a:gd name="connsiteX7" fmla="*/ 9669650 w 10386312"/>
              <a:gd name="connsiteY7" fmla="*/ 200069 h 347620"/>
              <a:gd name="connsiteX8" fmla="*/ 9683261 w 10386312"/>
              <a:gd name="connsiteY8" fmla="*/ 212909 h 347620"/>
              <a:gd name="connsiteX9" fmla="*/ 9669650 w 10386312"/>
              <a:gd name="connsiteY9" fmla="*/ 225749 h 347620"/>
              <a:gd name="connsiteX10" fmla="*/ 9656038 w 10386312"/>
              <a:gd name="connsiteY10" fmla="*/ 212909 h 347620"/>
              <a:gd name="connsiteX11" fmla="*/ 9669650 w 10386312"/>
              <a:gd name="connsiteY11" fmla="*/ 200069 h 347620"/>
              <a:gd name="connsiteX12" fmla="*/ 9586041 w 10386312"/>
              <a:gd name="connsiteY12" fmla="*/ 166987 h 347620"/>
              <a:gd name="connsiteX13" fmla="*/ 9632706 w 10386312"/>
              <a:gd name="connsiteY13" fmla="*/ 166987 h 347620"/>
              <a:gd name="connsiteX14" fmla="*/ 9609373 w 10386312"/>
              <a:gd name="connsiteY14" fmla="*/ 190527 h 347620"/>
              <a:gd name="connsiteX15" fmla="*/ 9586041 w 10386312"/>
              <a:gd name="connsiteY15" fmla="*/ 166987 h 347620"/>
              <a:gd name="connsiteX16" fmla="*/ 0 w 10386312"/>
              <a:gd name="connsiteY16" fmla="*/ 0 h 347620"/>
              <a:gd name="connsiteX17" fmla="*/ 739665 w 10386312"/>
              <a:gd name="connsiteY17" fmla="*/ 0 h 347620"/>
              <a:gd name="connsiteX18" fmla="*/ 9785339 w 10386312"/>
              <a:gd name="connsiteY18" fmla="*/ 3175 h 347620"/>
              <a:gd name="connsiteX19" fmla="*/ 9540864 w 10386312"/>
              <a:gd name="connsiteY19" fmla="*/ 97990 h 347620"/>
              <a:gd name="connsiteX20" fmla="*/ 9568541 w 10386312"/>
              <a:gd name="connsiteY20" fmla="*/ 121320 h 347620"/>
              <a:gd name="connsiteX21" fmla="*/ 9545478 w 10386312"/>
              <a:gd name="connsiteY21" fmla="*/ 149317 h 347620"/>
              <a:gd name="connsiteX22" fmla="*/ 9540864 w 10386312"/>
              <a:gd name="connsiteY22" fmla="*/ 149317 h 347620"/>
              <a:gd name="connsiteX23" fmla="*/ 9522411 w 10386312"/>
              <a:gd name="connsiteY23" fmla="*/ 167982 h 347620"/>
              <a:gd name="connsiteX24" fmla="*/ 9540864 w 10386312"/>
              <a:gd name="connsiteY24" fmla="*/ 191313 h 347620"/>
              <a:gd name="connsiteX25" fmla="*/ 9568541 w 10386312"/>
              <a:gd name="connsiteY25" fmla="*/ 214644 h 347620"/>
              <a:gd name="connsiteX26" fmla="*/ 9540864 w 10386312"/>
              <a:gd name="connsiteY26" fmla="*/ 242641 h 347620"/>
              <a:gd name="connsiteX27" fmla="*/ 9598014 w 10386312"/>
              <a:gd name="connsiteY27" fmla="*/ 339139 h 347620"/>
              <a:gd name="connsiteX28" fmla="*/ 0 w 10386312"/>
              <a:gd name="connsiteY28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86041 w 10386312"/>
              <a:gd name="connsiteY4" fmla="*/ 261358 h 347620"/>
              <a:gd name="connsiteX5" fmla="*/ 9598014 w 10386312"/>
              <a:gd name="connsiteY5" fmla="*/ 339139 h 347620"/>
              <a:gd name="connsiteX6" fmla="*/ 9669650 w 10386312"/>
              <a:gd name="connsiteY6" fmla="*/ 200069 h 347620"/>
              <a:gd name="connsiteX7" fmla="*/ 9683261 w 10386312"/>
              <a:gd name="connsiteY7" fmla="*/ 212909 h 347620"/>
              <a:gd name="connsiteX8" fmla="*/ 9669650 w 10386312"/>
              <a:gd name="connsiteY8" fmla="*/ 225749 h 347620"/>
              <a:gd name="connsiteX9" fmla="*/ 9656038 w 10386312"/>
              <a:gd name="connsiteY9" fmla="*/ 212909 h 347620"/>
              <a:gd name="connsiteX10" fmla="*/ 9669650 w 10386312"/>
              <a:gd name="connsiteY10" fmla="*/ 200069 h 347620"/>
              <a:gd name="connsiteX11" fmla="*/ 9586041 w 10386312"/>
              <a:gd name="connsiteY11" fmla="*/ 166987 h 347620"/>
              <a:gd name="connsiteX12" fmla="*/ 9632706 w 10386312"/>
              <a:gd name="connsiteY12" fmla="*/ 166987 h 347620"/>
              <a:gd name="connsiteX13" fmla="*/ 9609373 w 10386312"/>
              <a:gd name="connsiteY13" fmla="*/ 190527 h 347620"/>
              <a:gd name="connsiteX14" fmla="*/ 9586041 w 10386312"/>
              <a:gd name="connsiteY14" fmla="*/ 166987 h 347620"/>
              <a:gd name="connsiteX15" fmla="*/ 0 w 10386312"/>
              <a:gd name="connsiteY15" fmla="*/ 0 h 347620"/>
              <a:gd name="connsiteX16" fmla="*/ 739665 w 10386312"/>
              <a:gd name="connsiteY16" fmla="*/ 0 h 347620"/>
              <a:gd name="connsiteX17" fmla="*/ 9785339 w 10386312"/>
              <a:gd name="connsiteY17" fmla="*/ 3175 h 347620"/>
              <a:gd name="connsiteX18" fmla="*/ 9540864 w 10386312"/>
              <a:gd name="connsiteY18" fmla="*/ 97990 h 347620"/>
              <a:gd name="connsiteX19" fmla="*/ 9568541 w 10386312"/>
              <a:gd name="connsiteY19" fmla="*/ 121320 h 347620"/>
              <a:gd name="connsiteX20" fmla="*/ 9545478 w 10386312"/>
              <a:gd name="connsiteY20" fmla="*/ 149317 h 347620"/>
              <a:gd name="connsiteX21" fmla="*/ 9540864 w 10386312"/>
              <a:gd name="connsiteY21" fmla="*/ 149317 h 347620"/>
              <a:gd name="connsiteX22" fmla="*/ 9522411 w 10386312"/>
              <a:gd name="connsiteY22" fmla="*/ 167982 h 347620"/>
              <a:gd name="connsiteX23" fmla="*/ 9540864 w 10386312"/>
              <a:gd name="connsiteY23" fmla="*/ 191313 h 347620"/>
              <a:gd name="connsiteX24" fmla="*/ 9568541 w 10386312"/>
              <a:gd name="connsiteY24" fmla="*/ 214644 h 347620"/>
              <a:gd name="connsiteX25" fmla="*/ 9540864 w 10386312"/>
              <a:gd name="connsiteY25" fmla="*/ 242641 h 347620"/>
              <a:gd name="connsiteX26" fmla="*/ 9598014 w 10386312"/>
              <a:gd name="connsiteY26" fmla="*/ 339139 h 347620"/>
              <a:gd name="connsiteX27" fmla="*/ 0 w 10386312"/>
              <a:gd name="connsiteY27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0006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669650 w 10386312"/>
              <a:gd name="connsiteY9" fmla="*/ 200069 h 347620"/>
              <a:gd name="connsiteX10" fmla="*/ 9586041 w 10386312"/>
              <a:gd name="connsiteY10" fmla="*/ 166987 h 347620"/>
              <a:gd name="connsiteX11" fmla="*/ 9632706 w 10386312"/>
              <a:gd name="connsiteY11" fmla="*/ 166987 h 347620"/>
              <a:gd name="connsiteX12" fmla="*/ 9609373 w 10386312"/>
              <a:gd name="connsiteY12" fmla="*/ 190527 h 347620"/>
              <a:gd name="connsiteX13" fmla="*/ 9586041 w 10386312"/>
              <a:gd name="connsiteY13" fmla="*/ 166987 h 347620"/>
              <a:gd name="connsiteX14" fmla="*/ 0 w 10386312"/>
              <a:gd name="connsiteY14" fmla="*/ 0 h 347620"/>
              <a:gd name="connsiteX15" fmla="*/ 739665 w 10386312"/>
              <a:gd name="connsiteY15" fmla="*/ 0 h 347620"/>
              <a:gd name="connsiteX16" fmla="*/ 9785339 w 10386312"/>
              <a:gd name="connsiteY16" fmla="*/ 3175 h 347620"/>
              <a:gd name="connsiteX17" fmla="*/ 9540864 w 10386312"/>
              <a:gd name="connsiteY17" fmla="*/ 97990 h 347620"/>
              <a:gd name="connsiteX18" fmla="*/ 9568541 w 10386312"/>
              <a:gd name="connsiteY18" fmla="*/ 121320 h 347620"/>
              <a:gd name="connsiteX19" fmla="*/ 9545478 w 10386312"/>
              <a:gd name="connsiteY19" fmla="*/ 149317 h 347620"/>
              <a:gd name="connsiteX20" fmla="*/ 9540864 w 10386312"/>
              <a:gd name="connsiteY20" fmla="*/ 149317 h 347620"/>
              <a:gd name="connsiteX21" fmla="*/ 9522411 w 10386312"/>
              <a:gd name="connsiteY21" fmla="*/ 167982 h 347620"/>
              <a:gd name="connsiteX22" fmla="*/ 9540864 w 10386312"/>
              <a:gd name="connsiteY22" fmla="*/ 191313 h 347620"/>
              <a:gd name="connsiteX23" fmla="*/ 9568541 w 10386312"/>
              <a:gd name="connsiteY23" fmla="*/ 214644 h 347620"/>
              <a:gd name="connsiteX24" fmla="*/ 9540864 w 10386312"/>
              <a:gd name="connsiteY24" fmla="*/ 242641 h 347620"/>
              <a:gd name="connsiteX25" fmla="*/ 9598014 w 10386312"/>
              <a:gd name="connsiteY25" fmla="*/ 339139 h 347620"/>
              <a:gd name="connsiteX26" fmla="*/ 0 w 10386312"/>
              <a:gd name="connsiteY26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56038 w 10386312"/>
              <a:gd name="connsiteY5" fmla="*/ 21290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586041 w 10386312"/>
              <a:gd name="connsiteY9" fmla="*/ 166987 h 347620"/>
              <a:gd name="connsiteX10" fmla="*/ 9632706 w 10386312"/>
              <a:gd name="connsiteY10" fmla="*/ 166987 h 347620"/>
              <a:gd name="connsiteX11" fmla="*/ 9609373 w 10386312"/>
              <a:gd name="connsiteY11" fmla="*/ 190527 h 347620"/>
              <a:gd name="connsiteX12" fmla="*/ 9586041 w 10386312"/>
              <a:gd name="connsiteY12" fmla="*/ 166987 h 347620"/>
              <a:gd name="connsiteX13" fmla="*/ 0 w 10386312"/>
              <a:gd name="connsiteY13" fmla="*/ 0 h 347620"/>
              <a:gd name="connsiteX14" fmla="*/ 739665 w 10386312"/>
              <a:gd name="connsiteY14" fmla="*/ 0 h 347620"/>
              <a:gd name="connsiteX15" fmla="*/ 9785339 w 10386312"/>
              <a:gd name="connsiteY15" fmla="*/ 3175 h 347620"/>
              <a:gd name="connsiteX16" fmla="*/ 9540864 w 10386312"/>
              <a:gd name="connsiteY16" fmla="*/ 97990 h 347620"/>
              <a:gd name="connsiteX17" fmla="*/ 9568541 w 10386312"/>
              <a:gd name="connsiteY17" fmla="*/ 121320 h 347620"/>
              <a:gd name="connsiteX18" fmla="*/ 9545478 w 10386312"/>
              <a:gd name="connsiteY18" fmla="*/ 149317 h 347620"/>
              <a:gd name="connsiteX19" fmla="*/ 9540864 w 10386312"/>
              <a:gd name="connsiteY19" fmla="*/ 149317 h 347620"/>
              <a:gd name="connsiteX20" fmla="*/ 9522411 w 10386312"/>
              <a:gd name="connsiteY20" fmla="*/ 167982 h 347620"/>
              <a:gd name="connsiteX21" fmla="*/ 9540864 w 10386312"/>
              <a:gd name="connsiteY21" fmla="*/ 191313 h 347620"/>
              <a:gd name="connsiteX22" fmla="*/ 9568541 w 10386312"/>
              <a:gd name="connsiteY22" fmla="*/ 214644 h 347620"/>
              <a:gd name="connsiteX23" fmla="*/ 9540864 w 10386312"/>
              <a:gd name="connsiteY23" fmla="*/ 242641 h 347620"/>
              <a:gd name="connsiteX24" fmla="*/ 9598014 w 10386312"/>
              <a:gd name="connsiteY24" fmla="*/ 339139 h 347620"/>
              <a:gd name="connsiteX25" fmla="*/ 0 w 10386312"/>
              <a:gd name="connsiteY25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2574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586041 w 10386312"/>
              <a:gd name="connsiteY8" fmla="*/ 166987 h 347620"/>
              <a:gd name="connsiteX9" fmla="*/ 9632706 w 10386312"/>
              <a:gd name="connsiteY9" fmla="*/ 166987 h 347620"/>
              <a:gd name="connsiteX10" fmla="*/ 9609373 w 10386312"/>
              <a:gd name="connsiteY10" fmla="*/ 190527 h 347620"/>
              <a:gd name="connsiteX11" fmla="*/ 9586041 w 10386312"/>
              <a:gd name="connsiteY11" fmla="*/ 166987 h 347620"/>
              <a:gd name="connsiteX12" fmla="*/ 0 w 10386312"/>
              <a:gd name="connsiteY12" fmla="*/ 0 h 347620"/>
              <a:gd name="connsiteX13" fmla="*/ 739665 w 10386312"/>
              <a:gd name="connsiteY13" fmla="*/ 0 h 347620"/>
              <a:gd name="connsiteX14" fmla="*/ 9785339 w 10386312"/>
              <a:gd name="connsiteY14" fmla="*/ 3175 h 347620"/>
              <a:gd name="connsiteX15" fmla="*/ 9540864 w 10386312"/>
              <a:gd name="connsiteY15" fmla="*/ 97990 h 347620"/>
              <a:gd name="connsiteX16" fmla="*/ 9568541 w 10386312"/>
              <a:gd name="connsiteY16" fmla="*/ 121320 h 347620"/>
              <a:gd name="connsiteX17" fmla="*/ 9545478 w 10386312"/>
              <a:gd name="connsiteY17" fmla="*/ 149317 h 347620"/>
              <a:gd name="connsiteX18" fmla="*/ 9540864 w 10386312"/>
              <a:gd name="connsiteY18" fmla="*/ 149317 h 347620"/>
              <a:gd name="connsiteX19" fmla="*/ 9522411 w 10386312"/>
              <a:gd name="connsiteY19" fmla="*/ 167982 h 347620"/>
              <a:gd name="connsiteX20" fmla="*/ 9540864 w 10386312"/>
              <a:gd name="connsiteY20" fmla="*/ 191313 h 347620"/>
              <a:gd name="connsiteX21" fmla="*/ 9568541 w 10386312"/>
              <a:gd name="connsiteY21" fmla="*/ 214644 h 347620"/>
              <a:gd name="connsiteX22" fmla="*/ 9540864 w 10386312"/>
              <a:gd name="connsiteY22" fmla="*/ 242641 h 347620"/>
              <a:gd name="connsiteX23" fmla="*/ 9598014 w 10386312"/>
              <a:gd name="connsiteY23" fmla="*/ 339139 h 347620"/>
              <a:gd name="connsiteX24" fmla="*/ 0 w 10386312"/>
              <a:gd name="connsiteY24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32706 w 10386312"/>
              <a:gd name="connsiteY6" fmla="*/ 166987 h 347620"/>
              <a:gd name="connsiteX7" fmla="*/ 9609373 w 10386312"/>
              <a:gd name="connsiteY7" fmla="*/ 190527 h 347620"/>
              <a:gd name="connsiteX8" fmla="*/ 9586041 w 10386312"/>
              <a:gd name="connsiteY8" fmla="*/ 166987 h 347620"/>
              <a:gd name="connsiteX9" fmla="*/ 0 w 10386312"/>
              <a:gd name="connsiteY9" fmla="*/ 0 h 347620"/>
              <a:gd name="connsiteX10" fmla="*/ 739665 w 10386312"/>
              <a:gd name="connsiteY10" fmla="*/ 0 h 347620"/>
              <a:gd name="connsiteX11" fmla="*/ 9785339 w 10386312"/>
              <a:gd name="connsiteY11" fmla="*/ 3175 h 347620"/>
              <a:gd name="connsiteX12" fmla="*/ 9540864 w 10386312"/>
              <a:gd name="connsiteY12" fmla="*/ 97990 h 347620"/>
              <a:gd name="connsiteX13" fmla="*/ 9568541 w 10386312"/>
              <a:gd name="connsiteY13" fmla="*/ 121320 h 347620"/>
              <a:gd name="connsiteX14" fmla="*/ 9545478 w 10386312"/>
              <a:gd name="connsiteY14" fmla="*/ 149317 h 347620"/>
              <a:gd name="connsiteX15" fmla="*/ 9540864 w 10386312"/>
              <a:gd name="connsiteY15" fmla="*/ 149317 h 347620"/>
              <a:gd name="connsiteX16" fmla="*/ 9522411 w 10386312"/>
              <a:gd name="connsiteY16" fmla="*/ 167982 h 347620"/>
              <a:gd name="connsiteX17" fmla="*/ 9540864 w 10386312"/>
              <a:gd name="connsiteY17" fmla="*/ 191313 h 347620"/>
              <a:gd name="connsiteX18" fmla="*/ 9568541 w 10386312"/>
              <a:gd name="connsiteY18" fmla="*/ 214644 h 347620"/>
              <a:gd name="connsiteX19" fmla="*/ 9540864 w 10386312"/>
              <a:gd name="connsiteY19" fmla="*/ 242641 h 347620"/>
              <a:gd name="connsiteX20" fmla="*/ 9598014 w 10386312"/>
              <a:gd name="connsiteY20" fmla="*/ 339139 h 347620"/>
              <a:gd name="connsiteX21" fmla="*/ 0 w 10386312"/>
              <a:gd name="connsiteY21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09373 w 10386312"/>
              <a:gd name="connsiteY6" fmla="*/ 190527 h 347620"/>
              <a:gd name="connsiteX7" fmla="*/ 9586041 w 10386312"/>
              <a:gd name="connsiteY7" fmla="*/ 166987 h 347620"/>
              <a:gd name="connsiteX8" fmla="*/ 0 w 10386312"/>
              <a:gd name="connsiteY8" fmla="*/ 0 h 347620"/>
              <a:gd name="connsiteX9" fmla="*/ 739665 w 10386312"/>
              <a:gd name="connsiteY9" fmla="*/ 0 h 347620"/>
              <a:gd name="connsiteX10" fmla="*/ 9785339 w 10386312"/>
              <a:gd name="connsiteY10" fmla="*/ 3175 h 347620"/>
              <a:gd name="connsiteX11" fmla="*/ 9540864 w 10386312"/>
              <a:gd name="connsiteY11" fmla="*/ 97990 h 347620"/>
              <a:gd name="connsiteX12" fmla="*/ 9568541 w 10386312"/>
              <a:gd name="connsiteY12" fmla="*/ 121320 h 347620"/>
              <a:gd name="connsiteX13" fmla="*/ 9545478 w 10386312"/>
              <a:gd name="connsiteY13" fmla="*/ 149317 h 347620"/>
              <a:gd name="connsiteX14" fmla="*/ 9540864 w 10386312"/>
              <a:gd name="connsiteY14" fmla="*/ 149317 h 347620"/>
              <a:gd name="connsiteX15" fmla="*/ 9522411 w 10386312"/>
              <a:gd name="connsiteY15" fmla="*/ 167982 h 347620"/>
              <a:gd name="connsiteX16" fmla="*/ 9540864 w 10386312"/>
              <a:gd name="connsiteY16" fmla="*/ 191313 h 347620"/>
              <a:gd name="connsiteX17" fmla="*/ 9568541 w 10386312"/>
              <a:gd name="connsiteY17" fmla="*/ 214644 h 347620"/>
              <a:gd name="connsiteX18" fmla="*/ 9540864 w 10386312"/>
              <a:gd name="connsiteY18" fmla="*/ 242641 h 347620"/>
              <a:gd name="connsiteX19" fmla="*/ 9598014 w 10386312"/>
              <a:gd name="connsiteY19" fmla="*/ 339139 h 347620"/>
              <a:gd name="connsiteX20" fmla="*/ 0 w 10386312"/>
              <a:gd name="connsiteY2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0 w 10386312"/>
              <a:gd name="connsiteY5" fmla="*/ 0 h 347620"/>
              <a:gd name="connsiteX6" fmla="*/ 739665 w 10386312"/>
              <a:gd name="connsiteY6" fmla="*/ 0 h 347620"/>
              <a:gd name="connsiteX7" fmla="*/ 9785339 w 10386312"/>
              <a:gd name="connsiteY7" fmla="*/ 3175 h 347620"/>
              <a:gd name="connsiteX8" fmla="*/ 9540864 w 10386312"/>
              <a:gd name="connsiteY8" fmla="*/ 97990 h 347620"/>
              <a:gd name="connsiteX9" fmla="*/ 9568541 w 10386312"/>
              <a:gd name="connsiteY9" fmla="*/ 121320 h 347620"/>
              <a:gd name="connsiteX10" fmla="*/ 9545478 w 10386312"/>
              <a:gd name="connsiteY10" fmla="*/ 149317 h 347620"/>
              <a:gd name="connsiteX11" fmla="*/ 9540864 w 10386312"/>
              <a:gd name="connsiteY11" fmla="*/ 149317 h 347620"/>
              <a:gd name="connsiteX12" fmla="*/ 9522411 w 10386312"/>
              <a:gd name="connsiteY12" fmla="*/ 167982 h 347620"/>
              <a:gd name="connsiteX13" fmla="*/ 9540864 w 10386312"/>
              <a:gd name="connsiteY13" fmla="*/ 191313 h 347620"/>
              <a:gd name="connsiteX14" fmla="*/ 9568541 w 10386312"/>
              <a:gd name="connsiteY14" fmla="*/ 214644 h 347620"/>
              <a:gd name="connsiteX15" fmla="*/ 9540864 w 10386312"/>
              <a:gd name="connsiteY15" fmla="*/ 242641 h 347620"/>
              <a:gd name="connsiteX16" fmla="*/ 9598014 w 10386312"/>
              <a:gd name="connsiteY16" fmla="*/ 339139 h 347620"/>
              <a:gd name="connsiteX17" fmla="*/ 0 w 10386312"/>
              <a:gd name="connsiteY17" fmla="*/ 0 h 347620"/>
              <a:gd name="connsiteX0" fmla="*/ 9598014 w 10386312"/>
              <a:gd name="connsiteY0" fmla="*/ 339139 h 347838"/>
              <a:gd name="connsiteX1" fmla="*/ 845227 w 10386312"/>
              <a:gd name="connsiteY1" fmla="*/ 335964 h 347838"/>
              <a:gd name="connsiteX2" fmla="*/ 0 w 10386312"/>
              <a:gd name="connsiteY2" fmla="*/ 335964 h 347838"/>
              <a:gd name="connsiteX3" fmla="*/ 0 w 10386312"/>
              <a:gd name="connsiteY3" fmla="*/ 0 h 347838"/>
              <a:gd name="connsiteX4" fmla="*/ 9598014 w 10386312"/>
              <a:gd name="connsiteY4" fmla="*/ 339139 h 347838"/>
              <a:gd name="connsiteX5" fmla="*/ 0 w 10386312"/>
              <a:gd name="connsiteY5" fmla="*/ 0 h 347838"/>
              <a:gd name="connsiteX6" fmla="*/ 739665 w 10386312"/>
              <a:gd name="connsiteY6" fmla="*/ 0 h 347838"/>
              <a:gd name="connsiteX7" fmla="*/ 9785339 w 10386312"/>
              <a:gd name="connsiteY7" fmla="*/ 3175 h 347838"/>
              <a:gd name="connsiteX8" fmla="*/ 9540864 w 10386312"/>
              <a:gd name="connsiteY8" fmla="*/ 97990 h 347838"/>
              <a:gd name="connsiteX9" fmla="*/ 9568541 w 10386312"/>
              <a:gd name="connsiteY9" fmla="*/ 121320 h 347838"/>
              <a:gd name="connsiteX10" fmla="*/ 9545478 w 10386312"/>
              <a:gd name="connsiteY10" fmla="*/ 149317 h 347838"/>
              <a:gd name="connsiteX11" fmla="*/ 9540864 w 10386312"/>
              <a:gd name="connsiteY11" fmla="*/ 149317 h 347838"/>
              <a:gd name="connsiteX12" fmla="*/ 9522411 w 10386312"/>
              <a:gd name="connsiteY12" fmla="*/ 167982 h 347838"/>
              <a:gd name="connsiteX13" fmla="*/ 9540864 w 10386312"/>
              <a:gd name="connsiteY13" fmla="*/ 191313 h 347838"/>
              <a:gd name="connsiteX14" fmla="*/ 9540864 w 10386312"/>
              <a:gd name="connsiteY14" fmla="*/ 242641 h 347838"/>
              <a:gd name="connsiteX15" fmla="*/ 9598014 w 10386312"/>
              <a:gd name="connsiteY15" fmla="*/ 339139 h 347838"/>
              <a:gd name="connsiteX16" fmla="*/ 0 w 10386312"/>
              <a:gd name="connsiteY16" fmla="*/ 0 h 347838"/>
              <a:gd name="connsiteX0" fmla="*/ 9598014 w 10387052"/>
              <a:gd name="connsiteY0" fmla="*/ 339139 h 347838"/>
              <a:gd name="connsiteX1" fmla="*/ 845227 w 10387052"/>
              <a:gd name="connsiteY1" fmla="*/ 335964 h 347838"/>
              <a:gd name="connsiteX2" fmla="*/ 0 w 10387052"/>
              <a:gd name="connsiteY2" fmla="*/ 335964 h 347838"/>
              <a:gd name="connsiteX3" fmla="*/ 0 w 10387052"/>
              <a:gd name="connsiteY3" fmla="*/ 0 h 347838"/>
              <a:gd name="connsiteX4" fmla="*/ 9598014 w 10387052"/>
              <a:gd name="connsiteY4" fmla="*/ 339139 h 347838"/>
              <a:gd name="connsiteX5" fmla="*/ 0 w 10387052"/>
              <a:gd name="connsiteY5" fmla="*/ 0 h 347838"/>
              <a:gd name="connsiteX6" fmla="*/ 739665 w 10387052"/>
              <a:gd name="connsiteY6" fmla="*/ 0 h 347838"/>
              <a:gd name="connsiteX7" fmla="*/ 9785339 w 10387052"/>
              <a:gd name="connsiteY7" fmla="*/ 3175 h 347838"/>
              <a:gd name="connsiteX8" fmla="*/ 9540864 w 10387052"/>
              <a:gd name="connsiteY8" fmla="*/ 97990 h 347838"/>
              <a:gd name="connsiteX9" fmla="*/ 9545478 w 10387052"/>
              <a:gd name="connsiteY9" fmla="*/ 149317 h 347838"/>
              <a:gd name="connsiteX10" fmla="*/ 9540864 w 10387052"/>
              <a:gd name="connsiteY10" fmla="*/ 149317 h 347838"/>
              <a:gd name="connsiteX11" fmla="*/ 9522411 w 10387052"/>
              <a:gd name="connsiteY11" fmla="*/ 167982 h 347838"/>
              <a:gd name="connsiteX12" fmla="*/ 9540864 w 10387052"/>
              <a:gd name="connsiteY12" fmla="*/ 191313 h 347838"/>
              <a:gd name="connsiteX13" fmla="*/ 9540864 w 10387052"/>
              <a:gd name="connsiteY13" fmla="*/ 242641 h 347838"/>
              <a:gd name="connsiteX14" fmla="*/ 9598014 w 10387052"/>
              <a:gd name="connsiteY14" fmla="*/ 339139 h 347838"/>
              <a:gd name="connsiteX15" fmla="*/ 0 w 10387052"/>
              <a:gd name="connsiteY15" fmla="*/ 0 h 347838"/>
              <a:gd name="connsiteX0" fmla="*/ 9598014 w 10388562"/>
              <a:gd name="connsiteY0" fmla="*/ 339139 h 347838"/>
              <a:gd name="connsiteX1" fmla="*/ 845227 w 10388562"/>
              <a:gd name="connsiteY1" fmla="*/ 335964 h 347838"/>
              <a:gd name="connsiteX2" fmla="*/ 0 w 10388562"/>
              <a:gd name="connsiteY2" fmla="*/ 335964 h 347838"/>
              <a:gd name="connsiteX3" fmla="*/ 0 w 10388562"/>
              <a:gd name="connsiteY3" fmla="*/ 0 h 347838"/>
              <a:gd name="connsiteX4" fmla="*/ 9598014 w 10388562"/>
              <a:gd name="connsiteY4" fmla="*/ 339139 h 347838"/>
              <a:gd name="connsiteX5" fmla="*/ 0 w 10388562"/>
              <a:gd name="connsiteY5" fmla="*/ 0 h 347838"/>
              <a:gd name="connsiteX6" fmla="*/ 739665 w 10388562"/>
              <a:gd name="connsiteY6" fmla="*/ 0 h 347838"/>
              <a:gd name="connsiteX7" fmla="*/ 9785339 w 10388562"/>
              <a:gd name="connsiteY7" fmla="*/ 3175 h 347838"/>
              <a:gd name="connsiteX8" fmla="*/ 9545478 w 10388562"/>
              <a:gd name="connsiteY8" fmla="*/ 149317 h 347838"/>
              <a:gd name="connsiteX9" fmla="*/ 9540864 w 10388562"/>
              <a:gd name="connsiteY9" fmla="*/ 149317 h 347838"/>
              <a:gd name="connsiteX10" fmla="*/ 9522411 w 10388562"/>
              <a:gd name="connsiteY10" fmla="*/ 167982 h 347838"/>
              <a:gd name="connsiteX11" fmla="*/ 9540864 w 10388562"/>
              <a:gd name="connsiteY11" fmla="*/ 191313 h 347838"/>
              <a:gd name="connsiteX12" fmla="*/ 9540864 w 10388562"/>
              <a:gd name="connsiteY12" fmla="*/ 242641 h 347838"/>
              <a:gd name="connsiteX13" fmla="*/ 9598014 w 10388562"/>
              <a:gd name="connsiteY13" fmla="*/ 339139 h 347838"/>
              <a:gd name="connsiteX14" fmla="*/ 0 w 10388562"/>
              <a:gd name="connsiteY14" fmla="*/ 0 h 347838"/>
              <a:gd name="connsiteX0" fmla="*/ 9598014 w 10389157"/>
              <a:gd name="connsiteY0" fmla="*/ 339139 h 347838"/>
              <a:gd name="connsiteX1" fmla="*/ 845227 w 10389157"/>
              <a:gd name="connsiteY1" fmla="*/ 335964 h 347838"/>
              <a:gd name="connsiteX2" fmla="*/ 0 w 10389157"/>
              <a:gd name="connsiteY2" fmla="*/ 335964 h 347838"/>
              <a:gd name="connsiteX3" fmla="*/ 0 w 10389157"/>
              <a:gd name="connsiteY3" fmla="*/ 0 h 347838"/>
              <a:gd name="connsiteX4" fmla="*/ 9598014 w 10389157"/>
              <a:gd name="connsiteY4" fmla="*/ 339139 h 347838"/>
              <a:gd name="connsiteX5" fmla="*/ 0 w 10389157"/>
              <a:gd name="connsiteY5" fmla="*/ 0 h 347838"/>
              <a:gd name="connsiteX6" fmla="*/ 739665 w 10389157"/>
              <a:gd name="connsiteY6" fmla="*/ 0 h 347838"/>
              <a:gd name="connsiteX7" fmla="*/ 9785339 w 10389157"/>
              <a:gd name="connsiteY7" fmla="*/ 3175 h 347838"/>
              <a:gd name="connsiteX8" fmla="*/ 9545478 w 10389157"/>
              <a:gd name="connsiteY8" fmla="*/ 149317 h 347838"/>
              <a:gd name="connsiteX9" fmla="*/ 9522411 w 10389157"/>
              <a:gd name="connsiteY9" fmla="*/ 167982 h 347838"/>
              <a:gd name="connsiteX10" fmla="*/ 9540864 w 10389157"/>
              <a:gd name="connsiteY10" fmla="*/ 191313 h 347838"/>
              <a:gd name="connsiteX11" fmla="*/ 9540864 w 10389157"/>
              <a:gd name="connsiteY11" fmla="*/ 242641 h 347838"/>
              <a:gd name="connsiteX12" fmla="*/ 9598014 w 10389157"/>
              <a:gd name="connsiteY12" fmla="*/ 339139 h 347838"/>
              <a:gd name="connsiteX13" fmla="*/ 0 w 10389157"/>
              <a:gd name="connsiteY13" fmla="*/ 0 h 347838"/>
              <a:gd name="connsiteX0" fmla="*/ 9598014 w 10381792"/>
              <a:gd name="connsiteY0" fmla="*/ 339139 h 347838"/>
              <a:gd name="connsiteX1" fmla="*/ 845227 w 10381792"/>
              <a:gd name="connsiteY1" fmla="*/ 335964 h 347838"/>
              <a:gd name="connsiteX2" fmla="*/ 0 w 10381792"/>
              <a:gd name="connsiteY2" fmla="*/ 335964 h 347838"/>
              <a:gd name="connsiteX3" fmla="*/ 0 w 10381792"/>
              <a:gd name="connsiteY3" fmla="*/ 0 h 347838"/>
              <a:gd name="connsiteX4" fmla="*/ 9598014 w 10381792"/>
              <a:gd name="connsiteY4" fmla="*/ 339139 h 347838"/>
              <a:gd name="connsiteX5" fmla="*/ 0 w 10381792"/>
              <a:gd name="connsiteY5" fmla="*/ 0 h 347838"/>
              <a:gd name="connsiteX6" fmla="*/ 739665 w 10381792"/>
              <a:gd name="connsiteY6" fmla="*/ 0 h 347838"/>
              <a:gd name="connsiteX7" fmla="*/ 9785339 w 10381792"/>
              <a:gd name="connsiteY7" fmla="*/ 3175 h 347838"/>
              <a:gd name="connsiteX8" fmla="*/ 9522411 w 10381792"/>
              <a:gd name="connsiteY8" fmla="*/ 167982 h 347838"/>
              <a:gd name="connsiteX9" fmla="*/ 9540864 w 10381792"/>
              <a:gd name="connsiteY9" fmla="*/ 191313 h 347838"/>
              <a:gd name="connsiteX10" fmla="*/ 9540864 w 10381792"/>
              <a:gd name="connsiteY10" fmla="*/ 242641 h 347838"/>
              <a:gd name="connsiteX11" fmla="*/ 9598014 w 10381792"/>
              <a:gd name="connsiteY11" fmla="*/ 339139 h 347838"/>
              <a:gd name="connsiteX12" fmla="*/ 0 w 10381792"/>
              <a:gd name="connsiteY12" fmla="*/ 0 h 347838"/>
              <a:gd name="connsiteX0" fmla="*/ 9598014 w 10387201"/>
              <a:gd name="connsiteY0" fmla="*/ 339139 h 347838"/>
              <a:gd name="connsiteX1" fmla="*/ 845227 w 10387201"/>
              <a:gd name="connsiteY1" fmla="*/ 335964 h 347838"/>
              <a:gd name="connsiteX2" fmla="*/ 0 w 10387201"/>
              <a:gd name="connsiteY2" fmla="*/ 335964 h 347838"/>
              <a:gd name="connsiteX3" fmla="*/ 0 w 10387201"/>
              <a:gd name="connsiteY3" fmla="*/ 0 h 347838"/>
              <a:gd name="connsiteX4" fmla="*/ 9598014 w 10387201"/>
              <a:gd name="connsiteY4" fmla="*/ 339139 h 347838"/>
              <a:gd name="connsiteX5" fmla="*/ 0 w 10387201"/>
              <a:gd name="connsiteY5" fmla="*/ 0 h 347838"/>
              <a:gd name="connsiteX6" fmla="*/ 739665 w 10387201"/>
              <a:gd name="connsiteY6" fmla="*/ 0 h 347838"/>
              <a:gd name="connsiteX7" fmla="*/ 9785339 w 10387201"/>
              <a:gd name="connsiteY7" fmla="*/ 3175 h 347838"/>
              <a:gd name="connsiteX8" fmla="*/ 9540864 w 10387201"/>
              <a:gd name="connsiteY8" fmla="*/ 191313 h 347838"/>
              <a:gd name="connsiteX9" fmla="*/ 9540864 w 10387201"/>
              <a:gd name="connsiteY9" fmla="*/ 242641 h 347838"/>
              <a:gd name="connsiteX10" fmla="*/ 9598014 w 10387201"/>
              <a:gd name="connsiteY10" fmla="*/ 339139 h 347838"/>
              <a:gd name="connsiteX11" fmla="*/ 0 w 10387201"/>
              <a:gd name="connsiteY11" fmla="*/ 0 h 347838"/>
              <a:gd name="connsiteX0" fmla="*/ 9598014 w 10385367"/>
              <a:gd name="connsiteY0" fmla="*/ 339139 h 350048"/>
              <a:gd name="connsiteX1" fmla="*/ 845227 w 10385367"/>
              <a:gd name="connsiteY1" fmla="*/ 335964 h 350048"/>
              <a:gd name="connsiteX2" fmla="*/ 0 w 10385367"/>
              <a:gd name="connsiteY2" fmla="*/ 335964 h 350048"/>
              <a:gd name="connsiteX3" fmla="*/ 0 w 10385367"/>
              <a:gd name="connsiteY3" fmla="*/ 0 h 350048"/>
              <a:gd name="connsiteX4" fmla="*/ 9598014 w 10385367"/>
              <a:gd name="connsiteY4" fmla="*/ 339139 h 350048"/>
              <a:gd name="connsiteX5" fmla="*/ 0 w 10385367"/>
              <a:gd name="connsiteY5" fmla="*/ 0 h 350048"/>
              <a:gd name="connsiteX6" fmla="*/ 739665 w 10385367"/>
              <a:gd name="connsiteY6" fmla="*/ 0 h 350048"/>
              <a:gd name="connsiteX7" fmla="*/ 9785339 w 10385367"/>
              <a:gd name="connsiteY7" fmla="*/ 3175 h 350048"/>
              <a:gd name="connsiteX8" fmla="*/ 9540864 w 10385367"/>
              <a:gd name="connsiteY8" fmla="*/ 242641 h 350048"/>
              <a:gd name="connsiteX9" fmla="*/ 9598014 w 10385367"/>
              <a:gd name="connsiteY9" fmla="*/ 339139 h 350048"/>
              <a:gd name="connsiteX10" fmla="*/ 0 w 10385367"/>
              <a:gd name="connsiteY10" fmla="*/ 0 h 350048"/>
              <a:gd name="connsiteX0" fmla="*/ 9598014 w 10858369"/>
              <a:gd name="connsiteY0" fmla="*/ 339139 h 339139"/>
              <a:gd name="connsiteX1" fmla="*/ 845227 w 10858369"/>
              <a:gd name="connsiteY1" fmla="*/ 335964 h 339139"/>
              <a:gd name="connsiteX2" fmla="*/ 0 w 10858369"/>
              <a:gd name="connsiteY2" fmla="*/ 335964 h 339139"/>
              <a:gd name="connsiteX3" fmla="*/ 0 w 10858369"/>
              <a:gd name="connsiteY3" fmla="*/ 0 h 339139"/>
              <a:gd name="connsiteX4" fmla="*/ 9598014 w 10858369"/>
              <a:gd name="connsiteY4" fmla="*/ 339139 h 339139"/>
              <a:gd name="connsiteX5" fmla="*/ 0 w 10858369"/>
              <a:gd name="connsiteY5" fmla="*/ 0 h 339139"/>
              <a:gd name="connsiteX6" fmla="*/ 739665 w 10858369"/>
              <a:gd name="connsiteY6" fmla="*/ 0 h 339139"/>
              <a:gd name="connsiteX7" fmla="*/ 9785339 w 10858369"/>
              <a:gd name="connsiteY7" fmla="*/ 3175 h 339139"/>
              <a:gd name="connsiteX8" fmla="*/ 9598014 w 10858369"/>
              <a:gd name="connsiteY8" fmla="*/ 339139 h 339139"/>
              <a:gd name="connsiteX9" fmla="*/ 0 w 10858369"/>
              <a:gd name="connsiteY9" fmla="*/ 0 h 339139"/>
              <a:gd name="connsiteX0" fmla="*/ 9598014 w 10374035"/>
              <a:gd name="connsiteY0" fmla="*/ 339139 h 339139"/>
              <a:gd name="connsiteX1" fmla="*/ 845227 w 10374035"/>
              <a:gd name="connsiteY1" fmla="*/ 335964 h 339139"/>
              <a:gd name="connsiteX2" fmla="*/ 0 w 10374035"/>
              <a:gd name="connsiteY2" fmla="*/ 335964 h 339139"/>
              <a:gd name="connsiteX3" fmla="*/ 0 w 10374035"/>
              <a:gd name="connsiteY3" fmla="*/ 0 h 339139"/>
              <a:gd name="connsiteX4" fmla="*/ 9598014 w 10374035"/>
              <a:gd name="connsiteY4" fmla="*/ 339139 h 339139"/>
              <a:gd name="connsiteX5" fmla="*/ 0 w 10374035"/>
              <a:gd name="connsiteY5" fmla="*/ 0 h 339139"/>
              <a:gd name="connsiteX6" fmla="*/ 739665 w 10374035"/>
              <a:gd name="connsiteY6" fmla="*/ 0 h 339139"/>
              <a:gd name="connsiteX7" fmla="*/ 9785339 w 10374035"/>
              <a:gd name="connsiteY7" fmla="*/ 3175 h 339139"/>
              <a:gd name="connsiteX8" fmla="*/ 9598014 w 10374035"/>
              <a:gd name="connsiteY8" fmla="*/ 339139 h 339139"/>
              <a:gd name="connsiteX9" fmla="*/ 0 w 10374035"/>
              <a:gd name="connsiteY9" fmla="*/ 0 h 339139"/>
              <a:gd name="connsiteX0" fmla="*/ 9598014 w 10398682"/>
              <a:gd name="connsiteY0" fmla="*/ 339139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9598014 w 10398682"/>
              <a:gd name="connsiteY5" fmla="*/ 339139 h 430579"/>
              <a:gd name="connsiteX6" fmla="*/ 0 w 10398682"/>
              <a:gd name="connsiteY6" fmla="*/ 0 h 430579"/>
              <a:gd name="connsiteX7" fmla="*/ 739665 w 10398682"/>
              <a:gd name="connsiteY7" fmla="*/ 0 h 430579"/>
              <a:gd name="connsiteX8" fmla="*/ 9785339 w 10398682"/>
              <a:gd name="connsiteY8" fmla="*/ 3175 h 430579"/>
              <a:gd name="connsiteX9" fmla="*/ 9689454 w 10398682"/>
              <a:gd name="connsiteY9" fmla="*/ 430579 h 430579"/>
              <a:gd name="connsiteX0" fmla="*/ 0 w 10398682"/>
              <a:gd name="connsiteY0" fmla="*/ 0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0 w 10398682"/>
              <a:gd name="connsiteY5" fmla="*/ 0 h 430579"/>
              <a:gd name="connsiteX6" fmla="*/ 739665 w 10398682"/>
              <a:gd name="connsiteY6" fmla="*/ 0 h 430579"/>
              <a:gd name="connsiteX7" fmla="*/ 9785339 w 10398682"/>
              <a:gd name="connsiteY7" fmla="*/ 3175 h 430579"/>
              <a:gd name="connsiteX8" fmla="*/ 9689454 w 10398682"/>
              <a:gd name="connsiteY8" fmla="*/ 430579 h 430579"/>
              <a:gd name="connsiteX0" fmla="*/ 0 w 10867773"/>
              <a:gd name="connsiteY0" fmla="*/ 0 h 336082"/>
              <a:gd name="connsiteX1" fmla="*/ 0 w 10867773"/>
              <a:gd name="connsiteY1" fmla="*/ 0 h 336082"/>
              <a:gd name="connsiteX2" fmla="*/ 845227 w 10867773"/>
              <a:gd name="connsiteY2" fmla="*/ 335964 h 336082"/>
              <a:gd name="connsiteX3" fmla="*/ 0 w 10867773"/>
              <a:gd name="connsiteY3" fmla="*/ 335964 h 336082"/>
              <a:gd name="connsiteX4" fmla="*/ 0 w 10867773"/>
              <a:gd name="connsiteY4" fmla="*/ 0 h 336082"/>
              <a:gd name="connsiteX5" fmla="*/ 0 w 10867773"/>
              <a:gd name="connsiteY5" fmla="*/ 0 h 336082"/>
              <a:gd name="connsiteX6" fmla="*/ 739665 w 10867773"/>
              <a:gd name="connsiteY6" fmla="*/ 0 h 336082"/>
              <a:gd name="connsiteX7" fmla="*/ 9785339 w 10867773"/>
              <a:gd name="connsiteY7" fmla="*/ 3175 h 336082"/>
              <a:gd name="connsiteX8" fmla="*/ 9676754 w 10867773"/>
              <a:gd name="connsiteY8" fmla="*/ 230554 h 336082"/>
              <a:gd name="connsiteX0" fmla="*/ 0 w 10840435"/>
              <a:gd name="connsiteY0" fmla="*/ 0 h 336082"/>
              <a:gd name="connsiteX1" fmla="*/ 0 w 10840435"/>
              <a:gd name="connsiteY1" fmla="*/ 0 h 336082"/>
              <a:gd name="connsiteX2" fmla="*/ 845227 w 10840435"/>
              <a:gd name="connsiteY2" fmla="*/ 335964 h 336082"/>
              <a:gd name="connsiteX3" fmla="*/ 0 w 10840435"/>
              <a:gd name="connsiteY3" fmla="*/ 335964 h 336082"/>
              <a:gd name="connsiteX4" fmla="*/ 0 w 10840435"/>
              <a:gd name="connsiteY4" fmla="*/ 0 h 336082"/>
              <a:gd name="connsiteX5" fmla="*/ 0 w 10840435"/>
              <a:gd name="connsiteY5" fmla="*/ 0 h 336082"/>
              <a:gd name="connsiteX6" fmla="*/ 739665 w 10840435"/>
              <a:gd name="connsiteY6" fmla="*/ 0 h 336082"/>
              <a:gd name="connsiteX7" fmla="*/ 9785339 w 10840435"/>
              <a:gd name="connsiteY7" fmla="*/ 3175 h 336082"/>
              <a:gd name="connsiteX8" fmla="*/ 9625954 w 10840435"/>
              <a:gd name="connsiteY8" fmla="*/ 335329 h 336082"/>
              <a:gd name="connsiteX0" fmla="*/ 0 w 10403938"/>
              <a:gd name="connsiteY0" fmla="*/ 0 h 336082"/>
              <a:gd name="connsiteX1" fmla="*/ 0 w 10403938"/>
              <a:gd name="connsiteY1" fmla="*/ 0 h 336082"/>
              <a:gd name="connsiteX2" fmla="*/ 845227 w 10403938"/>
              <a:gd name="connsiteY2" fmla="*/ 335964 h 336082"/>
              <a:gd name="connsiteX3" fmla="*/ 0 w 10403938"/>
              <a:gd name="connsiteY3" fmla="*/ 335964 h 336082"/>
              <a:gd name="connsiteX4" fmla="*/ 0 w 10403938"/>
              <a:gd name="connsiteY4" fmla="*/ 0 h 336082"/>
              <a:gd name="connsiteX5" fmla="*/ 0 w 10403938"/>
              <a:gd name="connsiteY5" fmla="*/ 0 h 336082"/>
              <a:gd name="connsiteX6" fmla="*/ 739665 w 10403938"/>
              <a:gd name="connsiteY6" fmla="*/ 0 h 336082"/>
              <a:gd name="connsiteX7" fmla="*/ 9785339 w 10403938"/>
              <a:gd name="connsiteY7" fmla="*/ 3175 h 336082"/>
              <a:gd name="connsiteX8" fmla="*/ 9625954 w 10403938"/>
              <a:gd name="connsiteY8" fmla="*/ 335329 h 336082"/>
              <a:gd name="connsiteX0" fmla="*/ 0 w 9785601"/>
              <a:gd name="connsiteY0" fmla="*/ 0 h 336082"/>
              <a:gd name="connsiteX1" fmla="*/ 0 w 9785601"/>
              <a:gd name="connsiteY1" fmla="*/ 0 h 336082"/>
              <a:gd name="connsiteX2" fmla="*/ 845227 w 9785601"/>
              <a:gd name="connsiteY2" fmla="*/ 335964 h 336082"/>
              <a:gd name="connsiteX3" fmla="*/ 0 w 9785601"/>
              <a:gd name="connsiteY3" fmla="*/ 335964 h 336082"/>
              <a:gd name="connsiteX4" fmla="*/ 0 w 9785601"/>
              <a:gd name="connsiteY4" fmla="*/ 0 h 336082"/>
              <a:gd name="connsiteX5" fmla="*/ 0 w 9785601"/>
              <a:gd name="connsiteY5" fmla="*/ 0 h 336082"/>
              <a:gd name="connsiteX6" fmla="*/ 739665 w 9785601"/>
              <a:gd name="connsiteY6" fmla="*/ 0 h 336082"/>
              <a:gd name="connsiteX7" fmla="*/ 9785339 w 9785601"/>
              <a:gd name="connsiteY7" fmla="*/ 3175 h 336082"/>
              <a:gd name="connsiteX8" fmla="*/ 9625954 w 9785601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6350 h 336082"/>
              <a:gd name="connsiteX8" fmla="*/ 9625954 w 9798283"/>
              <a:gd name="connsiteY8" fmla="*/ 335329 h 336082"/>
              <a:gd name="connsiteX0" fmla="*/ 0 w 9941053"/>
              <a:gd name="connsiteY0" fmla="*/ 60328 h 396410"/>
              <a:gd name="connsiteX1" fmla="*/ 0 w 9941053"/>
              <a:gd name="connsiteY1" fmla="*/ 60328 h 396410"/>
              <a:gd name="connsiteX2" fmla="*/ 845227 w 9941053"/>
              <a:gd name="connsiteY2" fmla="*/ 396292 h 396410"/>
              <a:gd name="connsiteX3" fmla="*/ 0 w 9941053"/>
              <a:gd name="connsiteY3" fmla="*/ 396292 h 396410"/>
              <a:gd name="connsiteX4" fmla="*/ 0 w 9941053"/>
              <a:gd name="connsiteY4" fmla="*/ 60328 h 396410"/>
              <a:gd name="connsiteX5" fmla="*/ 0 w 9941053"/>
              <a:gd name="connsiteY5" fmla="*/ 60328 h 396410"/>
              <a:gd name="connsiteX6" fmla="*/ 739665 w 9941053"/>
              <a:gd name="connsiteY6" fmla="*/ 60328 h 396410"/>
              <a:gd name="connsiteX7" fmla="*/ 9940914 w 9941053"/>
              <a:gd name="connsiteY7" fmla="*/ 3 h 396410"/>
              <a:gd name="connsiteX8" fmla="*/ 9625954 w 9941053"/>
              <a:gd name="connsiteY8" fmla="*/ 395657 h 396410"/>
              <a:gd name="connsiteX0" fmla="*/ 0 w 9625954"/>
              <a:gd name="connsiteY0" fmla="*/ 0 h 336082"/>
              <a:gd name="connsiteX1" fmla="*/ 0 w 9625954"/>
              <a:gd name="connsiteY1" fmla="*/ 0 h 336082"/>
              <a:gd name="connsiteX2" fmla="*/ 845227 w 9625954"/>
              <a:gd name="connsiteY2" fmla="*/ 335964 h 336082"/>
              <a:gd name="connsiteX3" fmla="*/ 0 w 9625954"/>
              <a:gd name="connsiteY3" fmla="*/ 335964 h 336082"/>
              <a:gd name="connsiteX4" fmla="*/ 0 w 9625954"/>
              <a:gd name="connsiteY4" fmla="*/ 0 h 336082"/>
              <a:gd name="connsiteX5" fmla="*/ 0 w 9625954"/>
              <a:gd name="connsiteY5" fmla="*/ 0 h 336082"/>
              <a:gd name="connsiteX6" fmla="*/ 739665 w 9625954"/>
              <a:gd name="connsiteY6" fmla="*/ 0 h 336082"/>
              <a:gd name="connsiteX7" fmla="*/ 9229714 w 9625954"/>
              <a:gd name="connsiteY7" fmla="*/ 177800 h 336082"/>
              <a:gd name="connsiteX8" fmla="*/ 9625954 w 9625954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3175 h 336082"/>
              <a:gd name="connsiteX8" fmla="*/ 9625954 w 9798283"/>
              <a:gd name="connsiteY8" fmla="*/ 335329 h 336082"/>
              <a:gd name="connsiteX0" fmla="*/ 0 w 10332581"/>
              <a:gd name="connsiteY0" fmla="*/ 0 h 336082"/>
              <a:gd name="connsiteX1" fmla="*/ 0 w 10332581"/>
              <a:gd name="connsiteY1" fmla="*/ 0 h 336082"/>
              <a:gd name="connsiteX2" fmla="*/ 845227 w 10332581"/>
              <a:gd name="connsiteY2" fmla="*/ 335964 h 336082"/>
              <a:gd name="connsiteX3" fmla="*/ 0 w 10332581"/>
              <a:gd name="connsiteY3" fmla="*/ 335964 h 336082"/>
              <a:gd name="connsiteX4" fmla="*/ 0 w 10332581"/>
              <a:gd name="connsiteY4" fmla="*/ 0 h 336082"/>
              <a:gd name="connsiteX5" fmla="*/ 0 w 10332581"/>
              <a:gd name="connsiteY5" fmla="*/ 0 h 336082"/>
              <a:gd name="connsiteX6" fmla="*/ 739665 w 10332581"/>
              <a:gd name="connsiteY6" fmla="*/ 0 h 336082"/>
              <a:gd name="connsiteX7" fmla="*/ 9798039 w 10332581"/>
              <a:gd name="connsiteY7" fmla="*/ 3175 h 336082"/>
              <a:gd name="connsiteX8" fmla="*/ 9333854 w 10332581"/>
              <a:gd name="connsiteY8" fmla="*/ 243254 h 336082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739665 w 10410875"/>
              <a:gd name="connsiteY6" fmla="*/ 0 h 338504"/>
              <a:gd name="connsiteX7" fmla="*/ 9798039 w 10410875"/>
              <a:gd name="connsiteY7" fmla="*/ 3175 h 338504"/>
              <a:gd name="connsiteX8" fmla="*/ 9616429 w 10410875"/>
              <a:gd name="connsiteY8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9798039"/>
              <a:gd name="connsiteY0" fmla="*/ 0 h 335964"/>
              <a:gd name="connsiteX1" fmla="*/ 0 w 9798039"/>
              <a:gd name="connsiteY1" fmla="*/ 0 h 335964"/>
              <a:gd name="connsiteX2" fmla="*/ 4450166 w 9798039"/>
              <a:gd name="connsiteY2" fmla="*/ 331176 h 335964"/>
              <a:gd name="connsiteX3" fmla="*/ 0 w 9798039"/>
              <a:gd name="connsiteY3" fmla="*/ 335964 h 335964"/>
              <a:gd name="connsiteX4" fmla="*/ 0 w 9798039"/>
              <a:gd name="connsiteY4" fmla="*/ 0 h 335964"/>
              <a:gd name="connsiteX5" fmla="*/ 0 w 9798039"/>
              <a:gd name="connsiteY5" fmla="*/ 0 h 335964"/>
              <a:gd name="connsiteX6" fmla="*/ 9798039 w 9798039"/>
              <a:gd name="connsiteY6" fmla="*/ 3175 h 335964"/>
              <a:gd name="connsiteX0" fmla="*/ 0 w 4808553"/>
              <a:gd name="connsiteY0" fmla="*/ 0 h 335964"/>
              <a:gd name="connsiteX1" fmla="*/ 0 w 4808553"/>
              <a:gd name="connsiteY1" fmla="*/ 0 h 335964"/>
              <a:gd name="connsiteX2" fmla="*/ 4450166 w 4808553"/>
              <a:gd name="connsiteY2" fmla="*/ 331176 h 335964"/>
              <a:gd name="connsiteX3" fmla="*/ 0 w 4808553"/>
              <a:gd name="connsiteY3" fmla="*/ 335964 h 335964"/>
              <a:gd name="connsiteX4" fmla="*/ 0 w 4808553"/>
              <a:gd name="connsiteY4" fmla="*/ 0 h 335964"/>
              <a:gd name="connsiteX0" fmla="*/ 77078 w 4528022"/>
              <a:gd name="connsiteY0" fmla="*/ 10269 h 365804"/>
              <a:gd name="connsiteX1" fmla="*/ 77078 w 4528022"/>
              <a:gd name="connsiteY1" fmla="*/ 10269 h 365804"/>
              <a:gd name="connsiteX2" fmla="*/ 436136 w 4528022"/>
              <a:gd name="connsiteY2" fmla="*/ 29857 h 365804"/>
              <a:gd name="connsiteX3" fmla="*/ 4527244 w 4528022"/>
              <a:gd name="connsiteY3" fmla="*/ 341445 h 365804"/>
              <a:gd name="connsiteX4" fmla="*/ 77078 w 4528022"/>
              <a:gd name="connsiteY4" fmla="*/ 346233 h 365804"/>
              <a:gd name="connsiteX5" fmla="*/ 77078 w 4528022"/>
              <a:gd name="connsiteY5" fmla="*/ 10269 h 365804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973015"/>
              <a:gd name="connsiteY0" fmla="*/ 0 h 356920"/>
              <a:gd name="connsiteX1" fmla="*/ 0 w 4973015"/>
              <a:gd name="connsiteY1" fmla="*/ 0 h 356920"/>
              <a:gd name="connsiteX2" fmla="*/ 4035808 w 4973015"/>
              <a:gd name="connsiteY2" fmla="*/ 48312 h 356920"/>
              <a:gd name="connsiteX3" fmla="*/ 4673465 w 4973015"/>
              <a:gd name="connsiteY3" fmla="*/ 335963 h 356920"/>
              <a:gd name="connsiteX4" fmla="*/ 0 w 4973015"/>
              <a:gd name="connsiteY4" fmla="*/ 335964 h 356920"/>
              <a:gd name="connsiteX5" fmla="*/ 0 w 4973015"/>
              <a:gd name="connsiteY5" fmla="*/ 0 h 356920"/>
              <a:gd name="connsiteX0" fmla="*/ 0 w 4971985"/>
              <a:gd name="connsiteY0" fmla="*/ 0 h 339915"/>
              <a:gd name="connsiteX1" fmla="*/ 0 w 4971985"/>
              <a:gd name="connsiteY1" fmla="*/ 0 h 339915"/>
              <a:gd name="connsiteX2" fmla="*/ 4035808 w 4971985"/>
              <a:gd name="connsiteY2" fmla="*/ 48312 h 339915"/>
              <a:gd name="connsiteX3" fmla="*/ 4673465 w 4971985"/>
              <a:gd name="connsiteY3" fmla="*/ 335963 h 339915"/>
              <a:gd name="connsiteX4" fmla="*/ 0 w 4971985"/>
              <a:gd name="connsiteY4" fmla="*/ 335964 h 339915"/>
              <a:gd name="connsiteX5" fmla="*/ 0 w 4971985"/>
              <a:gd name="connsiteY5" fmla="*/ 0 h 339915"/>
              <a:gd name="connsiteX0" fmla="*/ 0 w 4977139"/>
              <a:gd name="connsiteY0" fmla="*/ 0 h 335964"/>
              <a:gd name="connsiteX1" fmla="*/ 0 w 4977139"/>
              <a:gd name="connsiteY1" fmla="*/ 0 h 335964"/>
              <a:gd name="connsiteX2" fmla="*/ 4035808 w 4977139"/>
              <a:gd name="connsiteY2" fmla="*/ 48312 h 335964"/>
              <a:gd name="connsiteX3" fmla="*/ 4673465 w 4977139"/>
              <a:gd name="connsiteY3" fmla="*/ 335963 h 335964"/>
              <a:gd name="connsiteX4" fmla="*/ 0 w 4977139"/>
              <a:gd name="connsiteY4" fmla="*/ 335964 h 335964"/>
              <a:gd name="connsiteX5" fmla="*/ 0 w 4977139"/>
              <a:gd name="connsiteY5" fmla="*/ 0 h 335964"/>
              <a:gd name="connsiteX0" fmla="*/ 0 w 4680500"/>
              <a:gd name="connsiteY0" fmla="*/ 0 h 335993"/>
              <a:gd name="connsiteX1" fmla="*/ 0 w 4680500"/>
              <a:gd name="connsiteY1" fmla="*/ 0 h 335993"/>
              <a:gd name="connsiteX2" fmla="*/ 4035808 w 4680500"/>
              <a:gd name="connsiteY2" fmla="*/ 48312 h 335993"/>
              <a:gd name="connsiteX3" fmla="*/ 4673465 w 4680500"/>
              <a:gd name="connsiteY3" fmla="*/ 335963 h 335993"/>
              <a:gd name="connsiteX4" fmla="*/ 0 w 4680500"/>
              <a:gd name="connsiteY4" fmla="*/ 335964 h 335993"/>
              <a:gd name="connsiteX5" fmla="*/ 0 w 4680500"/>
              <a:gd name="connsiteY5" fmla="*/ 0 h 335993"/>
              <a:gd name="connsiteX0" fmla="*/ 0 w 4673495"/>
              <a:gd name="connsiteY0" fmla="*/ 0 h 335993"/>
              <a:gd name="connsiteX1" fmla="*/ 0 w 4673495"/>
              <a:gd name="connsiteY1" fmla="*/ 0 h 335993"/>
              <a:gd name="connsiteX2" fmla="*/ 4035808 w 4673495"/>
              <a:gd name="connsiteY2" fmla="*/ 48312 h 335993"/>
              <a:gd name="connsiteX3" fmla="*/ 4673465 w 4673495"/>
              <a:gd name="connsiteY3" fmla="*/ 335963 h 335993"/>
              <a:gd name="connsiteX4" fmla="*/ 0 w 4673495"/>
              <a:gd name="connsiteY4" fmla="*/ 335964 h 335993"/>
              <a:gd name="connsiteX5" fmla="*/ 0 w 4673495"/>
              <a:gd name="connsiteY5" fmla="*/ 0 h 335993"/>
              <a:gd name="connsiteX0" fmla="*/ 0 w 5049349"/>
              <a:gd name="connsiteY0" fmla="*/ 0 h 360817"/>
              <a:gd name="connsiteX1" fmla="*/ 0 w 5049349"/>
              <a:gd name="connsiteY1" fmla="*/ 0 h 360817"/>
              <a:gd name="connsiteX2" fmla="*/ 4752225 w 5049349"/>
              <a:gd name="connsiteY2" fmla="*/ 438 h 360817"/>
              <a:gd name="connsiteX3" fmla="*/ 4673465 w 5049349"/>
              <a:gd name="connsiteY3" fmla="*/ 335963 h 360817"/>
              <a:gd name="connsiteX4" fmla="*/ 0 w 5049349"/>
              <a:gd name="connsiteY4" fmla="*/ 335964 h 360817"/>
              <a:gd name="connsiteX5" fmla="*/ 0 w 5049349"/>
              <a:gd name="connsiteY5" fmla="*/ 0 h 360817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317112"/>
              <a:gd name="connsiteY0" fmla="*/ 0 h 354433"/>
              <a:gd name="connsiteX1" fmla="*/ 0 w 5317112"/>
              <a:gd name="connsiteY1" fmla="*/ 0 h 354433"/>
              <a:gd name="connsiteX2" fmla="*/ 4775485 w 5317112"/>
              <a:gd name="connsiteY2" fmla="*/ 86612 h 354433"/>
              <a:gd name="connsiteX3" fmla="*/ 4673465 w 5317112"/>
              <a:gd name="connsiteY3" fmla="*/ 335963 h 354433"/>
              <a:gd name="connsiteX4" fmla="*/ 0 w 5317112"/>
              <a:gd name="connsiteY4" fmla="*/ 335964 h 354433"/>
              <a:gd name="connsiteX5" fmla="*/ 0 w 5317112"/>
              <a:gd name="connsiteY5" fmla="*/ 0 h 354433"/>
              <a:gd name="connsiteX0" fmla="*/ 0 w 5286704"/>
              <a:gd name="connsiteY0" fmla="*/ 0 h 354433"/>
              <a:gd name="connsiteX1" fmla="*/ 0 w 5286704"/>
              <a:gd name="connsiteY1" fmla="*/ 0 h 354433"/>
              <a:gd name="connsiteX2" fmla="*/ 4775485 w 5286704"/>
              <a:gd name="connsiteY2" fmla="*/ 86612 h 354433"/>
              <a:gd name="connsiteX3" fmla="*/ 4673465 w 5286704"/>
              <a:gd name="connsiteY3" fmla="*/ 335963 h 354433"/>
              <a:gd name="connsiteX4" fmla="*/ 0 w 5286704"/>
              <a:gd name="connsiteY4" fmla="*/ 335964 h 354433"/>
              <a:gd name="connsiteX5" fmla="*/ 0 w 5286704"/>
              <a:gd name="connsiteY5" fmla="*/ 0 h 354433"/>
              <a:gd name="connsiteX0" fmla="*/ 0 w 5097113"/>
              <a:gd name="connsiteY0" fmla="*/ 0 h 354433"/>
              <a:gd name="connsiteX1" fmla="*/ 0 w 5097113"/>
              <a:gd name="connsiteY1" fmla="*/ 0 h 354433"/>
              <a:gd name="connsiteX2" fmla="*/ 4775485 w 5097113"/>
              <a:gd name="connsiteY2" fmla="*/ 86612 h 354433"/>
              <a:gd name="connsiteX3" fmla="*/ 4673465 w 5097113"/>
              <a:gd name="connsiteY3" fmla="*/ 335963 h 354433"/>
              <a:gd name="connsiteX4" fmla="*/ 0 w 5097113"/>
              <a:gd name="connsiteY4" fmla="*/ 335964 h 354433"/>
              <a:gd name="connsiteX5" fmla="*/ 0 w 5097113"/>
              <a:gd name="connsiteY5" fmla="*/ 0 h 354433"/>
              <a:gd name="connsiteX0" fmla="*/ 0 w 5059613"/>
              <a:gd name="connsiteY0" fmla="*/ 269184 h 623617"/>
              <a:gd name="connsiteX1" fmla="*/ 0 w 5059613"/>
              <a:gd name="connsiteY1" fmla="*/ 269184 h 623617"/>
              <a:gd name="connsiteX2" fmla="*/ 4775485 w 5059613"/>
              <a:gd name="connsiteY2" fmla="*/ 355796 h 623617"/>
              <a:gd name="connsiteX3" fmla="*/ 4673465 w 5059613"/>
              <a:gd name="connsiteY3" fmla="*/ 605147 h 623617"/>
              <a:gd name="connsiteX4" fmla="*/ 0 w 5059613"/>
              <a:gd name="connsiteY4" fmla="*/ 605148 h 623617"/>
              <a:gd name="connsiteX5" fmla="*/ 0 w 5059613"/>
              <a:gd name="connsiteY5" fmla="*/ 269184 h 623617"/>
              <a:gd name="connsiteX0" fmla="*/ 0 w 5080032"/>
              <a:gd name="connsiteY0" fmla="*/ 0 h 606920"/>
              <a:gd name="connsiteX1" fmla="*/ 0 w 5080032"/>
              <a:gd name="connsiteY1" fmla="*/ 0 h 606920"/>
              <a:gd name="connsiteX2" fmla="*/ 4775485 w 5080032"/>
              <a:gd name="connsiteY2" fmla="*/ 86612 h 606920"/>
              <a:gd name="connsiteX3" fmla="*/ 4673465 w 5080032"/>
              <a:gd name="connsiteY3" fmla="*/ 335963 h 606920"/>
              <a:gd name="connsiteX4" fmla="*/ 0 w 5080032"/>
              <a:gd name="connsiteY4" fmla="*/ 335964 h 606920"/>
              <a:gd name="connsiteX5" fmla="*/ 0 w 5080032"/>
              <a:gd name="connsiteY5" fmla="*/ 0 h 606920"/>
              <a:gd name="connsiteX0" fmla="*/ 0 w 5042821"/>
              <a:gd name="connsiteY0" fmla="*/ 38486 h 645406"/>
              <a:gd name="connsiteX1" fmla="*/ 0 w 5042821"/>
              <a:gd name="connsiteY1" fmla="*/ 38486 h 645406"/>
              <a:gd name="connsiteX2" fmla="*/ 4775485 w 5042821"/>
              <a:gd name="connsiteY2" fmla="*/ 125098 h 645406"/>
              <a:gd name="connsiteX3" fmla="*/ 4673465 w 5042821"/>
              <a:gd name="connsiteY3" fmla="*/ 374449 h 645406"/>
              <a:gd name="connsiteX4" fmla="*/ 0 w 5042821"/>
              <a:gd name="connsiteY4" fmla="*/ 374450 h 645406"/>
              <a:gd name="connsiteX5" fmla="*/ 0 w 5042821"/>
              <a:gd name="connsiteY5" fmla="*/ 38486 h 645406"/>
              <a:gd name="connsiteX0" fmla="*/ 0 w 5185081"/>
              <a:gd name="connsiteY0" fmla="*/ 0 h 606920"/>
              <a:gd name="connsiteX1" fmla="*/ 0 w 5185081"/>
              <a:gd name="connsiteY1" fmla="*/ 0 h 606920"/>
              <a:gd name="connsiteX2" fmla="*/ 4775485 w 5185081"/>
              <a:gd name="connsiteY2" fmla="*/ 86612 h 606920"/>
              <a:gd name="connsiteX3" fmla="*/ 4673465 w 5185081"/>
              <a:gd name="connsiteY3" fmla="*/ 335963 h 606920"/>
              <a:gd name="connsiteX4" fmla="*/ 0 w 5185081"/>
              <a:gd name="connsiteY4" fmla="*/ 335964 h 606920"/>
              <a:gd name="connsiteX5" fmla="*/ 0 w 5185081"/>
              <a:gd name="connsiteY5" fmla="*/ 0 h 606920"/>
              <a:gd name="connsiteX0" fmla="*/ 0 w 5185081"/>
              <a:gd name="connsiteY0" fmla="*/ 0 h 354433"/>
              <a:gd name="connsiteX1" fmla="*/ 0 w 5185081"/>
              <a:gd name="connsiteY1" fmla="*/ 0 h 354433"/>
              <a:gd name="connsiteX2" fmla="*/ 4775485 w 5185081"/>
              <a:gd name="connsiteY2" fmla="*/ 86612 h 354433"/>
              <a:gd name="connsiteX3" fmla="*/ 4673465 w 5185081"/>
              <a:gd name="connsiteY3" fmla="*/ 335963 h 354433"/>
              <a:gd name="connsiteX4" fmla="*/ 0 w 5185081"/>
              <a:gd name="connsiteY4" fmla="*/ 335964 h 354433"/>
              <a:gd name="connsiteX5" fmla="*/ 0 w 5185081"/>
              <a:gd name="connsiteY5" fmla="*/ 0 h 354433"/>
              <a:gd name="connsiteX0" fmla="*/ 0 w 5056051"/>
              <a:gd name="connsiteY0" fmla="*/ 0 h 354433"/>
              <a:gd name="connsiteX1" fmla="*/ 0 w 5056051"/>
              <a:gd name="connsiteY1" fmla="*/ 0 h 354433"/>
              <a:gd name="connsiteX2" fmla="*/ 4775485 w 5056051"/>
              <a:gd name="connsiteY2" fmla="*/ 86612 h 354433"/>
              <a:gd name="connsiteX3" fmla="*/ 4673465 w 5056051"/>
              <a:gd name="connsiteY3" fmla="*/ 335963 h 354433"/>
              <a:gd name="connsiteX4" fmla="*/ 0 w 5056051"/>
              <a:gd name="connsiteY4" fmla="*/ 335964 h 354433"/>
              <a:gd name="connsiteX5" fmla="*/ 0 w 5056051"/>
              <a:gd name="connsiteY5" fmla="*/ 0 h 354433"/>
              <a:gd name="connsiteX0" fmla="*/ 0 w 4775496"/>
              <a:gd name="connsiteY0" fmla="*/ 0 h 354433"/>
              <a:gd name="connsiteX1" fmla="*/ 0 w 4775496"/>
              <a:gd name="connsiteY1" fmla="*/ 0 h 354433"/>
              <a:gd name="connsiteX2" fmla="*/ 4775485 w 4775496"/>
              <a:gd name="connsiteY2" fmla="*/ 86612 h 354433"/>
              <a:gd name="connsiteX3" fmla="*/ 4673465 w 4775496"/>
              <a:gd name="connsiteY3" fmla="*/ 335963 h 354433"/>
              <a:gd name="connsiteX4" fmla="*/ 0 w 4775496"/>
              <a:gd name="connsiteY4" fmla="*/ 335964 h 354433"/>
              <a:gd name="connsiteX5" fmla="*/ 0 w 4775496"/>
              <a:gd name="connsiteY5" fmla="*/ 0 h 354433"/>
              <a:gd name="connsiteX0" fmla="*/ 0 w 4775496"/>
              <a:gd name="connsiteY0" fmla="*/ 0 h 335964"/>
              <a:gd name="connsiteX1" fmla="*/ 0 w 4775496"/>
              <a:gd name="connsiteY1" fmla="*/ 0 h 335964"/>
              <a:gd name="connsiteX2" fmla="*/ 4775485 w 4775496"/>
              <a:gd name="connsiteY2" fmla="*/ 86612 h 335964"/>
              <a:gd name="connsiteX3" fmla="*/ 4673465 w 4775496"/>
              <a:gd name="connsiteY3" fmla="*/ 335963 h 335964"/>
              <a:gd name="connsiteX4" fmla="*/ 0 w 4775496"/>
              <a:gd name="connsiteY4" fmla="*/ 335964 h 335964"/>
              <a:gd name="connsiteX5" fmla="*/ 0 w 4775496"/>
              <a:gd name="connsiteY5" fmla="*/ 0 h 335964"/>
              <a:gd name="connsiteX0" fmla="*/ 0 w 4759216"/>
              <a:gd name="connsiteY0" fmla="*/ 0 h 335964"/>
              <a:gd name="connsiteX1" fmla="*/ 0 w 4759216"/>
              <a:gd name="connsiteY1" fmla="*/ 0 h 335964"/>
              <a:gd name="connsiteX2" fmla="*/ 4759203 w 4759216"/>
              <a:gd name="connsiteY2" fmla="*/ 5225 h 335964"/>
              <a:gd name="connsiteX3" fmla="*/ 4673465 w 4759216"/>
              <a:gd name="connsiteY3" fmla="*/ 335963 h 335964"/>
              <a:gd name="connsiteX4" fmla="*/ 0 w 4759216"/>
              <a:gd name="connsiteY4" fmla="*/ 335964 h 335964"/>
              <a:gd name="connsiteX5" fmla="*/ 0 w 4759216"/>
              <a:gd name="connsiteY5" fmla="*/ 0 h 335964"/>
              <a:gd name="connsiteX0" fmla="*/ 0 w 4759208"/>
              <a:gd name="connsiteY0" fmla="*/ 0 h 335964"/>
              <a:gd name="connsiteX1" fmla="*/ 0 w 4759208"/>
              <a:gd name="connsiteY1" fmla="*/ 0 h 335964"/>
              <a:gd name="connsiteX2" fmla="*/ 4759203 w 4759208"/>
              <a:gd name="connsiteY2" fmla="*/ 5225 h 335964"/>
              <a:gd name="connsiteX3" fmla="*/ 4559490 w 4759208"/>
              <a:gd name="connsiteY3" fmla="*/ 206702 h 335964"/>
              <a:gd name="connsiteX4" fmla="*/ 0 w 4759208"/>
              <a:gd name="connsiteY4" fmla="*/ 335964 h 335964"/>
              <a:gd name="connsiteX5" fmla="*/ 0 w 4759208"/>
              <a:gd name="connsiteY5" fmla="*/ 0 h 335964"/>
              <a:gd name="connsiteX0" fmla="*/ 0 w 4759215"/>
              <a:gd name="connsiteY0" fmla="*/ 0 h 335964"/>
              <a:gd name="connsiteX1" fmla="*/ 0 w 4759215"/>
              <a:gd name="connsiteY1" fmla="*/ 0 h 335964"/>
              <a:gd name="connsiteX2" fmla="*/ 4759203 w 4759215"/>
              <a:gd name="connsiteY2" fmla="*/ 5225 h 335964"/>
              <a:gd name="connsiteX3" fmla="*/ 4668814 w 4759215"/>
              <a:gd name="connsiteY3" fmla="*/ 335963 h 335964"/>
              <a:gd name="connsiteX4" fmla="*/ 0 w 4759215"/>
              <a:gd name="connsiteY4" fmla="*/ 335964 h 335964"/>
              <a:gd name="connsiteX5" fmla="*/ 0 w 4759215"/>
              <a:gd name="connsiteY5" fmla="*/ 0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9215" h="335964">
                <a:moveTo>
                  <a:pt x="0" y="0"/>
                </a:moveTo>
                <a:lnTo>
                  <a:pt x="0" y="0"/>
                </a:lnTo>
                <a:lnTo>
                  <a:pt x="4759203" y="5225"/>
                </a:lnTo>
                <a:cubicBezTo>
                  <a:pt x="4760433" y="13511"/>
                  <a:pt x="4673878" y="332704"/>
                  <a:pt x="4668814" y="335963"/>
                </a:cubicBezTo>
                <a:cubicBezTo>
                  <a:pt x="4670728" y="334435"/>
                  <a:pt x="1557822" y="335964"/>
                  <a:pt x="0" y="3359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54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3442684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2 texts in 2 fra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7;p18">
            <a:extLst>
              <a:ext uri="{FF2B5EF4-FFF2-40B4-BE49-F238E27FC236}">
                <a16:creationId xmlns:a16="http://schemas.microsoft.com/office/drawing/2014/main" id="{7A71E5F9-2365-0D29-820A-7C151A43798F}"/>
              </a:ext>
            </a:extLst>
          </p:cNvPr>
          <p:cNvSpPr/>
          <p:nvPr userDrawn="1"/>
        </p:nvSpPr>
        <p:spPr>
          <a:xfrm>
            <a:off x="9138483" y="0"/>
            <a:ext cx="3067543" cy="6869574"/>
          </a:xfrm>
          <a:custGeom>
            <a:avLst/>
            <a:gdLst>
              <a:gd name="connsiteX0" fmla="*/ 0 w 7111431"/>
              <a:gd name="connsiteY0" fmla="*/ 6858000 h 6858000"/>
              <a:gd name="connsiteX1" fmla="*/ 3060040 w 7111431"/>
              <a:gd name="connsiteY1" fmla="*/ 0 h 6858000"/>
              <a:gd name="connsiteX2" fmla="*/ 7111431 w 7111431"/>
              <a:gd name="connsiteY2" fmla="*/ 0 h 6858000"/>
              <a:gd name="connsiteX3" fmla="*/ 4051391 w 7111431"/>
              <a:gd name="connsiteY3" fmla="*/ 6858000 h 6858000"/>
              <a:gd name="connsiteX4" fmla="*/ 0 w 7111431"/>
              <a:gd name="connsiteY4" fmla="*/ 6858000 h 6858000"/>
              <a:gd name="connsiteX0" fmla="*/ 0 w 4051391"/>
              <a:gd name="connsiteY0" fmla="*/ 6858000 h 6858000"/>
              <a:gd name="connsiteX1" fmla="*/ 3060040 w 4051391"/>
              <a:gd name="connsiteY1" fmla="*/ 0 h 6858000"/>
              <a:gd name="connsiteX2" fmla="*/ 4051391 w 4051391"/>
              <a:gd name="connsiteY2" fmla="*/ 6858000 h 6858000"/>
              <a:gd name="connsiteX3" fmla="*/ 0 w 4051391"/>
              <a:gd name="connsiteY3" fmla="*/ 6858000 h 6858000"/>
              <a:gd name="connsiteX0" fmla="*/ 0 w 3067543"/>
              <a:gd name="connsiteY0" fmla="*/ 6858000 h 6869574"/>
              <a:gd name="connsiteX1" fmla="*/ 3060040 w 3067543"/>
              <a:gd name="connsiteY1" fmla="*/ 0 h 6869574"/>
              <a:gd name="connsiteX2" fmla="*/ 3067543 w 3067543"/>
              <a:gd name="connsiteY2" fmla="*/ 6869574 h 6869574"/>
              <a:gd name="connsiteX3" fmla="*/ 0 w 3067543"/>
              <a:gd name="connsiteY3" fmla="*/ 6858000 h 6869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7543" h="6869574">
                <a:moveTo>
                  <a:pt x="0" y="6858000"/>
                </a:moveTo>
                <a:lnTo>
                  <a:pt x="3060040" y="0"/>
                </a:lnTo>
                <a:lnTo>
                  <a:pt x="3067543" y="6869574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endParaRPr sz="2489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1" y="1337159"/>
            <a:ext cx="5400000" cy="4819801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/>
              <a:t>Graph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F20727D-5E83-4E0E-9FB9-68D69A7B53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3028" y="1288067"/>
            <a:ext cx="5470432" cy="2300953"/>
          </a:xfrm>
          <a:custGeom>
            <a:avLst/>
            <a:gdLst>
              <a:gd name="connsiteX0" fmla="*/ 0 w 5470432"/>
              <a:gd name="connsiteY0" fmla="*/ 0 h 2300953"/>
              <a:gd name="connsiteX1" fmla="*/ 5470432 w 5470432"/>
              <a:gd name="connsiteY1" fmla="*/ 0 h 2300953"/>
              <a:gd name="connsiteX2" fmla="*/ 5470432 w 5470432"/>
              <a:gd name="connsiteY2" fmla="*/ 2300953 h 2300953"/>
              <a:gd name="connsiteX3" fmla="*/ 0 w 5470432"/>
              <a:gd name="connsiteY3" fmla="*/ 2300953 h 2300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0432" h="2300953">
                <a:moveTo>
                  <a:pt x="0" y="0"/>
                </a:moveTo>
                <a:lnTo>
                  <a:pt x="5470432" y="0"/>
                </a:lnTo>
                <a:lnTo>
                  <a:pt x="5470432" y="2300953"/>
                </a:lnTo>
                <a:lnTo>
                  <a:pt x="0" y="230095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52000" tIns="252000" rIns="252000" bIns="252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A7196165-27AE-443C-AF47-7B6B0DC596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3028" y="3856007"/>
            <a:ext cx="5470432" cy="2300953"/>
          </a:xfrm>
          <a:custGeom>
            <a:avLst/>
            <a:gdLst>
              <a:gd name="connsiteX0" fmla="*/ 0 w 5470432"/>
              <a:gd name="connsiteY0" fmla="*/ 0 h 2300953"/>
              <a:gd name="connsiteX1" fmla="*/ 5470432 w 5470432"/>
              <a:gd name="connsiteY1" fmla="*/ 0 h 2300953"/>
              <a:gd name="connsiteX2" fmla="*/ 5470432 w 5470432"/>
              <a:gd name="connsiteY2" fmla="*/ 2300953 h 2300953"/>
              <a:gd name="connsiteX3" fmla="*/ 0 w 5470432"/>
              <a:gd name="connsiteY3" fmla="*/ 2300953 h 2300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0432" h="2300953">
                <a:moveTo>
                  <a:pt x="0" y="0"/>
                </a:moveTo>
                <a:lnTo>
                  <a:pt x="5470432" y="0"/>
                </a:lnTo>
                <a:lnTo>
                  <a:pt x="5470432" y="2300953"/>
                </a:lnTo>
                <a:lnTo>
                  <a:pt x="0" y="230095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52000" tIns="252000" rIns="252000" bIns="252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BF144683-448B-AEEC-9E1B-EE5A080FBBA5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-1" y="449848"/>
            <a:ext cx="9795419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9609373 w 9683261"/>
              <a:gd name="connsiteY23" fmla="*/ 50961 h 335964"/>
              <a:gd name="connsiteX24" fmla="*/ 0 w 9683261"/>
              <a:gd name="connsiteY24" fmla="*/ 0 h 335964"/>
              <a:gd name="connsiteX25" fmla="*/ 739665 w 9683261"/>
              <a:gd name="connsiteY25" fmla="*/ 0 h 335964"/>
              <a:gd name="connsiteX26" fmla="*/ 9540864 w 9683261"/>
              <a:gd name="connsiteY26" fmla="*/ 0 h 335964"/>
              <a:gd name="connsiteX27" fmla="*/ 9568541 w 9683261"/>
              <a:gd name="connsiteY27" fmla="*/ 27997 h 335964"/>
              <a:gd name="connsiteX28" fmla="*/ 9540864 w 9683261"/>
              <a:gd name="connsiteY28" fmla="*/ 55995 h 335964"/>
              <a:gd name="connsiteX29" fmla="*/ 9522411 w 9683261"/>
              <a:gd name="connsiteY29" fmla="*/ 74659 h 335964"/>
              <a:gd name="connsiteX30" fmla="*/ 9540864 w 9683261"/>
              <a:gd name="connsiteY30" fmla="*/ 97990 h 335964"/>
              <a:gd name="connsiteX31" fmla="*/ 9568541 w 9683261"/>
              <a:gd name="connsiteY31" fmla="*/ 121320 h 335964"/>
              <a:gd name="connsiteX32" fmla="*/ 9545478 w 9683261"/>
              <a:gd name="connsiteY32" fmla="*/ 149317 h 335964"/>
              <a:gd name="connsiteX33" fmla="*/ 9540864 w 9683261"/>
              <a:gd name="connsiteY33" fmla="*/ 149317 h 335964"/>
              <a:gd name="connsiteX34" fmla="*/ 9522411 w 9683261"/>
              <a:gd name="connsiteY34" fmla="*/ 167982 h 335964"/>
              <a:gd name="connsiteX35" fmla="*/ 9540864 w 9683261"/>
              <a:gd name="connsiteY35" fmla="*/ 191313 h 335964"/>
              <a:gd name="connsiteX36" fmla="*/ 9568541 w 9683261"/>
              <a:gd name="connsiteY36" fmla="*/ 214644 h 335964"/>
              <a:gd name="connsiteX37" fmla="*/ 9540864 w 9683261"/>
              <a:gd name="connsiteY37" fmla="*/ 242641 h 335964"/>
              <a:gd name="connsiteX38" fmla="*/ 9522411 w 9683261"/>
              <a:gd name="connsiteY38" fmla="*/ 265971 h 335964"/>
              <a:gd name="connsiteX39" fmla="*/ 9540864 w 9683261"/>
              <a:gd name="connsiteY39" fmla="*/ 284636 h 335964"/>
              <a:gd name="connsiteX40" fmla="*/ 9568541 w 9683261"/>
              <a:gd name="connsiteY40" fmla="*/ 312633 h 335964"/>
              <a:gd name="connsiteX41" fmla="*/ 9540864 w 9683261"/>
              <a:gd name="connsiteY41" fmla="*/ 335964 h 335964"/>
              <a:gd name="connsiteX42" fmla="*/ 845227 w 9683261"/>
              <a:gd name="connsiteY42" fmla="*/ 335964 h 335964"/>
              <a:gd name="connsiteX43" fmla="*/ 0 w 9683261"/>
              <a:gd name="connsiteY43" fmla="*/ 335964 h 335964"/>
              <a:gd name="connsiteX44" fmla="*/ 0 w 9683261"/>
              <a:gd name="connsiteY44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586041 w 9683261"/>
              <a:gd name="connsiteY20" fmla="*/ 7450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0 w 9683261"/>
              <a:gd name="connsiteY23" fmla="*/ 0 h 335964"/>
              <a:gd name="connsiteX24" fmla="*/ 739665 w 9683261"/>
              <a:gd name="connsiteY24" fmla="*/ 0 h 335964"/>
              <a:gd name="connsiteX25" fmla="*/ 9540864 w 9683261"/>
              <a:gd name="connsiteY25" fmla="*/ 0 h 335964"/>
              <a:gd name="connsiteX26" fmla="*/ 9568541 w 9683261"/>
              <a:gd name="connsiteY26" fmla="*/ 27997 h 335964"/>
              <a:gd name="connsiteX27" fmla="*/ 9540864 w 9683261"/>
              <a:gd name="connsiteY27" fmla="*/ 55995 h 335964"/>
              <a:gd name="connsiteX28" fmla="*/ 9522411 w 9683261"/>
              <a:gd name="connsiteY28" fmla="*/ 74659 h 335964"/>
              <a:gd name="connsiteX29" fmla="*/ 9540864 w 9683261"/>
              <a:gd name="connsiteY29" fmla="*/ 97990 h 335964"/>
              <a:gd name="connsiteX30" fmla="*/ 9568541 w 9683261"/>
              <a:gd name="connsiteY30" fmla="*/ 121320 h 335964"/>
              <a:gd name="connsiteX31" fmla="*/ 9545478 w 9683261"/>
              <a:gd name="connsiteY31" fmla="*/ 149317 h 335964"/>
              <a:gd name="connsiteX32" fmla="*/ 9540864 w 9683261"/>
              <a:gd name="connsiteY32" fmla="*/ 149317 h 335964"/>
              <a:gd name="connsiteX33" fmla="*/ 9522411 w 9683261"/>
              <a:gd name="connsiteY33" fmla="*/ 167982 h 335964"/>
              <a:gd name="connsiteX34" fmla="*/ 9540864 w 9683261"/>
              <a:gd name="connsiteY34" fmla="*/ 191313 h 335964"/>
              <a:gd name="connsiteX35" fmla="*/ 9568541 w 9683261"/>
              <a:gd name="connsiteY35" fmla="*/ 214644 h 335964"/>
              <a:gd name="connsiteX36" fmla="*/ 9540864 w 9683261"/>
              <a:gd name="connsiteY36" fmla="*/ 242641 h 335964"/>
              <a:gd name="connsiteX37" fmla="*/ 9522411 w 9683261"/>
              <a:gd name="connsiteY37" fmla="*/ 265971 h 335964"/>
              <a:gd name="connsiteX38" fmla="*/ 9540864 w 9683261"/>
              <a:gd name="connsiteY38" fmla="*/ 284636 h 335964"/>
              <a:gd name="connsiteX39" fmla="*/ 9568541 w 9683261"/>
              <a:gd name="connsiteY39" fmla="*/ 312633 h 335964"/>
              <a:gd name="connsiteX40" fmla="*/ 9540864 w 9683261"/>
              <a:gd name="connsiteY40" fmla="*/ 335964 h 335964"/>
              <a:gd name="connsiteX41" fmla="*/ 845227 w 9683261"/>
              <a:gd name="connsiteY41" fmla="*/ 335964 h 335964"/>
              <a:gd name="connsiteX42" fmla="*/ 0 w 9683261"/>
              <a:gd name="connsiteY42" fmla="*/ 335964 h 335964"/>
              <a:gd name="connsiteX43" fmla="*/ 0 w 9683261"/>
              <a:gd name="connsiteY43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0 w 9683261"/>
              <a:gd name="connsiteY20" fmla="*/ 0 h 335964"/>
              <a:gd name="connsiteX21" fmla="*/ 739665 w 9683261"/>
              <a:gd name="connsiteY21" fmla="*/ 0 h 335964"/>
              <a:gd name="connsiteX22" fmla="*/ 9540864 w 9683261"/>
              <a:gd name="connsiteY22" fmla="*/ 0 h 335964"/>
              <a:gd name="connsiteX23" fmla="*/ 9568541 w 9683261"/>
              <a:gd name="connsiteY23" fmla="*/ 27997 h 335964"/>
              <a:gd name="connsiteX24" fmla="*/ 9540864 w 9683261"/>
              <a:gd name="connsiteY24" fmla="*/ 55995 h 335964"/>
              <a:gd name="connsiteX25" fmla="*/ 9522411 w 9683261"/>
              <a:gd name="connsiteY25" fmla="*/ 74659 h 335964"/>
              <a:gd name="connsiteX26" fmla="*/ 9540864 w 9683261"/>
              <a:gd name="connsiteY26" fmla="*/ 97990 h 335964"/>
              <a:gd name="connsiteX27" fmla="*/ 9568541 w 9683261"/>
              <a:gd name="connsiteY27" fmla="*/ 121320 h 335964"/>
              <a:gd name="connsiteX28" fmla="*/ 9545478 w 9683261"/>
              <a:gd name="connsiteY28" fmla="*/ 149317 h 335964"/>
              <a:gd name="connsiteX29" fmla="*/ 9540864 w 9683261"/>
              <a:gd name="connsiteY29" fmla="*/ 149317 h 335964"/>
              <a:gd name="connsiteX30" fmla="*/ 9522411 w 9683261"/>
              <a:gd name="connsiteY30" fmla="*/ 167982 h 335964"/>
              <a:gd name="connsiteX31" fmla="*/ 9540864 w 9683261"/>
              <a:gd name="connsiteY31" fmla="*/ 191313 h 335964"/>
              <a:gd name="connsiteX32" fmla="*/ 9568541 w 9683261"/>
              <a:gd name="connsiteY32" fmla="*/ 214644 h 335964"/>
              <a:gd name="connsiteX33" fmla="*/ 9540864 w 9683261"/>
              <a:gd name="connsiteY33" fmla="*/ 242641 h 335964"/>
              <a:gd name="connsiteX34" fmla="*/ 9522411 w 9683261"/>
              <a:gd name="connsiteY34" fmla="*/ 265971 h 335964"/>
              <a:gd name="connsiteX35" fmla="*/ 9540864 w 9683261"/>
              <a:gd name="connsiteY35" fmla="*/ 284636 h 335964"/>
              <a:gd name="connsiteX36" fmla="*/ 9568541 w 9683261"/>
              <a:gd name="connsiteY36" fmla="*/ 312633 h 335964"/>
              <a:gd name="connsiteX37" fmla="*/ 9540864 w 9683261"/>
              <a:gd name="connsiteY37" fmla="*/ 335964 h 335964"/>
              <a:gd name="connsiteX38" fmla="*/ 845227 w 9683261"/>
              <a:gd name="connsiteY38" fmla="*/ 335964 h 335964"/>
              <a:gd name="connsiteX39" fmla="*/ 0 w 9683261"/>
              <a:gd name="connsiteY39" fmla="*/ 335964 h 335964"/>
              <a:gd name="connsiteX40" fmla="*/ 0 w 9683261"/>
              <a:gd name="connsiteY40" fmla="*/ 0 h 335964"/>
              <a:gd name="connsiteX0" fmla="*/ 9609373 w 9683639"/>
              <a:gd name="connsiteY0" fmla="*/ 237817 h 335964"/>
              <a:gd name="connsiteX1" fmla="*/ 9632706 w 9683639"/>
              <a:gd name="connsiteY1" fmla="*/ 261358 h 335964"/>
              <a:gd name="connsiteX2" fmla="*/ 9609373 w 9683639"/>
              <a:gd name="connsiteY2" fmla="*/ 284899 h 335964"/>
              <a:gd name="connsiteX3" fmla="*/ 9586041 w 9683639"/>
              <a:gd name="connsiteY3" fmla="*/ 261358 h 335964"/>
              <a:gd name="connsiteX4" fmla="*/ 9609373 w 9683639"/>
              <a:gd name="connsiteY4" fmla="*/ 237817 h 335964"/>
              <a:gd name="connsiteX5" fmla="*/ 9669650 w 9683639"/>
              <a:gd name="connsiteY5" fmla="*/ 200069 h 335964"/>
              <a:gd name="connsiteX6" fmla="*/ 9683261 w 9683639"/>
              <a:gd name="connsiteY6" fmla="*/ 212909 h 335964"/>
              <a:gd name="connsiteX7" fmla="*/ 9669650 w 9683639"/>
              <a:gd name="connsiteY7" fmla="*/ 225749 h 335964"/>
              <a:gd name="connsiteX8" fmla="*/ 9656038 w 9683639"/>
              <a:gd name="connsiteY8" fmla="*/ 212909 h 335964"/>
              <a:gd name="connsiteX9" fmla="*/ 9669650 w 9683639"/>
              <a:gd name="connsiteY9" fmla="*/ 200069 h 335964"/>
              <a:gd name="connsiteX10" fmla="*/ 9609373 w 9683639"/>
              <a:gd name="connsiteY10" fmla="*/ 143445 h 335964"/>
              <a:gd name="connsiteX11" fmla="*/ 9632706 w 9683639"/>
              <a:gd name="connsiteY11" fmla="*/ 166987 h 335964"/>
              <a:gd name="connsiteX12" fmla="*/ 9609373 w 9683639"/>
              <a:gd name="connsiteY12" fmla="*/ 190527 h 335964"/>
              <a:gd name="connsiteX13" fmla="*/ 9586041 w 9683639"/>
              <a:gd name="connsiteY13" fmla="*/ 166987 h 335964"/>
              <a:gd name="connsiteX14" fmla="*/ 9609373 w 9683639"/>
              <a:gd name="connsiteY14" fmla="*/ 143445 h 335964"/>
              <a:gd name="connsiteX15" fmla="*/ 9656038 w 9683639"/>
              <a:gd name="connsiteY15" fmla="*/ 114762 h 335964"/>
              <a:gd name="connsiteX16" fmla="*/ 9683261 w 9683639"/>
              <a:gd name="connsiteY16" fmla="*/ 114762 h 335964"/>
              <a:gd name="connsiteX17" fmla="*/ 9669650 w 9683639"/>
              <a:gd name="connsiteY17" fmla="*/ 127602 h 335964"/>
              <a:gd name="connsiteX18" fmla="*/ 9656038 w 9683639"/>
              <a:gd name="connsiteY18" fmla="*/ 114762 h 335964"/>
              <a:gd name="connsiteX19" fmla="*/ 0 w 9683639"/>
              <a:gd name="connsiteY19" fmla="*/ 0 h 335964"/>
              <a:gd name="connsiteX20" fmla="*/ 739665 w 9683639"/>
              <a:gd name="connsiteY20" fmla="*/ 0 h 335964"/>
              <a:gd name="connsiteX21" fmla="*/ 9540864 w 9683639"/>
              <a:gd name="connsiteY21" fmla="*/ 0 h 335964"/>
              <a:gd name="connsiteX22" fmla="*/ 9568541 w 9683639"/>
              <a:gd name="connsiteY22" fmla="*/ 27997 h 335964"/>
              <a:gd name="connsiteX23" fmla="*/ 9540864 w 9683639"/>
              <a:gd name="connsiteY23" fmla="*/ 55995 h 335964"/>
              <a:gd name="connsiteX24" fmla="*/ 9522411 w 9683639"/>
              <a:gd name="connsiteY24" fmla="*/ 74659 h 335964"/>
              <a:gd name="connsiteX25" fmla="*/ 9540864 w 9683639"/>
              <a:gd name="connsiteY25" fmla="*/ 97990 h 335964"/>
              <a:gd name="connsiteX26" fmla="*/ 9568541 w 9683639"/>
              <a:gd name="connsiteY26" fmla="*/ 121320 h 335964"/>
              <a:gd name="connsiteX27" fmla="*/ 9545478 w 9683639"/>
              <a:gd name="connsiteY27" fmla="*/ 149317 h 335964"/>
              <a:gd name="connsiteX28" fmla="*/ 9540864 w 9683639"/>
              <a:gd name="connsiteY28" fmla="*/ 149317 h 335964"/>
              <a:gd name="connsiteX29" fmla="*/ 9522411 w 9683639"/>
              <a:gd name="connsiteY29" fmla="*/ 167982 h 335964"/>
              <a:gd name="connsiteX30" fmla="*/ 9540864 w 9683639"/>
              <a:gd name="connsiteY30" fmla="*/ 191313 h 335964"/>
              <a:gd name="connsiteX31" fmla="*/ 9568541 w 9683639"/>
              <a:gd name="connsiteY31" fmla="*/ 214644 h 335964"/>
              <a:gd name="connsiteX32" fmla="*/ 9540864 w 9683639"/>
              <a:gd name="connsiteY32" fmla="*/ 242641 h 335964"/>
              <a:gd name="connsiteX33" fmla="*/ 9522411 w 9683639"/>
              <a:gd name="connsiteY33" fmla="*/ 265971 h 335964"/>
              <a:gd name="connsiteX34" fmla="*/ 9540864 w 9683639"/>
              <a:gd name="connsiteY34" fmla="*/ 284636 h 335964"/>
              <a:gd name="connsiteX35" fmla="*/ 9568541 w 9683639"/>
              <a:gd name="connsiteY35" fmla="*/ 312633 h 335964"/>
              <a:gd name="connsiteX36" fmla="*/ 9540864 w 9683639"/>
              <a:gd name="connsiteY36" fmla="*/ 335964 h 335964"/>
              <a:gd name="connsiteX37" fmla="*/ 845227 w 9683639"/>
              <a:gd name="connsiteY37" fmla="*/ 335964 h 335964"/>
              <a:gd name="connsiteX38" fmla="*/ 0 w 9683639"/>
              <a:gd name="connsiteY38" fmla="*/ 335964 h 335964"/>
              <a:gd name="connsiteX39" fmla="*/ 0 w 9683639"/>
              <a:gd name="connsiteY39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56038 w 9683261"/>
              <a:gd name="connsiteY15" fmla="*/ 114762 h 335964"/>
              <a:gd name="connsiteX16" fmla="*/ 9669650 w 9683261"/>
              <a:gd name="connsiteY16" fmla="*/ 127602 h 335964"/>
              <a:gd name="connsiteX17" fmla="*/ 9656038 w 9683261"/>
              <a:gd name="connsiteY17" fmla="*/ 114762 h 335964"/>
              <a:gd name="connsiteX18" fmla="*/ 0 w 9683261"/>
              <a:gd name="connsiteY18" fmla="*/ 0 h 335964"/>
              <a:gd name="connsiteX19" fmla="*/ 739665 w 9683261"/>
              <a:gd name="connsiteY19" fmla="*/ 0 h 335964"/>
              <a:gd name="connsiteX20" fmla="*/ 9540864 w 9683261"/>
              <a:gd name="connsiteY20" fmla="*/ 0 h 335964"/>
              <a:gd name="connsiteX21" fmla="*/ 9568541 w 9683261"/>
              <a:gd name="connsiteY21" fmla="*/ 27997 h 335964"/>
              <a:gd name="connsiteX22" fmla="*/ 9540864 w 9683261"/>
              <a:gd name="connsiteY22" fmla="*/ 55995 h 335964"/>
              <a:gd name="connsiteX23" fmla="*/ 9522411 w 9683261"/>
              <a:gd name="connsiteY23" fmla="*/ 74659 h 335964"/>
              <a:gd name="connsiteX24" fmla="*/ 9540864 w 9683261"/>
              <a:gd name="connsiteY24" fmla="*/ 97990 h 335964"/>
              <a:gd name="connsiteX25" fmla="*/ 9568541 w 9683261"/>
              <a:gd name="connsiteY25" fmla="*/ 121320 h 335964"/>
              <a:gd name="connsiteX26" fmla="*/ 9545478 w 9683261"/>
              <a:gd name="connsiteY26" fmla="*/ 149317 h 335964"/>
              <a:gd name="connsiteX27" fmla="*/ 9540864 w 9683261"/>
              <a:gd name="connsiteY27" fmla="*/ 149317 h 335964"/>
              <a:gd name="connsiteX28" fmla="*/ 9522411 w 9683261"/>
              <a:gd name="connsiteY28" fmla="*/ 167982 h 335964"/>
              <a:gd name="connsiteX29" fmla="*/ 9540864 w 9683261"/>
              <a:gd name="connsiteY29" fmla="*/ 191313 h 335964"/>
              <a:gd name="connsiteX30" fmla="*/ 9568541 w 9683261"/>
              <a:gd name="connsiteY30" fmla="*/ 214644 h 335964"/>
              <a:gd name="connsiteX31" fmla="*/ 9540864 w 9683261"/>
              <a:gd name="connsiteY31" fmla="*/ 242641 h 335964"/>
              <a:gd name="connsiteX32" fmla="*/ 9522411 w 9683261"/>
              <a:gd name="connsiteY32" fmla="*/ 265971 h 335964"/>
              <a:gd name="connsiteX33" fmla="*/ 9540864 w 9683261"/>
              <a:gd name="connsiteY33" fmla="*/ 284636 h 335964"/>
              <a:gd name="connsiteX34" fmla="*/ 9568541 w 9683261"/>
              <a:gd name="connsiteY34" fmla="*/ 312633 h 335964"/>
              <a:gd name="connsiteX35" fmla="*/ 9540864 w 9683261"/>
              <a:gd name="connsiteY35" fmla="*/ 335964 h 335964"/>
              <a:gd name="connsiteX36" fmla="*/ 845227 w 9683261"/>
              <a:gd name="connsiteY36" fmla="*/ 335964 h 335964"/>
              <a:gd name="connsiteX37" fmla="*/ 0 w 9683261"/>
              <a:gd name="connsiteY37" fmla="*/ 335964 h 335964"/>
              <a:gd name="connsiteX38" fmla="*/ 0 w 9683261"/>
              <a:gd name="connsiteY38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0 w 9683261"/>
              <a:gd name="connsiteY15" fmla="*/ 0 h 335964"/>
              <a:gd name="connsiteX16" fmla="*/ 739665 w 9683261"/>
              <a:gd name="connsiteY16" fmla="*/ 0 h 335964"/>
              <a:gd name="connsiteX17" fmla="*/ 9540864 w 9683261"/>
              <a:gd name="connsiteY17" fmla="*/ 0 h 335964"/>
              <a:gd name="connsiteX18" fmla="*/ 9568541 w 9683261"/>
              <a:gd name="connsiteY18" fmla="*/ 27997 h 335964"/>
              <a:gd name="connsiteX19" fmla="*/ 9540864 w 9683261"/>
              <a:gd name="connsiteY19" fmla="*/ 55995 h 335964"/>
              <a:gd name="connsiteX20" fmla="*/ 9522411 w 9683261"/>
              <a:gd name="connsiteY20" fmla="*/ 74659 h 335964"/>
              <a:gd name="connsiteX21" fmla="*/ 9540864 w 9683261"/>
              <a:gd name="connsiteY21" fmla="*/ 97990 h 335964"/>
              <a:gd name="connsiteX22" fmla="*/ 9568541 w 9683261"/>
              <a:gd name="connsiteY22" fmla="*/ 121320 h 335964"/>
              <a:gd name="connsiteX23" fmla="*/ 9545478 w 9683261"/>
              <a:gd name="connsiteY23" fmla="*/ 149317 h 335964"/>
              <a:gd name="connsiteX24" fmla="*/ 9540864 w 9683261"/>
              <a:gd name="connsiteY24" fmla="*/ 149317 h 335964"/>
              <a:gd name="connsiteX25" fmla="*/ 9522411 w 9683261"/>
              <a:gd name="connsiteY25" fmla="*/ 167982 h 335964"/>
              <a:gd name="connsiteX26" fmla="*/ 9540864 w 9683261"/>
              <a:gd name="connsiteY26" fmla="*/ 191313 h 335964"/>
              <a:gd name="connsiteX27" fmla="*/ 9568541 w 9683261"/>
              <a:gd name="connsiteY27" fmla="*/ 214644 h 335964"/>
              <a:gd name="connsiteX28" fmla="*/ 9540864 w 9683261"/>
              <a:gd name="connsiteY28" fmla="*/ 242641 h 335964"/>
              <a:gd name="connsiteX29" fmla="*/ 9522411 w 9683261"/>
              <a:gd name="connsiteY29" fmla="*/ 265971 h 335964"/>
              <a:gd name="connsiteX30" fmla="*/ 9540864 w 9683261"/>
              <a:gd name="connsiteY30" fmla="*/ 284636 h 335964"/>
              <a:gd name="connsiteX31" fmla="*/ 9568541 w 9683261"/>
              <a:gd name="connsiteY31" fmla="*/ 312633 h 335964"/>
              <a:gd name="connsiteX32" fmla="*/ 9540864 w 9683261"/>
              <a:gd name="connsiteY32" fmla="*/ 335964 h 335964"/>
              <a:gd name="connsiteX33" fmla="*/ 845227 w 9683261"/>
              <a:gd name="connsiteY33" fmla="*/ 335964 h 335964"/>
              <a:gd name="connsiteX34" fmla="*/ 0 w 9683261"/>
              <a:gd name="connsiteY34" fmla="*/ 335964 h 335964"/>
              <a:gd name="connsiteX35" fmla="*/ 0 w 9683261"/>
              <a:gd name="connsiteY35" fmla="*/ 0 h 335964"/>
              <a:gd name="connsiteX0" fmla="*/ 9609373 w 9786569"/>
              <a:gd name="connsiteY0" fmla="*/ 237817 h 335964"/>
              <a:gd name="connsiteX1" fmla="*/ 9632706 w 9786569"/>
              <a:gd name="connsiteY1" fmla="*/ 261358 h 335964"/>
              <a:gd name="connsiteX2" fmla="*/ 9609373 w 9786569"/>
              <a:gd name="connsiteY2" fmla="*/ 284899 h 335964"/>
              <a:gd name="connsiteX3" fmla="*/ 9586041 w 9786569"/>
              <a:gd name="connsiteY3" fmla="*/ 261358 h 335964"/>
              <a:gd name="connsiteX4" fmla="*/ 9609373 w 9786569"/>
              <a:gd name="connsiteY4" fmla="*/ 237817 h 335964"/>
              <a:gd name="connsiteX5" fmla="*/ 9669650 w 9786569"/>
              <a:gd name="connsiteY5" fmla="*/ 200069 h 335964"/>
              <a:gd name="connsiteX6" fmla="*/ 9683261 w 9786569"/>
              <a:gd name="connsiteY6" fmla="*/ 212909 h 335964"/>
              <a:gd name="connsiteX7" fmla="*/ 9669650 w 9786569"/>
              <a:gd name="connsiteY7" fmla="*/ 225749 h 335964"/>
              <a:gd name="connsiteX8" fmla="*/ 9656038 w 9786569"/>
              <a:gd name="connsiteY8" fmla="*/ 212909 h 335964"/>
              <a:gd name="connsiteX9" fmla="*/ 9669650 w 9786569"/>
              <a:gd name="connsiteY9" fmla="*/ 200069 h 335964"/>
              <a:gd name="connsiteX10" fmla="*/ 9609373 w 9786569"/>
              <a:gd name="connsiteY10" fmla="*/ 143445 h 335964"/>
              <a:gd name="connsiteX11" fmla="*/ 9632706 w 9786569"/>
              <a:gd name="connsiteY11" fmla="*/ 166987 h 335964"/>
              <a:gd name="connsiteX12" fmla="*/ 9609373 w 9786569"/>
              <a:gd name="connsiteY12" fmla="*/ 190527 h 335964"/>
              <a:gd name="connsiteX13" fmla="*/ 9586041 w 9786569"/>
              <a:gd name="connsiteY13" fmla="*/ 166987 h 335964"/>
              <a:gd name="connsiteX14" fmla="*/ 9609373 w 9786569"/>
              <a:gd name="connsiteY14" fmla="*/ 143445 h 335964"/>
              <a:gd name="connsiteX15" fmla="*/ 0 w 9786569"/>
              <a:gd name="connsiteY15" fmla="*/ 0 h 335964"/>
              <a:gd name="connsiteX16" fmla="*/ 739665 w 9786569"/>
              <a:gd name="connsiteY16" fmla="*/ 0 h 335964"/>
              <a:gd name="connsiteX17" fmla="*/ 9785339 w 9786569"/>
              <a:gd name="connsiteY17" fmla="*/ 3175 h 335964"/>
              <a:gd name="connsiteX18" fmla="*/ 9568541 w 9786569"/>
              <a:gd name="connsiteY18" fmla="*/ 27997 h 335964"/>
              <a:gd name="connsiteX19" fmla="*/ 9540864 w 9786569"/>
              <a:gd name="connsiteY19" fmla="*/ 55995 h 335964"/>
              <a:gd name="connsiteX20" fmla="*/ 9522411 w 9786569"/>
              <a:gd name="connsiteY20" fmla="*/ 74659 h 335964"/>
              <a:gd name="connsiteX21" fmla="*/ 9540864 w 9786569"/>
              <a:gd name="connsiteY21" fmla="*/ 97990 h 335964"/>
              <a:gd name="connsiteX22" fmla="*/ 9568541 w 9786569"/>
              <a:gd name="connsiteY22" fmla="*/ 121320 h 335964"/>
              <a:gd name="connsiteX23" fmla="*/ 9545478 w 9786569"/>
              <a:gd name="connsiteY23" fmla="*/ 149317 h 335964"/>
              <a:gd name="connsiteX24" fmla="*/ 9540864 w 9786569"/>
              <a:gd name="connsiteY24" fmla="*/ 149317 h 335964"/>
              <a:gd name="connsiteX25" fmla="*/ 9522411 w 9786569"/>
              <a:gd name="connsiteY25" fmla="*/ 167982 h 335964"/>
              <a:gd name="connsiteX26" fmla="*/ 9540864 w 9786569"/>
              <a:gd name="connsiteY26" fmla="*/ 191313 h 335964"/>
              <a:gd name="connsiteX27" fmla="*/ 9568541 w 9786569"/>
              <a:gd name="connsiteY27" fmla="*/ 214644 h 335964"/>
              <a:gd name="connsiteX28" fmla="*/ 9540864 w 9786569"/>
              <a:gd name="connsiteY28" fmla="*/ 242641 h 335964"/>
              <a:gd name="connsiteX29" fmla="*/ 9522411 w 9786569"/>
              <a:gd name="connsiteY29" fmla="*/ 265971 h 335964"/>
              <a:gd name="connsiteX30" fmla="*/ 9540864 w 9786569"/>
              <a:gd name="connsiteY30" fmla="*/ 284636 h 335964"/>
              <a:gd name="connsiteX31" fmla="*/ 9568541 w 9786569"/>
              <a:gd name="connsiteY31" fmla="*/ 312633 h 335964"/>
              <a:gd name="connsiteX32" fmla="*/ 9540864 w 9786569"/>
              <a:gd name="connsiteY32" fmla="*/ 335964 h 335964"/>
              <a:gd name="connsiteX33" fmla="*/ 845227 w 9786569"/>
              <a:gd name="connsiteY33" fmla="*/ 335964 h 335964"/>
              <a:gd name="connsiteX34" fmla="*/ 0 w 9786569"/>
              <a:gd name="connsiteY34" fmla="*/ 335964 h 335964"/>
              <a:gd name="connsiteX35" fmla="*/ 0 w 9786569"/>
              <a:gd name="connsiteY35" fmla="*/ 0 h 335964"/>
              <a:gd name="connsiteX0" fmla="*/ 9609373 w 9786569"/>
              <a:gd name="connsiteY0" fmla="*/ 237817 h 339139"/>
              <a:gd name="connsiteX1" fmla="*/ 9632706 w 9786569"/>
              <a:gd name="connsiteY1" fmla="*/ 261358 h 339139"/>
              <a:gd name="connsiteX2" fmla="*/ 9609373 w 9786569"/>
              <a:gd name="connsiteY2" fmla="*/ 284899 h 339139"/>
              <a:gd name="connsiteX3" fmla="*/ 9586041 w 9786569"/>
              <a:gd name="connsiteY3" fmla="*/ 261358 h 339139"/>
              <a:gd name="connsiteX4" fmla="*/ 9609373 w 9786569"/>
              <a:gd name="connsiteY4" fmla="*/ 237817 h 339139"/>
              <a:gd name="connsiteX5" fmla="*/ 9669650 w 9786569"/>
              <a:gd name="connsiteY5" fmla="*/ 200069 h 339139"/>
              <a:gd name="connsiteX6" fmla="*/ 9683261 w 9786569"/>
              <a:gd name="connsiteY6" fmla="*/ 212909 h 339139"/>
              <a:gd name="connsiteX7" fmla="*/ 9669650 w 9786569"/>
              <a:gd name="connsiteY7" fmla="*/ 225749 h 339139"/>
              <a:gd name="connsiteX8" fmla="*/ 9656038 w 9786569"/>
              <a:gd name="connsiteY8" fmla="*/ 212909 h 339139"/>
              <a:gd name="connsiteX9" fmla="*/ 9669650 w 9786569"/>
              <a:gd name="connsiteY9" fmla="*/ 200069 h 339139"/>
              <a:gd name="connsiteX10" fmla="*/ 9609373 w 9786569"/>
              <a:gd name="connsiteY10" fmla="*/ 143445 h 339139"/>
              <a:gd name="connsiteX11" fmla="*/ 9632706 w 9786569"/>
              <a:gd name="connsiteY11" fmla="*/ 166987 h 339139"/>
              <a:gd name="connsiteX12" fmla="*/ 9609373 w 9786569"/>
              <a:gd name="connsiteY12" fmla="*/ 190527 h 339139"/>
              <a:gd name="connsiteX13" fmla="*/ 9586041 w 9786569"/>
              <a:gd name="connsiteY13" fmla="*/ 166987 h 339139"/>
              <a:gd name="connsiteX14" fmla="*/ 9609373 w 9786569"/>
              <a:gd name="connsiteY14" fmla="*/ 143445 h 339139"/>
              <a:gd name="connsiteX15" fmla="*/ 0 w 9786569"/>
              <a:gd name="connsiteY15" fmla="*/ 0 h 339139"/>
              <a:gd name="connsiteX16" fmla="*/ 739665 w 9786569"/>
              <a:gd name="connsiteY16" fmla="*/ 0 h 339139"/>
              <a:gd name="connsiteX17" fmla="*/ 9785339 w 9786569"/>
              <a:gd name="connsiteY17" fmla="*/ 3175 h 339139"/>
              <a:gd name="connsiteX18" fmla="*/ 9568541 w 9786569"/>
              <a:gd name="connsiteY18" fmla="*/ 27997 h 339139"/>
              <a:gd name="connsiteX19" fmla="*/ 9540864 w 9786569"/>
              <a:gd name="connsiteY19" fmla="*/ 55995 h 339139"/>
              <a:gd name="connsiteX20" fmla="*/ 9522411 w 9786569"/>
              <a:gd name="connsiteY20" fmla="*/ 74659 h 339139"/>
              <a:gd name="connsiteX21" fmla="*/ 9540864 w 9786569"/>
              <a:gd name="connsiteY21" fmla="*/ 97990 h 339139"/>
              <a:gd name="connsiteX22" fmla="*/ 9568541 w 9786569"/>
              <a:gd name="connsiteY22" fmla="*/ 121320 h 339139"/>
              <a:gd name="connsiteX23" fmla="*/ 9545478 w 9786569"/>
              <a:gd name="connsiteY23" fmla="*/ 149317 h 339139"/>
              <a:gd name="connsiteX24" fmla="*/ 9540864 w 9786569"/>
              <a:gd name="connsiteY24" fmla="*/ 149317 h 339139"/>
              <a:gd name="connsiteX25" fmla="*/ 9522411 w 9786569"/>
              <a:gd name="connsiteY25" fmla="*/ 167982 h 339139"/>
              <a:gd name="connsiteX26" fmla="*/ 9540864 w 9786569"/>
              <a:gd name="connsiteY26" fmla="*/ 191313 h 339139"/>
              <a:gd name="connsiteX27" fmla="*/ 9568541 w 9786569"/>
              <a:gd name="connsiteY27" fmla="*/ 214644 h 339139"/>
              <a:gd name="connsiteX28" fmla="*/ 9540864 w 9786569"/>
              <a:gd name="connsiteY28" fmla="*/ 242641 h 339139"/>
              <a:gd name="connsiteX29" fmla="*/ 9522411 w 9786569"/>
              <a:gd name="connsiteY29" fmla="*/ 265971 h 339139"/>
              <a:gd name="connsiteX30" fmla="*/ 9540864 w 9786569"/>
              <a:gd name="connsiteY30" fmla="*/ 284636 h 339139"/>
              <a:gd name="connsiteX31" fmla="*/ 9568541 w 9786569"/>
              <a:gd name="connsiteY31" fmla="*/ 312633 h 339139"/>
              <a:gd name="connsiteX32" fmla="*/ 9598014 w 9786569"/>
              <a:gd name="connsiteY32" fmla="*/ 339139 h 339139"/>
              <a:gd name="connsiteX33" fmla="*/ 845227 w 9786569"/>
              <a:gd name="connsiteY33" fmla="*/ 335964 h 339139"/>
              <a:gd name="connsiteX34" fmla="*/ 0 w 9786569"/>
              <a:gd name="connsiteY34" fmla="*/ 335964 h 339139"/>
              <a:gd name="connsiteX35" fmla="*/ 0 w 9786569"/>
              <a:gd name="connsiteY35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882821"/>
              <a:gd name="connsiteY0" fmla="*/ 237817 h 339158"/>
              <a:gd name="connsiteX1" fmla="*/ 9632706 w 10882821"/>
              <a:gd name="connsiteY1" fmla="*/ 261358 h 339158"/>
              <a:gd name="connsiteX2" fmla="*/ 9609373 w 10882821"/>
              <a:gd name="connsiteY2" fmla="*/ 284899 h 339158"/>
              <a:gd name="connsiteX3" fmla="*/ 9586041 w 10882821"/>
              <a:gd name="connsiteY3" fmla="*/ 261358 h 339158"/>
              <a:gd name="connsiteX4" fmla="*/ 9609373 w 10882821"/>
              <a:gd name="connsiteY4" fmla="*/ 237817 h 339158"/>
              <a:gd name="connsiteX5" fmla="*/ 9669650 w 10882821"/>
              <a:gd name="connsiteY5" fmla="*/ 200069 h 339158"/>
              <a:gd name="connsiteX6" fmla="*/ 9683261 w 10882821"/>
              <a:gd name="connsiteY6" fmla="*/ 212909 h 339158"/>
              <a:gd name="connsiteX7" fmla="*/ 9669650 w 10882821"/>
              <a:gd name="connsiteY7" fmla="*/ 225749 h 339158"/>
              <a:gd name="connsiteX8" fmla="*/ 9656038 w 10882821"/>
              <a:gd name="connsiteY8" fmla="*/ 212909 h 339158"/>
              <a:gd name="connsiteX9" fmla="*/ 9669650 w 10882821"/>
              <a:gd name="connsiteY9" fmla="*/ 200069 h 339158"/>
              <a:gd name="connsiteX10" fmla="*/ 9609373 w 10882821"/>
              <a:gd name="connsiteY10" fmla="*/ 143445 h 339158"/>
              <a:gd name="connsiteX11" fmla="*/ 9632706 w 10882821"/>
              <a:gd name="connsiteY11" fmla="*/ 166987 h 339158"/>
              <a:gd name="connsiteX12" fmla="*/ 9609373 w 10882821"/>
              <a:gd name="connsiteY12" fmla="*/ 190527 h 339158"/>
              <a:gd name="connsiteX13" fmla="*/ 9586041 w 10882821"/>
              <a:gd name="connsiteY13" fmla="*/ 166987 h 339158"/>
              <a:gd name="connsiteX14" fmla="*/ 9609373 w 10882821"/>
              <a:gd name="connsiteY14" fmla="*/ 143445 h 339158"/>
              <a:gd name="connsiteX15" fmla="*/ 0 w 10882821"/>
              <a:gd name="connsiteY15" fmla="*/ 0 h 339158"/>
              <a:gd name="connsiteX16" fmla="*/ 739665 w 10882821"/>
              <a:gd name="connsiteY16" fmla="*/ 0 h 339158"/>
              <a:gd name="connsiteX17" fmla="*/ 9785339 w 10882821"/>
              <a:gd name="connsiteY17" fmla="*/ 3175 h 339158"/>
              <a:gd name="connsiteX18" fmla="*/ 9568541 w 10882821"/>
              <a:gd name="connsiteY18" fmla="*/ 27997 h 339158"/>
              <a:gd name="connsiteX19" fmla="*/ 9540864 w 10882821"/>
              <a:gd name="connsiteY19" fmla="*/ 55995 h 339158"/>
              <a:gd name="connsiteX20" fmla="*/ 9522411 w 10882821"/>
              <a:gd name="connsiteY20" fmla="*/ 74659 h 339158"/>
              <a:gd name="connsiteX21" fmla="*/ 9540864 w 10882821"/>
              <a:gd name="connsiteY21" fmla="*/ 97990 h 339158"/>
              <a:gd name="connsiteX22" fmla="*/ 9568541 w 10882821"/>
              <a:gd name="connsiteY22" fmla="*/ 121320 h 339158"/>
              <a:gd name="connsiteX23" fmla="*/ 9545478 w 10882821"/>
              <a:gd name="connsiteY23" fmla="*/ 149317 h 339158"/>
              <a:gd name="connsiteX24" fmla="*/ 9540864 w 10882821"/>
              <a:gd name="connsiteY24" fmla="*/ 149317 h 339158"/>
              <a:gd name="connsiteX25" fmla="*/ 9522411 w 10882821"/>
              <a:gd name="connsiteY25" fmla="*/ 167982 h 339158"/>
              <a:gd name="connsiteX26" fmla="*/ 9540864 w 10882821"/>
              <a:gd name="connsiteY26" fmla="*/ 191313 h 339158"/>
              <a:gd name="connsiteX27" fmla="*/ 9568541 w 10882821"/>
              <a:gd name="connsiteY27" fmla="*/ 214644 h 339158"/>
              <a:gd name="connsiteX28" fmla="*/ 9540864 w 10882821"/>
              <a:gd name="connsiteY28" fmla="*/ 242641 h 339158"/>
              <a:gd name="connsiteX29" fmla="*/ 9522411 w 10882821"/>
              <a:gd name="connsiteY29" fmla="*/ 265971 h 339158"/>
              <a:gd name="connsiteX30" fmla="*/ 9540864 w 10882821"/>
              <a:gd name="connsiteY30" fmla="*/ 284636 h 339158"/>
              <a:gd name="connsiteX31" fmla="*/ 9598014 w 10882821"/>
              <a:gd name="connsiteY31" fmla="*/ 339139 h 339158"/>
              <a:gd name="connsiteX32" fmla="*/ 845227 w 10882821"/>
              <a:gd name="connsiteY32" fmla="*/ 335964 h 339158"/>
              <a:gd name="connsiteX33" fmla="*/ 0 w 10882821"/>
              <a:gd name="connsiteY33" fmla="*/ 335964 h 339158"/>
              <a:gd name="connsiteX34" fmla="*/ 0 w 10882821"/>
              <a:gd name="connsiteY34" fmla="*/ 0 h 339158"/>
              <a:gd name="connsiteX0" fmla="*/ 9598014 w 10910786"/>
              <a:gd name="connsiteY0" fmla="*/ 339139 h 430579"/>
              <a:gd name="connsiteX1" fmla="*/ 845227 w 10910786"/>
              <a:gd name="connsiteY1" fmla="*/ 335964 h 430579"/>
              <a:gd name="connsiteX2" fmla="*/ 0 w 10910786"/>
              <a:gd name="connsiteY2" fmla="*/ 335964 h 430579"/>
              <a:gd name="connsiteX3" fmla="*/ 0 w 10910786"/>
              <a:gd name="connsiteY3" fmla="*/ 0 h 430579"/>
              <a:gd name="connsiteX4" fmla="*/ 9632706 w 10910786"/>
              <a:gd name="connsiteY4" fmla="*/ 261358 h 430579"/>
              <a:gd name="connsiteX5" fmla="*/ 9609373 w 10910786"/>
              <a:gd name="connsiteY5" fmla="*/ 284899 h 430579"/>
              <a:gd name="connsiteX6" fmla="*/ 9586041 w 10910786"/>
              <a:gd name="connsiteY6" fmla="*/ 261358 h 430579"/>
              <a:gd name="connsiteX7" fmla="*/ 9609373 w 10910786"/>
              <a:gd name="connsiteY7" fmla="*/ 237817 h 430579"/>
              <a:gd name="connsiteX8" fmla="*/ 9669650 w 10910786"/>
              <a:gd name="connsiteY8" fmla="*/ 200069 h 430579"/>
              <a:gd name="connsiteX9" fmla="*/ 9683261 w 10910786"/>
              <a:gd name="connsiteY9" fmla="*/ 212909 h 430579"/>
              <a:gd name="connsiteX10" fmla="*/ 9669650 w 10910786"/>
              <a:gd name="connsiteY10" fmla="*/ 225749 h 430579"/>
              <a:gd name="connsiteX11" fmla="*/ 9656038 w 10910786"/>
              <a:gd name="connsiteY11" fmla="*/ 212909 h 430579"/>
              <a:gd name="connsiteX12" fmla="*/ 9669650 w 10910786"/>
              <a:gd name="connsiteY12" fmla="*/ 200069 h 430579"/>
              <a:gd name="connsiteX13" fmla="*/ 9609373 w 10910786"/>
              <a:gd name="connsiteY13" fmla="*/ 143445 h 430579"/>
              <a:gd name="connsiteX14" fmla="*/ 9632706 w 10910786"/>
              <a:gd name="connsiteY14" fmla="*/ 166987 h 430579"/>
              <a:gd name="connsiteX15" fmla="*/ 9609373 w 10910786"/>
              <a:gd name="connsiteY15" fmla="*/ 190527 h 430579"/>
              <a:gd name="connsiteX16" fmla="*/ 9586041 w 10910786"/>
              <a:gd name="connsiteY16" fmla="*/ 166987 h 430579"/>
              <a:gd name="connsiteX17" fmla="*/ 9609373 w 10910786"/>
              <a:gd name="connsiteY17" fmla="*/ 143445 h 430579"/>
              <a:gd name="connsiteX18" fmla="*/ 0 w 10910786"/>
              <a:gd name="connsiteY18" fmla="*/ 0 h 430579"/>
              <a:gd name="connsiteX19" fmla="*/ 739665 w 10910786"/>
              <a:gd name="connsiteY19" fmla="*/ 0 h 430579"/>
              <a:gd name="connsiteX20" fmla="*/ 9785339 w 10910786"/>
              <a:gd name="connsiteY20" fmla="*/ 3175 h 430579"/>
              <a:gd name="connsiteX21" fmla="*/ 9568541 w 10910786"/>
              <a:gd name="connsiteY21" fmla="*/ 27997 h 430579"/>
              <a:gd name="connsiteX22" fmla="*/ 9540864 w 10910786"/>
              <a:gd name="connsiteY22" fmla="*/ 55995 h 430579"/>
              <a:gd name="connsiteX23" fmla="*/ 9522411 w 10910786"/>
              <a:gd name="connsiteY23" fmla="*/ 74659 h 430579"/>
              <a:gd name="connsiteX24" fmla="*/ 9540864 w 10910786"/>
              <a:gd name="connsiteY24" fmla="*/ 97990 h 430579"/>
              <a:gd name="connsiteX25" fmla="*/ 9568541 w 10910786"/>
              <a:gd name="connsiteY25" fmla="*/ 121320 h 430579"/>
              <a:gd name="connsiteX26" fmla="*/ 9545478 w 10910786"/>
              <a:gd name="connsiteY26" fmla="*/ 149317 h 430579"/>
              <a:gd name="connsiteX27" fmla="*/ 9540864 w 10910786"/>
              <a:gd name="connsiteY27" fmla="*/ 149317 h 430579"/>
              <a:gd name="connsiteX28" fmla="*/ 9522411 w 10910786"/>
              <a:gd name="connsiteY28" fmla="*/ 167982 h 430579"/>
              <a:gd name="connsiteX29" fmla="*/ 9540864 w 10910786"/>
              <a:gd name="connsiteY29" fmla="*/ 191313 h 430579"/>
              <a:gd name="connsiteX30" fmla="*/ 9568541 w 10910786"/>
              <a:gd name="connsiteY30" fmla="*/ 214644 h 430579"/>
              <a:gd name="connsiteX31" fmla="*/ 9540864 w 10910786"/>
              <a:gd name="connsiteY31" fmla="*/ 242641 h 430579"/>
              <a:gd name="connsiteX32" fmla="*/ 9522411 w 10910786"/>
              <a:gd name="connsiteY32" fmla="*/ 265971 h 430579"/>
              <a:gd name="connsiteX33" fmla="*/ 9540864 w 10910786"/>
              <a:gd name="connsiteY33" fmla="*/ 284636 h 430579"/>
              <a:gd name="connsiteX34" fmla="*/ 9689454 w 10910786"/>
              <a:gd name="connsiteY34" fmla="*/ 430579 h 43057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34" fmla="*/ 9540864 w 9786569"/>
              <a:gd name="connsiteY34" fmla="*/ 284636 h 33913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73768"/>
              <a:gd name="connsiteY0" fmla="*/ 418315 h 418315"/>
              <a:gd name="connsiteX1" fmla="*/ 845227 w 10373768"/>
              <a:gd name="connsiteY1" fmla="*/ 415140 h 418315"/>
              <a:gd name="connsiteX2" fmla="*/ 0 w 10373768"/>
              <a:gd name="connsiteY2" fmla="*/ 415140 h 418315"/>
              <a:gd name="connsiteX3" fmla="*/ 0 w 10373768"/>
              <a:gd name="connsiteY3" fmla="*/ 79176 h 418315"/>
              <a:gd name="connsiteX4" fmla="*/ 9632706 w 10373768"/>
              <a:gd name="connsiteY4" fmla="*/ 340534 h 418315"/>
              <a:gd name="connsiteX5" fmla="*/ 9609373 w 10373768"/>
              <a:gd name="connsiteY5" fmla="*/ 364075 h 418315"/>
              <a:gd name="connsiteX6" fmla="*/ 9586041 w 10373768"/>
              <a:gd name="connsiteY6" fmla="*/ 340534 h 418315"/>
              <a:gd name="connsiteX7" fmla="*/ 9609373 w 10373768"/>
              <a:gd name="connsiteY7" fmla="*/ 316993 h 418315"/>
              <a:gd name="connsiteX8" fmla="*/ 9598014 w 10373768"/>
              <a:gd name="connsiteY8" fmla="*/ 418315 h 418315"/>
              <a:gd name="connsiteX9" fmla="*/ 9669650 w 10373768"/>
              <a:gd name="connsiteY9" fmla="*/ 279245 h 418315"/>
              <a:gd name="connsiteX10" fmla="*/ 9683261 w 10373768"/>
              <a:gd name="connsiteY10" fmla="*/ 292085 h 418315"/>
              <a:gd name="connsiteX11" fmla="*/ 9669650 w 10373768"/>
              <a:gd name="connsiteY11" fmla="*/ 304925 h 418315"/>
              <a:gd name="connsiteX12" fmla="*/ 9656038 w 10373768"/>
              <a:gd name="connsiteY12" fmla="*/ 292085 h 418315"/>
              <a:gd name="connsiteX13" fmla="*/ 9669650 w 10373768"/>
              <a:gd name="connsiteY13" fmla="*/ 279245 h 418315"/>
              <a:gd name="connsiteX14" fmla="*/ 9609373 w 10373768"/>
              <a:gd name="connsiteY14" fmla="*/ 222621 h 418315"/>
              <a:gd name="connsiteX15" fmla="*/ 9632706 w 10373768"/>
              <a:gd name="connsiteY15" fmla="*/ 246163 h 418315"/>
              <a:gd name="connsiteX16" fmla="*/ 9609373 w 10373768"/>
              <a:gd name="connsiteY16" fmla="*/ 269703 h 418315"/>
              <a:gd name="connsiteX17" fmla="*/ 9586041 w 10373768"/>
              <a:gd name="connsiteY17" fmla="*/ 246163 h 418315"/>
              <a:gd name="connsiteX18" fmla="*/ 9609373 w 10373768"/>
              <a:gd name="connsiteY18" fmla="*/ 222621 h 418315"/>
              <a:gd name="connsiteX19" fmla="*/ 0 w 10373768"/>
              <a:gd name="connsiteY19" fmla="*/ 79176 h 418315"/>
              <a:gd name="connsiteX20" fmla="*/ 739665 w 10373768"/>
              <a:gd name="connsiteY20" fmla="*/ 79176 h 418315"/>
              <a:gd name="connsiteX21" fmla="*/ 9785339 w 10373768"/>
              <a:gd name="connsiteY21" fmla="*/ 82351 h 418315"/>
              <a:gd name="connsiteX22" fmla="*/ 9540864 w 10373768"/>
              <a:gd name="connsiteY22" fmla="*/ 135171 h 418315"/>
              <a:gd name="connsiteX23" fmla="*/ 9522411 w 10373768"/>
              <a:gd name="connsiteY23" fmla="*/ 153835 h 418315"/>
              <a:gd name="connsiteX24" fmla="*/ 9540864 w 10373768"/>
              <a:gd name="connsiteY24" fmla="*/ 177166 h 418315"/>
              <a:gd name="connsiteX25" fmla="*/ 9568541 w 10373768"/>
              <a:gd name="connsiteY25" fmla="*/ 200496 h 418315"/>
              <a:gd name="connsiteX26" fmla="*/ 9545478 w 10373768"/>
              <a:gd name="connsiteY26" fmla="*/ 228493 h 418315"/>
              <a:gd name="connsiteX27" fmla="*/ 9540864 w 10373768"/>
              <a:gd name="connsiteY27" fmla="*/ 228493 h 418315"/>
              <a:gd name="connsiteX28" fmla="*/ 9522411 w 10373768"/>
              <a:gd name="connsiteY28" fmla="*/ 247158 h 418315"/>
              <a:gd name="connsiteX29" fmla="*/ 9540864 w 10373768"/>
              <a:gd name="connsiteY29" fmla="*/ 270489 h 418315"/>
              <a:gd name="connsiteX30" fmla="*/ 9568541 w 10373768"/>
              <a:gd name="connsiteY30" fmla="*/ 293820 h 418315"/>
              <a:gd name="connsiteX31" fmla="*/ 9540864 w 10373768"/>
              <a:gd name="connsiteY31" fmla="*/ 321817 h 418315"/>
              <a:gd name="connsiteX32" fmla="*/ 9522411 w 10373768"/>
              <a:gd name="connsiteY32" fmla="*/ 345147 h 418315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40864 w 9785339"/>
              <a:gd name="connsiteY22" fmla="*/ 55995 h 339139"/>
              <a:gd name="connsiteX23" fmla="*/ 9522411 w 9785339"/>
              <a:gd name="connsiteY23" fmla="*/ 74659 h 339139"/>
              <a:gd name="connsiteX24" fmla="*/ 9540864 w 9785339"/>
              <a:gd name="connsiteY24" fmla="*/ 97990 h 339139"/>
              <a:gd name="connsiteX25" fmla="*/ 9568541 w 9785339"/>
              <a:gd name="connsiteY25" fmla="*/ 121320 h 339139"/>
              <a:gd name="connsiteX26" fmla="*/ 9545478 w 9785339"/>
              <a:gd name="connsiteY26" fmla="*/ 149317 h 339139"/>
              <a:gd name="connsiteX27" fmla="*/ 9540864 w 9785339"/>
              <a:gd name="connsiteY27" fmla="*/ 149317 h 339139"/>
              <a:gd name="connsiteX28" fmla="*/ 9522411 w 9785339"/>
              <a:gd name="connsiteY28" fmla="*/ 167982 h 339139"/>
              <a:gd name="connsiteX29" fmla="*/ 9540864 w 9785339"/>
              <a:gd name="connsiteY29" fmla="*/ 191313 h 339139"/>
              <a:gd name="connsiteX30" fmla="*/ 9568541 w 9785339"/>
              <a:gd name="connsiteY30" fmla="*/ 214644 h 339139"/>
              <a:gd name="connsiteX31" fmla="*/ 9540864 w 9785339"/>
              <a:gd name="connsiteY31" fmla="*/ 242641 h 339139"/>
              <a:gd name="connsiteX32" fmla="*/ 9522411 w 9785339"/>
              <a:gd name="connsiteY32" fmla="*/ 265971 h 339139"/>
              <a:gd name="connsiteX0" fmla="*/ 9598014 w 10504275"/>
              <a:gd name="connsiteY0" fmla="*/ 339139 h 339139"/>
              <a:gd name="connsiteX1" fmla="*/ 845227 w 10504275"/>
              <a:gd name="connsiteY1" fmla="*/ 335964 h 339139"/>
              <a:gd name="connsiteX2" fmla="*/ 0 w 10504275"/>
              <a:gd name="connsiteY2" fmla="*/ 335964 h 339139"/>
              <a:gd name="connsiteX3" fmla="*/ 0 w 10504275"/>
              <a:gd name="connsiteY3" fmla="*/ 0 h 339139"/>
              <a:gd name="connsiteX4" fmla="*/ 9632706 w 10504275"/>
              <a:gd name="connsiteY4" fmla="*/ 261358 h 339139"/>
              <a:gd name="connsiteX5" fmla="*/ 9609373 w 10504275"/>
              <a:gd name="connsiteY5" fmla="*/ 284899 h 339139"/>
              <a:gd name="connsiteX6" fmla="*/ 9586041 w 10504275"/>
              <a:gd name="connsiteY6" fmla="*/ 261358 h 339139"/>
              <a:gd name="connsiteX7" fmla="*/ 9609373 w 10504275"/>
              <a:gd name="connsiteY7" fmla="*/ 237817 h 339139"/>
              <a:gd name="connsiteX8" fmla="*/ 9598014 w 10504275"/>
              <a:gd name="connsiteY8" fmla="*/ 339139 h 339139"/>
              <a:gd name="connsiteX9" fmla="*/ 9669650 w 10504275"/>
              <a:gd name="connsiteY9" fmla="*/ 200069 h 339139"/>
              <a:gd name="connsiteX10" fmla="*/ 9683261 w 10504275"/>
              <a:gd name="connsiteY10" fmla="*/ 212909 h 339139"/>
              <a:gd name="connsiteX11" fmla="*/ 9669650 w 10504275"/>
              <a:gd name="connsiteY11" fmla="*/ 225749 h 339139"/>
              <a:gd name="connsiteX12" fmla="*/ 9656038 w 10504275"/>
              <a:gd name="connsiteY12" fmla="*/ 212909 h 339139"/>
              <a:gd name="connsiteX13" fmla="*/ 9669650 w 10504275"/>
              <a:gd name="connsiteY13" fmla="*/ 200069 h 339139"/>
              <a:gd name="connsiteX14" fmla="*/ 9609373 w 10504275"/>
              <a:gd name="connsiteY14" fmla="*/ 143445 h 339139"/>
              <a:gd name="connsiteX15" fmla="*/ 9632706 w 10504275"/>
              <a:gd name="connsiteY15" fmla="*/ 166987 h 339139"/>
              <a:gd name="connsiteX16" fmla="*/ 9609373 w 10504275"/>
              <a:gd name="connsiteY16" fmla="*/ 190527 h 339139"/>
              <a:gd name="connsiteX17" fmla="*/ 9586041 w 10504275"/>
              <a:gd name="connsiteY17" fmla="*/ 166987 h 339139"/>
              <a:gd name="connsiteX18" fmla="*/ 9609373 w 10504275"/>
              <a:gd name="connsiteY18" fmla="*/ 143445 h 339139"/>
              <a:gd name="connsiteX19" fmla="*/ 0 w 10504275"/>
              <a:gd name="connsiteY19" fmla="*/ 0 h 339139"/>
              <a:gd name="connsiteX20" fmla="*/ 739665 w 10504275"/>
              <a:gd name="connsiteY20" fmla="*/ 0 h 339139"/>
              <a:gd name="connsiteX21" fmla="*/ 9785339 w 10504275"/>
              <a:gd name="connsiteY21" fmla="*/ 3175 h 339139"/>
              <a:gd name="connsiteX22" fmla="*/ 9896464 w 10504275"/>
              <a:gd name="connsiteY22" fmla="*/ 294120 h 339139"/>
              <a:gd name="connsiteX23" fmla="*/ 9522411 w 10504275"/>
              <a:gd name="connsiteY23" fmla="*/ 74659 h 339139"/>
              <a:gd name="connsiteX24" fmla="*/ 9540864 w 10504275"/>
              <a:gd name="connsiteY24" fmla="*/ 97990 h 339139"/>
              <a:gd name="connsiteX25" fmla="*/ 9568541 w 10504275"/>
              <a:gd name="connsiteY25" fmla="*/ 121320 h 339139"/>
              <a:gd name="connsiteX26" fmla="*/ 9545478 w 10504275"/>
              <a:gd name="connsiteY26" fmla="*/ 149317 h 339139"/>
              <a:gd name="connsiteX27" fmla="*/ 9540864 w 10504275"/>
              <a:gd name="connsiteY27" fmla="*/ 149317 h 339139"/>
              <a:gd name="connsiteX28" fmla="*/ 9522411 w 10504275"/>
              <a:gd name="connsiteY28" fmla="*/ 167982 h 339139"/>
              <a:gd name="connsiteX29" fmla="*/ 9540864 w 10504275"/>
              <a:gd name="connsiteY29" fmla="*/ 191313 h 339139"/>
              <a:gd name="connsiteX30" fmla="*/ 9568541 w 10504275"/>
              <a:gd name="connsiteY30" fmla="*/ 214644 h 339139"/>
              <a:gd name="connsiteX31" fmla="*/ 9540864 w 10504275"/>
              <a:gd name="connsiteY31" fmla="*/ 242641 h 339139"/>
              <a:gd name="connsiteX32" fmla="*/ 9522411 w 10504275"/>
              <a:gd name="connsiteY32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32" fmla="*/ 9598014 w 10381792"/>
              <a:gd name="connsiteY32" fmla="*/ 339139 h 339139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22411 w 9785339"/>
              <a:gd name="connsiteY22" fmla="*/ 74659 h 339139"/>
              <a:gd name="connsiteX23" fmla="*/ 9540864 w 9785339"/>
              <a:gd name="connsiteY23" fmla="*/ 97990 h 339139"/>
              <a:gd name="connsiteX24" fmla="*/ 9568541 w 9785339"/>
              <a:gd name="connsiteY24" fmla="*/ 121320 h 339139"/>
              <a:gd name="connsiteX25" fmla="*/ 9545478 w 9785339"/>
              <a:gd name="connsiteY25" fmla="*/ 149317 h 339139"/>
              <a:gd name="connsiteX26" fmla="*/ 9540864 w 9785339"/>
              <a:gd name="connsiteY26" fmla="*/ 149317 h 339139"/>
              <a:gd name="connsiteX27" fmla="*/ 9522411 w 9785339"/>
              <a:gd name="connsiteY27" fmla="*/ 167982 h 339139"/>
              <a:gd name="connsiteX28" fmla="*/ 9540864 w 9785339"/>
              <a:gd name="connsiteY28" fmla="*/ 191313 h 339139"/>
              <a:gd name="connsiteX29" fmla="*/ 9568541 w 9785339"/>
              <a:gd name="connsiteY29" fmla="*/ 214644 h 339139"/>
              <a:gd name="connsiteX30" fmla="*/ 9540864 w 9785339"/>
              <a:gd name="connsiteY30" fmla="*/ 242641 h 339139"/>
              <a:gd name="connsiteX31" fmla="*/ 9522411 w 9785339"/>
              <a:gd name="connsiteY31" fmla="*/ 265971 h 339139"/>
              <a:gd name="connsiteX32" fmla="*/ 9598014 w 9785339"/>
              <a:gd name="connsiteY32" fmla="*/ 339139 h 339139"/>
              <a:gd name="connsiteX33" fmla="*/ 0 w 9785339"/>
              <a:gd name="connsiteY33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609373 w 10386312"/>
              <a:gd name="connsiteY14" fmla="*/ 143445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9609373 w 10386312"/>
              <a:gd name="connsiteY18" fmla="*/ 143445 h 339139"/>
              <a:gd name="connsiteX19" fmla="*/ 0 w 10386312"/>
              <a:gd name="connsiteY19" fmla="*/ 0 h 339139"/>
              <a:gd name="connsiteX20" fmla="*/ 739665 w 10386312"/>
              <a:gd name="connsiteY20" fmla="*/ 0 h 339139"/>
              <a:gd name="connsiteX21" fmla="*/ 9785339 w 10386312"/>
              <a:gd name="connsiteY21" fmla="*/ 3175 h 339139"/>
              <a:gd name="connsiteX22" fmla="*/ 9540864 w 10386312"/>
              <a:gd name="connsiteY22" fmla="*/ 97990 h 339139"/>
              <a:gd name="connsiteX23" fmla="*/ 9568541 w 10386312"/>
              <a:gd name="connsiteY23" fmla="*/ 121320 h 339139"/>
              <a:gd name="connsiteX24" fmla="*/ 9545478 w 10386312"/>
              <a:gd name="connsiteY24" fmla="*/ 149317 h 339139"/>
              <a:gd name="connsiteX25" fmla="*/ 9540864 w 10386312"/>
              <a:gd name="connsiteY25" fmla="*/ 149317 h 339139"/>
              <a:gd name="connsiteX26" fmla="*/ 9522411 w 10386312"/>
              <a:gd name="connsiteY26" fmla="*/ 167982 h 339139"/>
              <a:gd name="connsiteX27" fmla="*/ 9540864 w 10386312"/>
              <a:gd name="connsiteY27" fmla="*/ 191313 h 339139"/>
              <a:gd name="connsiteX28" fmla="*/ 9568541 w 10386312"/>
              <a:gd name="connsiteY28" fmla="*/ 214644 h 339139"/>
              <a:gd name="connsiteX29" fmla="*/ 9540864 w 10386312"/>
              <a:gd name="connsiteY29" fmla="*/ 242641 h 339139"/>
              <a:gd name="connsiteX30" fmla="*/ 9522411 w 10386312"/>
              <a:gd name="connsiteY30" fmla="*/ 265971 h 339139"/>
              <a:gd name="connsiteX31" fmla="*/ 9598014 w 10386312"/>
              <a:gd name="connsiteY31" fmla="*/ 339139 h 339139"/>
              <a:gd name="connsiteX32" fmla="*/ 0 w 10386312"/>
              <a:gd name="connsiteY32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586041 w 10386312"/>
              <a:gd name="connsiteY14" fmla="*/ 166987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0 w 10386312"/>
              <a:gd name="connsiteY18" fmla="*/ 0 h 339139"/>
              <a:gd name="connsiteX19" fmla="*/ 739665 w 10386312"/>
              <a:gd name="connsiteY19" fmla="*/ 0 h 339139"/>
              <a:gd name="connsiteX20" fmla="*/ 9785339 w 10386312"/>
              <a:gd name="connsiteY20" fmla="*/ 3175 h 339139"/>
              <a:gd name="connsiteX21" fmla="*/ 9540864 w 10386312"/>
              <a:gd name="connsiteY21" fmla="*/ 97990 h 339139"/>
              <a:gd name="connsiteX22" fmla="*/ 9568541 w 10386312"/>
              <a:gd name="connsiteY22" fmla="*/ 121320 h 339139"/>
              <a:gd name="connsiteX23" fmla="*/ 9545478 w 10386312"/>
              <a:gd name="connsiteY23" fmla="*/ 149317 h 339139"/>
              <a:gd name="connsiteX24" fmla="*/ 9540864 w 10386312"/>
              <a:gd name="connsiteY24" fmla="*/ 149317 h 339139"/>
              <a:gd name="connsiteX25" fmla="*/ 9522411 w 10386312"/>
              <a:gd name="connsiteY25" fmla="*/ 167982 h 339139"/>
              <a:gd name="connsiteX26" fmla="*/ 9540864 w 10386312"/>
              <a:gd name="connsiteY26" fmla="*/ 191313 h 339139"/>
              <a:gd name="connsiteX27" fmla="*/ 9568541 w 10386312"/>
              <a:gd name="connsiteY27" fmla="*/ 214644 h 339139"/>
              <a:gd name="connsiteX28" fmla="*/ 9540864 w 10386312"/>
              <a:gd name="connsiteY28" fmla="*/ 242641 h 339139"/>
              <a:gd name="connsiteX29" fmla="*/ 9522411 w 10386312"/>
              <a:gd name="connsiteY29" fmla="*/ 265971 h 339139"/>
              <a:gd name="connsiteX30" fmla="*/ 9598014 w 10386312"/>
              <a:gd name="connsiteY30" fmla="*/ 339139 h 339139"/>
              <a:gd name="connsiteX31" fmla="*/ 0 w 10386312"/>
              <a:gd name="connsiteY31" fmla="*/ 0 h 339139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609373 w 10386312"/>
              <a:gd name="connsiteY5" fmla="*/ 284899 h 347620"/>
              <a:gd name="connsiteX6" fmla="*/ 9586041 w 10386312"/>
              <a:gd name="connsiteY6" fmla="*/ 261358 h 347620"/>
              <a:gd name="connsiteX7" fmla="*/ 9609373 w 10386312"/>
              <a:gd name="connsiteY7" fmla="*/ 237817 h 347620"/>
              <a:gd name="connsiteX8" fmla="*/ 9598014 w 10386312"/>
              <a:gd name="connsiteY8" fmla="*/ 339139 h 347620"/>
              <a:gd name="connsiteX9" fmla="*/ 9669650 w 10386312"/>
              <a:gd name="connsiteY9" fmla="*/ 200069 h 347620"/>
              <a:gd name="connsiteX10" fmla="*/ 9683261 w 10386312"/>
              <a:gd name="connsiteY10" fmla="*/ 212909 h 347620"/>
              <a:gd name="connsiteX11" fmla="*/ 9669650 w 10386312"/>
              <a:gd name="connsiteY11" fmla="*/ 225749 h 347620"/>
              <a:gd name="connsiteX12" fmla="*/ 9656038 w 10386312"/>
              <a:gd name="connsiteY12" fmla="*/ 212909 h 347620"/>
              <a:gd name="connsiteX13" fmla="*/ 9669650 w 10386312"/>
              <a:gd name="connsiteY13" fmla="*/ 200069 h 347620"/>
              <a:gd name="connsiteX14" fmla="*/ 9586041 w 10386312"/>
              <a:gd name="connsiteY14" fmla="*/ 166987 h 347620"/>
              <a:gd name="connsiteX15" fmla="*/ 9632706 w 10386312"/>
              <a:gd name="connsiteY15" fmla="*/ 166987 h 347620"/>
              <a:gd name="connsiteX16" fmla="*/ 9609373 w 10386312"/>
              <a:gd name="connsiteY16" fmla="*/ 190527 h 347620"/>
              <a:gd name="connsiteX17" fmla="*/ 9586041 w 10386312"/>
              <a:gd name="connsiteY17" fmla="*/ 166987 h 347620"/>
              <a:gd name="connsiteX18" fmla="*/ 0 w 10386312"/>
              <a:gd name="connsiteY18" fmla="*/ 0 h 347620"/>
              <a:gd name="connsiteX19" fmla="*/ 739665 w 10386312"/>
              <a:gd name="connsiteY19" fmla="*/ 0 h 347620"/>
              <a:gd name="connsiteX20" fmla="*/ 9785339 w 10386312"/>
              <a:gd name="connsiteY20" fmla="*/ 3175 h 347620"/>
              <a:gd name="connsiteX21" fmla="*/ 9540864 w 10386312"/>
              <a:gd name="connsiteY21" fmla="*/ 97990 h 347620"/>
              <a:gd name="connsiteX22" fmla="*/ 9568541 w 10386312"/>
              <a:gd name="connsiteY22" fmla="*/ 121320 h 347620"/>
              <a:gd name="connsiteX23" fmla="*/ 9545478 w 10386312"/>
              <a:gd name="connsiteY23" fmla="*/ 149317 h 347620"/>
              <a:gd name="connsiteX24" fmla="*/ 9540864 w 10386312"/>
              <a:gd name="connsiteY24" fmla="*/ 149317 h 347620"/>
              <a:gd name="connsiteX25" fmla="*/ 9522411 w 10386312"/>
              <a:gd name="connsiteY25" fmla="*/ 167982 h 347620"/>
              <a:gd name="connsiteX26" fmla="*/ 9540864 w 10386312"/>
              <a:gd name="connsiteY26" fmla="*/ 191313 h 347620"/>
              <a:gd name="connsiteX27" fmla="*/ 9568541 w 10386312"/>
              <a:gd name="connsiteY27" fmla="*/ 214644 h 347620"/>
              <a:gd name="connsiteX28" fmla="*/ 9540864 w 10386312"/>
              <a:gd name="connsiteY28" fmla="*/ 242641 h 347620"/>
              <a:gd name="connsiteX29" fmla="*/ 9598014 w 10386312"/>
              <a:gd name="connsiteY29" fmla="*/ 339139 h 347620"/>
              <a:gd name="connsiteX30" fmla="*/ 0 w 10386312"/>
              <a:gd name="connsiteY3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609373 w 10386312"/>
              <a:gd name="connsiteY6" fmla="*/ 237817 h 347620"/>
              <a:gd name="connsiteX7" fmla="*/ 9598014 w 10386312"/>
              <a:gd name="connsiteY7" fmla="*/ 339139 h 347620"/>
              <a:gd name="connsiteX8" fmla="*/ 9669650 w 10386312"/>
              <a:gd name="connsiteY8" fmla="*/ 200069 h 347620"/>
              <a:gd name="connsiteX9" fmla="*/ 9683261 w 10386312"/>
              <a:gd name="connsiteY9" fmla="*/ 212909 h 347620"/>
              <a:gd name="connsiteX10" fmla="*/ 9669650 w 10386312"/>
              <a:gd name="connsiteY10" fmla="*/ 225749 h 347620"/>
              <a:gd name="connsiteX11" fmla="*/ 9656038 w 10386312"/>
              <a:gd name="connsiteY11" fmla="*/ 212909 h 347620"/>
              <a:gd name="connsiteX12" fmla="*/ 9669650 w 10386312"/>
              <a:gd name="connsiteY12" fmla="*/ 200069 h 347620"/>
              <a:gd name="connsiteX13" fmla="*/ 9586041 w 10386312"/>
              <a:gd name="connsiteY13" fmla="*/ 166987 h 347620"/>
              <a:gd name="connsiteX14" fmla="*/ 9632706 w 10386312"/>
              <a:gd name="connsiteY14" fmla="*/ 166987 h 347620"/>
              <a:gd name="connsiteX15" fmla="*/ 9609373 w 10386312"/>
              <a:gd name="connsiteY15" fmla="*/ 190527 h 347620"/>
              <a:gd name="connsiteX16" fmla="*/ 9586041 w 10386312"/>
              <a:gd name="connsiteY16" fmla="*/ 166987 h 347620"/>
              <a:gd name="connsiteX17" fmla="*/ 0 w 10386312"/>
              <a:gd name="connsiteY17" fmla="*/ 0 h 347620"/>
              <a:gd name="connsiteX18" fmla="*/ 739665 w 10386312"/>
              <a:gd name="connsiteY18" fmla="*/ 0 h 347620"/>
              <a:gd name="connsiteX19" fmla="*/ 9785339 w 10386312"/>
              <a:gd name="connsiteY19" fmla="*/ 3175 h 347620"/>
              <a:gd name="connsiteX20" fmla="*/ 9540864 w 10386312"/>
              <a:gd name="connsiteY20" fmla="*/ 97990 h 347620"/>
              <a:gd name="connsiteX21" fmla="*/ 9568541 w 10386312"/>
              <a:gd name="connsiteY21" fmla="*/ 121320 h 347620"/>
              <a:gd name="connsiteX22" fmla="*/ 9545478 w 10386312"/>
              <a:gd name="connsiteY22" fmla="*/ 149317 h 347620"/>
              <a:gd name="connsiteX23" fmla="*/ 9540864 w 10386312"/>
              <a:gd name="connsiteY23" fmla="*/ 149317 h 347620"/>
              <a:gd name="connsiteX24" fmla="*/ 9522411 w 10386312"/>
              <a:gd name="connsiteY24" fmla="*/ 167982 h 347620"/>
              <a:gd name="connsiteX25" fmla="*/ 9540864 w 10386312"/>
              <a:gd name="connsiteY25" fmla="*/ 191313 h 347620"/>
              <a:gd name="connsiteX26" fmla="*/ 9568541 w 10386312"/>
              <a:gd name="connsiteY26" fmla="*/ 214644 h 347620"/>
              <a:gd name="connsiteX27" fmla="*/ 9540864 w 10386312"/>
              <a:gd name="connsiteY27" fmla="*/ 242641 h 347620"/>
              <a:gd name="connsiteX28" fmla="*/ 9598014 w 10386312"/>
              <a:gd name="connsiteY28" fmla="*/ 339139 h 347620"/>
              <a:gd name="connsiteX29" fmla="*/ 0 w 10386312"/>
              <a:gd name="connsiteY29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598014 w 10386312"/>
              <a:gd name="connsiteY6" fmla="*/ 339139 h 347620"/>
              <a:gd name="connsiteX7" fmla="*/ 9669650 w 10386312"/>
              <a:gd name="connsiteY7" fmla="*/ 200069 h 347620"/>
              <a:gd name="connsiteX8" fmla="*/ 9683261 w 10386312"/>
              <a:gd name="connsiteY8" fmla="*/ 212909 h 347620"/>
              <a:gd name="connsiteX9" fmla="*/ 9669650 w 10386312"/>
              <a:gd name="connsiteY9" fmla="*/ 225749 h 347620"/>
              <a:gd name="connsiteX10" fmla="*/ 9656038 w 10386312"/>
              <a:gd name="connsiteY10" fmla="*/ 212909 h 347620"/>
              <a:gd name="connsiteX11" fmla="*/ 9669650 w 10386312"/>
              <a:gd name="connsiteY11" fmla="*/ 200069 h 347620"/>
              <a:gd name="connsiteX12" fmla="*/ 9586041 w 10386312"/>
              <a:gd name="connsiteY12" fmla="*/ 166987 h 347620"/>
              <a:gd name="connsiteX13" fmla="*/ 9632706 w 10386312"/>
              <a:gd name="connsiteY13" fmla="*/ 166987 h 347620"/>
              <a:gd name="connsiteX14" fmla="*/ 9609373 w 10386312"/>
              <a:gd name="connsiteY14" fmla="*/ 190527 h 347620"/>
              <a:gd name="connsiteX15" fmla="*/ 9586041 w 10386312"/>
              <a:gd name="connsiteY15" fmla="*/ 166987 h 347620"/>
              <a:gd name="connsiteX16" fmla="*/ 0 w 10386312"/>
              <a:gd name="connsiteY16" fmla="*/ 0 h 347620"/>
              <a:gd name="connsiteX17" fmla="*/ 739665 w 10386312"/>
              <a:gd name="connsiteY17" fmla="*/ 0 h 347620"/>
              <a:gd name="connsiteX18" fmla="*/ 9785339 w 10386312"/>
              <a:gd name="connsiteY18" fmla="*/ 3175 h 347620"/>
              <a:gd name="connsiteX19" fmla="*/ 9540864 w 10386312"/>
              <a:gd name="connsiteY19" fmla="*/ 97990 h 347620"/>
              <a:gd name="connsiteX20" fmla="*/ 9568541 w 10386312"/>
              <a:gd name="connsiteY20" fmla="*/ 121320 h 347620"/>
              <a:gd name="connsiteX21" fmla="*/ 9545478 w 10386312"/>
              <a:gd name="connsiteY21" fmla="*/ 149317 h 347620"/>
              <a:gd name="connsiteX22" fmla="*/ 9540864 w 10386312"/>
              <a:gd name="connsiteY22" fmla="*/ 149317 h 347620"/>
              <a:gd name="connsiteX23" fmla="*/ 9522411 w 10386312"/>
              <a:gd name="connsiteY23" fmla="*/ 167982 h 347620"/>
              <a:gd name="connsiteX24" fmla="*/ 9540864 w 10386312"/>
              <a:gd name="connsiteY24" fmla="*/ 191313 h 347620"/>
              <a:gd name="connsiteX25" fmla="*/ 9568541 w 10386312"/>
              <a:gd name="connsiteY25" fmla="*/ 214644 h 347620"/>
              <a:gd name="connsiteX26" fmla="*/ 9540864 w 10386312"/>
              <a:gd name="connsiteY26" fmla="*/ 242641 h 347620"/>
              <a:gd name="connsiteX27" fmla="*/ 9598014 w 10386312"/>
              <a:gd name="connsiteY27" fmla="*/ 339139 h 347620"/>
              <a:gd name="connsiteX28" fmla="*/ 0 w 10386312"/>
              <a:gd name="connsiteY28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86041 w 10386312"/>
              <a:gd name="connsiteY4" fmla="*/ 261358 h 347620"/>
              <a:gd name="connsiteX5" fmla="*/ 9598014 w 10386312"/>
              <a:gd name="connsiteY5" fmla="*/ 339139 h 347620"/>
              <a:gd name="connsiteX6" fmla="*/ 9669650 w 10386312"/>
              <a:gd name="connsiteY6" fmla="*/ 200069 h 347620"/>
              <a:gd name="connsiteX7" fmla="*/ 9683261 w 10386312"/>
              <a:gd name="connsiteY7" fmla="*/ 212909 h 347620"/>
              <a:gd name="connsiteX8" fmla="*/ 9669650 w 10386312"/>
              <a:gd name="connsiteY8" fmla="*/ 225749 h 347620"/>
              <a:gd name="connsiteX9" fmla="*/ 9656038 w 10386312"/>
              <a:gd name="connsiteY9" fmla="*/ 212909 h 347620"/>
              <a:gd name="connsiteX10" fmla="*/ 9669650 w 10386312"/>
              <a:gd name="connsiteY10" fmla="*/ 200069 h 347620"/>
              <a:gd name="connsiteX11" fmla="*/ 9586041 w 10386312"/>
              <a:gd name="connsiteY11" fmla="*/ 166987 h 347620"/>
              <a:gd name="connsiteX12" fmla="*/ 9632706 w 10386312"/>
              <a:gd name="connsiteY12" fmla="*/ 166987 h 347620"/>
              <a:gd name="connsiteX13" fmla="*/ 9609373 w 10386312"/>
              <a:gd name="connsiteY13" fmla="*/ 190527 h 347620"/>
              <a:gd name="connsiteX14" fmla="*/ 9586041 w 10386312"/>
              <a:gd name="connsiteY14" fmla="*/ 166987 h 347620"/>
              <a:gd name="connsiteX15" fmla="*/ 0 w 10386312"/>
              <a:gd name="connsiteY15" fmla="*/ 0 h 347620"/>
              <a:gd name="connsiteX16" fmla="*/ 739665 w 10386312"/>
              <a:gd name="connsiteY16" fmla="*/ 0 h 347620"/>
              <a:gd name="connsiteX17" fmla="*/ 9785339 w 10386312"/>
              <a:gd name="connsiteY17" fmla="*/ 3175 h 347620"/>
              <a:gd name="connsiteX18" fmla="*/ 9540864 w 10386312"/>
              <a:gd name="connsiteY18" fmla="*/ 97990 h 347620"/>
              <a:gd name="connsiteX19" fmla="*/ 9568541 w 10386312"/>
              <a:gd name="connsiteY19" fmla="*/ 121320 h 347620"/>
              <a:gd name="connsiteX20" fmla="*/ 9545478 w 10386312"/>
              <a:gd name="connsiteY20" fmla="*/ 149317 h 347620"/>
              <a:gd name="connsiteX21" fmla="*/ 9540864 w 10386312"/>
              <a:gd name="connsiteY21" fmla="*/ 149317 h 347620"/>
              <a:gd name="connsiteX22" fmla="*/ 9522411 w 10386312"/>
              <a:gd name="connsiteY22" fmla="*/ 167982 h 347620"/>
              <a:gd name="connsiteX23" fmla="*/ 9540864 w 10386312"/>
              <a:gd name="connsiteY23" fmla="*/ 191313 h 347620"/>
              <a:gd name="connsiteX24" fmla="*/ 9568541 w 10386312"/>
              <a:gd name="connsiteY24" fmla="*/ 214644 h 347620"/>
              <a:gd name="connsiteX25" fmla="*/ 9540864 w 10386312"/>
              <a:gd name="connsiteY25" fmla="*/ 242641 h 347620"/>
              <a:gd name="connsiteX26" fmla="*/ 9598014 w 10386312"/>
              <a:gd name="connsiteY26" fmla="*/ 339139 h 347620"/>
              <a:gd name="connsiteX27" fmla="*/ 0 w 10386312"/>
              <a:gd name="connsiteY27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0006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669650 w 10386312"/>
              <a:gd name="connsiteY9" fmla="*/ 200069 h 347620"/>
              <a:gd name="connsiteX10" fmla="*/ 9586041 w 10386312"/>
              <a:gd name="connsiteY10" fmla="*/ 166987 h 347620"/>
              <a:gd name="connsiteX11" fmla="*/ 9632706 w 10386312"/>
              <a:gd name="connsiteY11" fmla="*/ 166987 h 347620"/>
              <a:gd name="connsiteX12" fmla="*/ 9609373 w 10386312"/>
              <a:gd name="connsiteY12" fmla="*/ 190527 h 347620"/>
              <a:gd name="connsiteX13" fmla="*/ 9586041 w 10386312"/>
              <a:gd name="connsiteY13" fmla="*/ 166987 h 347620"/>
              <a:gd name="connsiteX14" fmla="*/ 0 w 10386312"/>
              <a:gd name="connsiteY14" fmla="*/ 0 h 347620"/>
              <a:gd name="connsiteX15" fmla="*/ 739665 w 10386312"/>
              <a:gd name="connsiteY15" fmla="*/ 0 h 347620"/>
              <a:gd name="connsiteX16" fmla="*/ 9785339 w 10386312"/>
              <a:gd name="connsiteY16" fmla="*/ 3175 h 347620"/>
              <a:gd name="connsiteX17" fmla="*/ 9540864 w 10386312"/>
              <a:gd name="connsiteY17" fmla="*/ 97990 h 347620"/>
              <a:gd name="connsiteX18" fmla="*/ 9568541 w 10386312"/>
              <a:gd name="connsiteY18" fmla="*/ 121320 h 347620"/>
              <a:gd name="connsiteX19" fmla="*/ 9545478 w 10386312"/>
              <a:gd name="connsiteY19" fmla="*/ 149317 h 347620"/>
              <a:gd name="connsiteX20" fmla="*/ 9540864 w 10386312"/>
              <a:gd name="connsiteY20" fmla="*/ 149317 h 347620"/>
              <a:gd name="connsiteX21" fmla="*/ 9522411 w 10386312"/>
              <a:gd name="connsiteY21" fmla="*/ 167982 h 347620"/>
              <a:gd name="connsiteX22" fmla="*/ 9540864 w 10386312"/>
              <a:gd name="connsiteY22" fmla="*/ 191313 h 347620"/>
              <a:gd name="connsiteX23" fmla="*/ 9568541 w 10386312"/>
              <a:gd name="connsiteY23" fmla="*/ 214644 h 347620"/>
              <a:gd name="connsiteX24" fmla="*/ 9540864 w 10386312"/>
              <a:gd name="connsiteY24" fmla="*/ 242641 h 347620"/>
              <a:gd name="connsiteX25" fmla="*/ 9598014 w 10386312"/>
              <a:gd name="connsiteY25" fmla="*/ 339139 h 347620"/>
              <a:gd name="connsiteX26" fmla="*/ 0 w 10386312"/>
              <a:gd name="connsiteY26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56038 w 10386312"/>
              <a:gd name="connsiteY5" fmla="*/ 21290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586041 w 10386312"/>
              <a:gd name="connsiteY9" fmla="*/ 166987 h 347620"/>
              <a:gd name="connsiteX10" fmla="*/ 9632706 w 10386312"/>
              <a:gd name="connsiteY10" fmla="*/ 166987 h 347620"/>
              <a:gd name="connsiteX11" fmla="*/ 9609373 w 10386312"/>
              <a:gd name="connsiteY11" fmla="*/ 190527 h 347620"/>
              <a:gd name="connsiteX12" fmla="*/ 9586041 w 10386312"/>
              <a:gd name="connsiteY12" fmla="*/ 166987 h 347620"/>
              <a:gd name="connsiteX13" fmla="*/ 0 w 10386312"/>
              <a:gd name="connsiteY13" fmla="*/ 0 h 347620"/>
              <a:gd name="connsiteX14" fmla="*/ 739665 w 10386312"/>
              <a:gd name="connsiteY14" fmla="*/ 0 h 347620"/>
              <a:gd name="connsiteX15" fmla="*/ 9785339 w 10386312"/>
              <a:gd name="connsiteY15" fmla="*/ 3175 h 347620"/>
              <a:gd name="connsiteX16" fmla="*/ 9540864 w 10386312"/>
              <a:gd name="connsiteY16" fmla="*/ 97990 h 347620"/>
              <a:gd name="connsiteX17" fmla="*/ 9568541 w 10386312"/>
              <a:gd name="connsiteY17" fmla="*/ 121320 h 347620"/>
              <a:gd name="connsiteX18" fmla="*/ 9545478 w 10386312"/>
              <a:gd name="connsiteY18" fmla="*/ 149317 h 347620"/>
              <a:gd name="connsiteX19" fmla="*/ 9540864 w 10386312"/>
              <a:gd name="connsiteY19" fmla="*/ 149317 h 347620"/>
              <a:gd name="connsiteX20" fmla="*/ 9522411 w 10386312"/>
              <a:gd name="connsiteY20" fmla="*/ 167982 h 347620"/>
              <a:gd name="connsiteX21" fmla="*/ 9540864 w 10386312"/>
              <a:gd name="connsiteY21" fmla="*/ 191313 h 347620"/>
              <a:gd name="connsiteX22" fmla="*/ 9568541 w 10386312"/>
              <a:gd name="connsiteY22" fmla="*/ 214644 h 347620"/>
              <a:gd name="connsiteX23" fmla="*/ 9540864 w 10386312"/>
              <a:gd name="connsiteY23" fmla="*/ 242641 h 347620"/>
              <a:gd name="connsiteX24" fmla="*/ 9598014 w 10386312"/>
              <a:gd name="connsiteY24" fmla="*/ 339139 h 347620"/>
              <a:gd name="connsiteX25" fmla="*/ 0 w 10386312"/>
              <a:gd name="connsiteY25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2574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586041 w 10386312"/>
              <a:gd name="connsiteY8" fmla="*/ 166987 h 347620"/>
              <a:gd name="connsiteX9" fmla="*/ 9632706 w 10386312"/>
              <a:gd name="connsiteY9" fmla="*/ 166987 h 347620"/>
              <a:gd name="connsiteX10" fmla="*/ 9609373 w 10386312"/>
              <a:gd name="connsiteY10" fmla="*/ 190527 h 347620"/>
              <a:gd name="connsiteX11" fmla="*/ 9586041 w 10386312"/>
              <a:gd name="connsiteY11" fmla="*/ 166987 h 347620"/>
              <a:gd name="connsiteX12" fmla="*/ 0 w 10386312"/>
              <a:gd name="connsiteY12" fmla="*/ 0 h 347620"/>
              <a:gd name="connsiteX13" fmla="*/ 739665 w 10386312"/>
              <a:gd name="connsiteY13" fmla="*/ 0 h 347620"/>
              <a:gd name="connsiteX14" fmla="*/ 9785339 w 10386312"/>
              <a:gd name="connsiteY14" fmla="*/ 3175 h 347620"/>
              <a:gd name="connsiteX15" fmla="*/ 9540864 w 10386312"/>
              <a:gd name="connsiteY15" fmla="*/ 97990 h 347620"/>
              <a:gd name="connsiteX16" fmla="*/ 9568541 w 10386312"/>
              <a:gd name="connsiteY16" fmla="*/ 121320 h 347620"/>
              <a:gd name="connsiteX17" fmla="*/ 9545478 w 10386312"/>
              <a:gd name="connsiteY17" fmla="*/ 149317 h 347620"/>
              <a:gd name="connsiteX18" fmla="*/ 9540864 w 10386312"/>
              <a:gd name="connsiteY18" fmla="*/ 149317 h 347620"/>
              <a:gd name="connsiteX19" fmla="*/ 9522411 w 10386312"/>
              <a:gd name="connsiteY19" fmla="*/ 167982 h 347620"/>
              <a:gd name="connsiteX20" fmla="*/ 9540864 w 10386312"/>
              <a:gd name="connsiteY20" fmla="*/ 191313 h 347620"/>
              <a:gd name="connsiteX21" fmla="*/ 9568541 w 10386312"/>
              <a:gd name="connsiteY21" fmla="*/ 214644 h 347620"/>
              <a:gd name="connsiteX22" fmla="*/ 9540864 w 10386312"/>
              <a:gd name="connsiteY22" fmla="*/ 242641 h 347620"/>
              <a:gd name="connsiteX23" fmla="*/ 9598014 w 10386312"/>
              <a:gd name="connsiteY23" fmla="*/ 339139 h 347620"/>
              <a:gd name="connsiteX24" fmla="*/ 0 w 10386312"/>
              <a:gd name="connsiteY24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32706 w 10386312"/>
              <a:gd name="connsiteY6" fmla="*/ 166987 h 347620"/>
              <a:gd name="connsiteX7" fmla="*/ 9609373 w 10386312"/>
              <a:gd name="connsiteY7" fmla="*/ 190527 h 347620"/>
              <a:gd name="connsiteX8" fmla="*/ 9586041 w 10386312"/>
              <a:gd name="connsiteY8" fmla="*/ 166987 h 347620"/>
              <a:gd name="connsiteX9" fmla="*/ 0 w 10386312"/>
              <a:gd name="connsiteY9" fmla="*/ 0 h 347620"/>
              <a:gd name="connsiteX10" fmla="*/ 739665 w 10386312"/>
              <a:gd name="connsiteY10" fmla="*/ 0 h 347620"/>
              <a:gd name="connsiteX11" fmla="*/ 9785339 w 10386312"/>
              <a:gd name="connsiteY11" fmla="*/ 3175 h 347620"/>
              <a:gd name="connsiteX12" fmla="*/ 9540864 w 10386312"/>
              <a:gd name="connsiteY12" fmla="*/ 97990 h 347620"/>
              <a:gd name="connsiteX13" fmla="*/ 9568541 w 10386312"/>
              <a:gd name="connsiteY13" fmla="*/ 121320 h 347620"/>
              <a:gd name="connsiteX14" fmla="*/ 9545478 w 10386312"/>
              <a:gd name="connsiteY14" fmla="*/ 149317 h 347620"/>
              <a:gd name="connsiteX15" fmla="*/ 9540864 w 10386312"/>
              <a:gd name="connsiteY15" fmla="*/ 149317 h 347620"/>
              <a:gd name="connsiteX16" fmla="*/ 9522411 w 10386312"/>
              <a:gd name="connsiteY16" fmla="*/ 167982 h 347620"/>
              <a:gd name="connsiteX17" fmla="*/ 9540864 w 10386312"/>
              <a:gd name="connsiteY17" fmla="*/ 191313 h 347620"/>
              <a:gd name="connsiteX18" fmla="*/ 9568541 w 10386312"/>
              <a:gd name="connsiteY18" fmla="*/ 214644 h 347620"/>
              <a:gd name="connsiteX19" fmla="*/ 9540864 w 10386312"/>
              <a:gd name="connsiteY19" fmla="*/ 242641 h 347620"/>
              <a:gd name="connsiteX20" fmla="*/ 9598014 w 10386312"/>
              <a:gd name="connsiteY20" fmla="*/ 339139 h 347620"/>
              <a:gd name="connsiteX21" fmla="*/ 0 w 10386312"/>
              <a:gd name="connsiteY21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09373 w 10386312"/>
              <a:gd name="connsiteY6" fmla="*/ 190527 h 347620"/>
              <a:gd name="connsiteX7" fmla="*/ 9586041 w 10386312"/>
              <a:gd name="connsiteY7" fmla="*/ 166987 h 347620"/>
              <a:gd name="connsiteX8" fmla="*/ 0 w 10386312"/>
              <a:gd name="connsiteY8" fmla="*/ 0 h 347620"/>
              <a:gd name="connsiteX9" fmla="*/ 739665 w 10386312"/>
              <a:gd name="connsiteY9" fmla="*/ 0 h 347620"/>
              <a:gd name="connsiteX10" fmla="*/ 9785339 w 10386312"/>
              <a:gd name="connsiteY10" fmla="*/ 3175 h 347620"/>
              <a:gd name="connsiteX11" fmla="*/ 9540864 w 10386312"/>
              <a:gd name="connsiteY11" fmla="*/ 97990 h 347620"/>
              <a:gd name="connsiteX12" fmla="*/ 9568541 w 10386312"/>
              <a:gd name="connsiteY12" fmla="*/ 121320 h 347620"/>
              <a:gd name="connsiteX13" fmla="*/ 9545478 w 10386312"/>
              <a:gd name="connsiteY13" fmla="*/ 149317 h 347620"/>
              <a:gd name="connsiteX14" fmla="*/ 9540864 w 10386312"/>
              <a:gd name="connsiteY14" fmla="*/ 149317 h 347620"/>
              <a:gd name="connsiteX15" fmla="*/ 9522411 w 10386312"/>
              <a:gd name="connsiteY15" fmla="*/ 167982 h 347620"/>
              <a:gd name="connsiteX16" fmla="*/ 9540864 w 10386312"/>
              <a:gd name="connsiteY16" fmla="*/ 191313 h 347620"/>
              <a:gd name="connsiteX17" fmla="*/ 9568541 w 10386312"/>
              <a:gd name="connsiteY17" fmla="*/ 214644 h 347620"/>
              <a:gd name="connsiteX18" fmla="*/ 9540864 w 10386312"/>
              <a:gd name="connsiteY18" fmla="*/ 242641 h 347620"/>
              <a:gd name="connsiteX19" fmla="*/ 9598014 w 10386312"/>
              <a:gd name="connsiteY19" fmla="*/ 339139 h 347620"/>
              <a:gd name="connsiteX20" fmla="*/ 0 w 10386312"/>
              <a:gd name="connsiteY2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0 w 10386312"/>
              <a:gd name="connsiteY5" fmla="*/ 0 h 347620"/>
              <a:gd name="connsiteX6" fmla="*/ 739665 w 10386312"/>
              <a:gd name="connsiteY6" fmla="*/ 0 h 347620"/>
              <a:gd name="connsiteX7" fmla="*/ 9785339 w 10386312"/>
              <a:gd name="connsiteY7" fmla="*/ 3175 h 347620"/>
              <a:gd name="connsiteX8" fmla="*/ 9540864 w 10386312"/>
              <a:gd name="connsiteY8" fmla="*/ 97990 h 347620"/>
              <a:gd name="connsiteX9" fmla="*/ 9568541 w 10386312"/>
              <a:gd name="connsiteY9" fmla="*/ 121320 h 347620"/>
              <a:gd name="connsiteX10" fmla="*/ 9545478 w 10386312"/>
              <a:gd name="connsiteY10" fmla="*/ 149317 h 347620"/>
              <a:gd name="connsiteX11" fmla="*/ 9540864 w 10386312"/>
              <a:gd name="connsiteY11" fmla="*/ 149317 h 347620"/>
              <a:gd name="connsiteX12" fmla="*/ 9522411 w 10386312"/>
              <a:gd name="connsiteY12" fmla="*/ 167982 h 347620"/>
              <a:gd name="connsiteX13" fmla="*/ 9540864 w 10386312"/>
              <a:gd name="connsiteY13" fmla="*/ 191313 h 347620"/>
              <a:gd name="connsiteX14" fmla="*/ 9568541 w 10386312"/>
              <a:gd name="connsiteY14" fmla="*/ 214644 h 347620"/>
              <a:gd name="connsiteX15" fmla="*/ 9540864 w 10386312"/>
              <a:gd name="connsiteY15" fmla="*/ 242641 h 347620"/>
              <a:gd name="connsiteX16" fmla="*/ 9598014 w 10386312"/>
              <a:gd name="connsiteY16" fmla="*/ 339139 h 347620"/>
              <a:gd name="connsiteX17" fmla="*/ 0 w 10386312"/>
              <a:gd name="connsiteY17" fmla="*/ 0 h 347620"/>
              <a:gd name="connsiteX0" fmla="*/ 9598014 w 10386312"/>
              <a:gd name="connsiteY0" fmla="*/ 339139 h 347838"/>
              <a:gd name="connsiteX1" fmla="*/ 845227 w 10386312"/>
              <a:gd name="connsiteY1" fmla="*/ 335964 h 347838"/>
              <a:gd name="connsiteX2" fmla="*/ 0 w 10386312"/>
              <a:gd name="connsiteY2" fmla="*/ 335964 h 347838"/>
              <a:gd name="connsiteX3" fmla="*/ 0 w 10386312"/>
              <a:gd name="connsiteY3" fmla="*/ 0 h 347838"/>
              <a:gd name="connsiteX4" fmla="*/ 9598014 w 10386312"/>
              <a:gd name="connsiteY4" fmla="*/ 339139 h 347838"/>
              <a:gd name="connsiteX5" fmla="*/ 0 w 10386312"/>
              <a:gd name="connsiteY5" fmla="*/ 0 h 347838"/>
              <a:gd name="connsiteX6" fmla="*/ 739665 w 10386312"/>
              <a:gd name="connsiteY6" fmla="*/ 0 h 347838"/>
              <a:gd name="connsiteX7" fmla="*/ 9785339 w 10386312"/>
              <a:gd name="connsiteY7" fmla="*/ 3175 h 347838"/>
              <a:gd name="connsiteX8" fmla="*/ 9540864 w 10386312"/>
              <a:gd name="connsiteY8" fmla="*/ 97990 h 347838"/>
              <a:gd name="connsiteX9" fmla="*/ 9568541 w 10386312"/>
              <a:gd name="connsiteY9" fmla="*/ 121320 h 347838"/>
              <a:gd name="connsiteX10" fmla="*/ 9545478 w 10386312"/>
              <a:gd name="connsiteY10" fmla="*/ 149317 h 347838"/>
              <a:gd name="connsiteX11" fmla="*/ 9540864 w 10386312"/>
              <a:gd name="connsiteY11" fmla="*/ 149317 h 347838"/>
              <a:gd name="connsiteX12" fmla="*/ 9522411 w 10386312"/>
              <a:gd name="connsiteY12" fmla="*/ 167982 h 347838"/>
              <a:gd name="connsiteX13" fmla="*/ 9540864 w 10386312"/>
              <a:gd name="connsiteY13" fmla="*/ 191313 h 347838"/>
              <a:gd name="connsiteX14" fmla="*/ 9540864 w 10386312"/>
              <a:gd name="connsiteY14" fmla="*/ 242641 h 347838"/>
              <a:gd name="connsiteX15" fmla="*/ 9598014 w 10386312"/>
              <a:gd name="connsiteY15" fmla="*/ 339139 h 347838"/>
              <a:gd name="connsiteX16" fmla="*/ 0 w 10386312"/>
              <a:gd name="connsiteY16" fmla="*/ 0 h 347838"/>
              <a:gd name="connsiteX0" fmla="*/ 9598014 w 10387052"/>
              <a:gd name="connsiteY0" fmla="*/ 339139 h 347838"/>
              <a:gd name="connsiteX1" fmla="*/ 845227 w 10387052"/>
              <a:gd name="connsiteY1" fmla="*/ 335964 h 347838"/>
              <a:gd name="connsiteX2" fmla="*/ 0 w 10387052"/>
              <a:gd name="connsiteY2" fmla="*/ 335964 h 347838"/>
              <a:gd name="connsiteX3" fmla="*/ 0 w 10387052"/>
              <a:gd name="connsiteY3" fmla="*/ 0 h 347838"/>
              <a:gd name="connsiteX4" fmla="*/ 9598014 w 10387052"/>
              <a:gd name="connsiteY4" fmla="*/ 339139 h 347838"/>
              <a:gd name="connsiteX5" fmla="*/ 0 w 10387052"/>
              <a:gd name="connsiteY5" fmla="*/ 0 h 347838"/>
              <a:gd name="connsiteX6" fmla="*/ 739665 w 10387052"/>
              <a:gd name="connsiteY6" fmla="*/ 0 h 347838"/>
              <a:gd name="connsiteX7" fmla="*/ 9785339 w 10387052"/>
              <a:gd name="connsiteY7" fmla="*/ 3175 h 347838"/>
              <a:gd name="connsiteX8" fmla="*/ 9540864 w 10387052"/>
              <a:gd name="connsiteY8" fmla="*/ 97990 h 347838"/>
              <a:gd name="connsiteX9" fmla="*/ 9545478 w 10387052"/>
              <a:gd name="connsiteY9" fmla="*/ 149317 h 347838"/>
              <a:gd name="connsiteX10" fmla="*/ 9540864 w 10387052"/>
              <a:gd name="connsiteY10" fmla="*/ 149317 h 347838"/>
              <a:gd name="connsiteX11" fmla="*/ 9522411 w 10387052"/>
              <a:gd name="connsiteY11" fmla="*/ 167982 h 347838"/>
              <a:gd name="connsiteX12" fmla="*/ 9540864 w 10387052"/>
              <a:gd name="connsiteY12" fmla="*/ 191313 h 347838"/>
              <a:gd name="connsiteX13" fmla="*/ 9540864 w 10387052"/>
              <a:gd name="connsiteY13" fmla="*/ 242641 h 347838"/>
              <a:gd name="connsiteX14" fmla="*/ 9598014 w 10387052"/>
              <a:gd name="connsiteY14" fmla="*/ 339139 h 347838"/>
              <a:gd name="connsiteX15" fmla="*/ 0 w 10387052"/>
              <a:gd name="connsiteY15" fmla="*/ 0 h 347838"/>
              <a:gd name="connsiteX0" fmla="*/ 9598014 w 10388562"/>
              <a:gd name="connsiteY0" fmla="*/ 339139 h 347838"/>
              <a:gd name="connsiteX1" fmla="*/ 845227 w 10388562"/>
              <a:gd name="connsiteY1" fmla="*/ 335964 h 347838"/>
              <a:gd name="connsiteX2" fmla="*/ 0 w 10388562"/>
              <a:gd name="connsiteY2" fmla="*/ 335964 h 347838"/>
              <a:gd name="connsiteX3" fmla="*/ 0 w 10388562"/>
              <a:gd name="connsiteY3" fmla="*/ 0 h 347838"/>
              <a:gd name="connsiteX4" fmla="*/ 9598014 w 10388562"/>
              <a:gd name="connsiteY4" fmla="*/ 339139 h 347838"/>
              <a:gd name="connsiteX5" fmla="*/ 0 w 10388562"/>
              <a:gd name="connsiteY5" fmla="*/ 0 h 347838"/>
              <a:gd name="connsiteX6" fmla="*/ 739665 w 10388562"/>
              <a:gd name="connsiteY6" fmla="*/ 0 h 347838"/>
              <a:gd name="connsiteX7" fmla="*/ 9785339 w 10388562"/>
              <a:gd name="connsiteY7" fmla="*/ 3175 h 347838"/>
              <a:gd name="connsiteX8" fmla="*/ 9545478 w 10388562"/>
              <a:gd name="connsiteY8" fmla="*/ 149317 h 347838"/>
              <a:gd name="connsiteX9" fmla="*/ 9540864 w 10388562"/>
              <a:gd name="connsiteY9" fmla="*/ 149317 h 347838"/>
              <a:gd name="connsiteX10" fmla="*/ 9522411 w 10388562"/>
              <a:gd name="connsiteY10" fmla="*/ 167982 h 347838"/>
              <a:gd name="connsiteX11" fmla="*/ 9540864 w 10388562"/>
              <a:gd name="connsiteY11" fmla="*/ 191313 h 347838"/>
              <a:gd name="connsiteX12" fmla="*/ 9540864 w 10388562"/>
              <a:gd name="connsiteY12" fmla="*/ 242641 h 347838"/>
              <a:gd name="connsiteX13" fmla="*/ 9598014 w 10388562"/>
              <a:gd name="connsiteY13" fmla="*/ 339139 h 347838"/>
              <a:gd name="connsiteX14" fmla="*/ 0 w 10388562"/>
              <a:gd name="connsiteY14" fmla="*/ 0 h 347838"/>
              <a:gd name="connsiteX0" fmla="*/ 9598014 w 10389157"/>
              <a:gd name="connsiteY0" fmla="*/ 339139 h 347838"/>
              <a:gd name="connsiteX1" fmla="*/ 845227 w 10389157"/>
              <a:gd name="connsiteY1" fmla="*/ 335964 h 347838"/>
              <a:gd name="connsiteX2" fmla="*/ 0 w 10389157"/>
              <a:gd name="connsiteY2" fmla="*/ 335964 h 347838"/>
              <a:gd name="connsiteX3" fmla="*/ 0 w 10389157"/>
              <a:gd name="connsiteY3" fmla="*/ 0 h 347838"/>
              <a:gd name="connsiteX4" fmla="*/ 9598014 w 10389157"/>
              <a:gd name="connsiteY4" fmla="*/ 339139 h 347838"/>
              <a:gd name="connsiteX5" fmla="*/ 0 w 10389157"/>
              <a:gd name="connsiteY5" fmla="*/ 0 h 347838"/>
              <a:gd name="connsiteX6" fmla="*/ 739665 w 10389157"/>
              <a:gd name="connsiteY6" fmla="*/ 0 h 347838"/>
              <a:gd name="connsiteX7" fmla="*/ 9785339 w 10389157"/>
              <a:gd name="connsiteY7" fmla="*/ 3175 h 347838"/>
              <a:gd name="connsiteX8" fmla="*/ 9545478 w 10389157"/>
              <a:gd name="connsiteY8" fmla="*/ 149317 h 347838"/>
              <a:gd name="connsiteX9" fmla="*/ 9522411 w 10389157"/>
              <a:gd name="connsiteY9" fmla="*/ 167982 h 347838"/>
              <a:gd name="connsiteX10" fmla="*/ 9540864 w 10389157"/>
              <a:gd name="connsiteY10" fmla="*/ 191313 h 347838"/>
              <a:gd name="connsiteX11" fmla="*/ 9540864 w 10389157"/>
              <a:gd name="connsiteY11" fmla="*/ 242641 h 347838"/>
              <a:gd name="connsiteX12" fmla="*/ 9598014 w 10389157"/>
              <a:gd name="connsiteY12" fmla="*/ 339139 h 347838"/>
              <a:gd name="connsiteX13" fmla="*/ 0 w 10389157"/>
              <a:gd name="connsiteY13" fmla="*/ 0 h 347838"/>
              <a:gd name="connsiteX0" fmla="*/ 9598014 w 10381792"/>
              <a:gd name="connsiteY0" fmla="*/ 339139 h 347838"/>
              <a:gd name="connsiteX1" fmla="*/ 845227 w 10381792"/>
              <a:gd name="connsiteY1" fmla="*/ 335964 h 347838"/>
              <a:gd name="connsiteX2" fmla="*/ 0 w 10381792"/>
              <a:gd name="connsiteY2" fmla="*/ 335964 h 347838"/>
              <a:gd name="connsiteX3" fmla="*/ 0 w 10381792"/>
              <a:gd name="connsiteY3" fmla="*/ 0 h 347838"/>
              <a:gd name="connsiteX4" fmla="*/ 9598014 w 10381792"/>
              <a:gd name="connsiteY4" fmla="*/ 339139 h 347838"/>
              <a:gd name="connsiteX5" fmla="*/ 0 w 10381792"/>
              <a:gd name="connsiteY5" fmla="*/ 0 h 347838"/>
              <a:gd name="connsiteX6" fmla="*/ 739665 w 10381792"/>
              <a:gd name="connsiteY6" fmla="*/ 0 h 347838"/>
              <a:gd name="connsiteX7" fmla="*/ 9785339 w 10381792"/>
              <a:gd name="connsiteY7" fmla="*/ 3175 h 347838"/>
              <a:gd name="connsiteX8" fmla="*/ 9522411 w 10381792"/>
              <a:gd name="connsiteY8" fmla="*/ 167982 h 347838"/>
              <a:gd name="connsiteX9" fmla="*/ 9540864 w 10381792"/>
              <a:gd name="connsiteY9" fmla="*/ 191313 h 347838"/>
              <a:gd name="connsiteX10" fmla="*/ 9540864 w 10381792"/>
              <a:gd name="connsiteY10" fmla="*/ 242641 h 347838"/>
              <a:gd name="connsiteX11" fmla="*/ 9598014 w 10381792"/>
              <a:gd name="connsiteY11" fmla="*/ 339139 h 347838"/>
              <a:gd name="connsiteX12" fmla="*/ 0 w 10381792"/>
              <a:gd name="connsiteY12" fmla="*/ 0 h 347838"/>
              <a:gd name="connsiteX0" fmla="*/ 9598014 w 10387201"/>
              <a:gd name="connsiteY0" fmla="*/ 339139 h 347838"/>
              <a:gd name="connsiteX1" fmla="*/ 845227 w 10387201"/>
              <a:gd name="connsiteY1" fmla="*/ 335964 h 347838"/>
              <a:gd name="connsiteX2" fmla="*/ 0 w 10387201"/>
              <a:gd name="connsiteY2" fmla="*/ 335964 h 347838"/>
              <a:gd name="connsiteX3" fmla="*/ 0 w 10387201"/>
              <a:gd name="connsiteY3" fmla="*/ 0 h 347838"/>
              <a:gd name="connsiteX4" fmla="*/ 9598014 w 10387201"/>
              <a:gd name="connsiteY4" fmla="*/ 339139 h 347838"/>
              <a:gd name="connsiteX5" fmla="*/ 0 w 10387201"/>
              <a:gd name="connsiteY5" fmla="*/ 0 h 347838"/>
              <a:gd name="connsiteX6" fmla="*/ 739665 w 10387201"/>
              <a:gd name="connsiteY6" fmla="*/ 0 h 347838"/>
              <a:gd name="connsiteX7" fmla="*/ 9785339 w 10387201"/>
              <a:gd name="connsiteY7" fmla="*/ 3175 h 347838"/>
              <a:gd name="connsiteX8" fmla="*/ 9540864 w 10387201"/>
              <a:gd name="connsiteY8" fmla="*/ 191313 h 347838"/>
              <a:gd name="connsiteX9" fmla="*/ 9540864 w 10387201"/>
              <a:gd name="connsiteY9" fmla="*/ 242641 h 347838"/>
              <a:gd name="connsiteX10" fmla="*/ 9598014 w 10387201"/>
              <a:gd name="connsiteY10" fmla="*/ 339139 h 347838"/>
              <a:gd name="connsiteX11" fmla="*/ 0 w 10387201"/>
              <a:gd name="connsiteY11" fmla="*/ 0 h 347838"/>
              <a:gd name="connsiteX0" fmla="*/ 9598014 w 10385367"/>
              <a:gd name="connsiteY0" fmla="*/ 339139 h 350048"/>
              <a:gd name="connsiteX1" fmla="*/ 845227 w 10385367"/>
              <a:gd name="connsiteY1" fmla="*/ 335964 h 350048"/>
              <a:gd name="connsiteX2" fmla="*/ 0 w 10385367"/>
              <a:gd name="connsiteY2" fmla="*/ 335964 h 350048"/>
              <a:gd name="connsiteX3" fmla="*/ 0 w 10385367"/>
              <a:gd name="connsiteY3" fmla="*/ 0 h 350048"/>
              <a:gd name="connsiteX4" fmla="*/ 9598014 w 10385367"/>
              <a:gd name="connsiteY4" fmla="*/ 339139 h 350048"/>
              <a:gd name="connsiteX5" fmla="*/ 0 w 10385367"/>
              <a:gd name="connsiteY5" fmla="*/ 0 h 350048"/>
              <a:gd name="connsiteX6" fmla="*/ 739665 w 10385367"/>
              <a:gd name="connsiteY6" fmla="*/ 0 h 350048"/>
              <a:gd name="connsiteX7" fmla="*/ 9785339 w 10385367"/>
              <a:gd name="connsiteY7" fmla="*/ 3175 h 350048"/>
              <a:gd name="connsiteX8" fmla="*/ 9540864 w 10385367"/>
              <a:gd name="connsiteY8" fmla="*/ 242641 h 350048"/>
              <a:gd name="connsiteX9" fmla="*/ 9598014 w 10385367"/>
              <a:gd name="connsiteY9" fmla="*/ 339139 h 350048"/>
              <a:gd name="connsiteX10" fmla="*/ 0 w 10385367"/>
              <a:gd name="connsiteY10" fmla="*/ 0 h 350048"/>
              <a:gd name="connsiteX0" fmla="*/ 9598014 w 10858369"/>
              <a:gd name="connsiteY0" fmla="*/ 339139 h 339139"/>
              <a:gd name="connsiteX1" fmla="*/ 845227 w 10858369"/>
              <a:gd name="connsiteY1" fmla="*/ 335964 h 339139"/>
              <a:gd name="connsiteX2" fmla="*/ 0 w 10858369"/>
              <a:gd name="connsiteY2" fmla="*/ 335964 h 339139"/>
              <a:gd name="connsiteX3" fmla="*/ 0 w 10858369"/>
              <a:gd name="connsiteY3" fmla="*/ 0 h 339139"/>
              <a:gd name="connsiteX4" fmla="*/ 9598014 w 10858369"/>
              <a:gd name="connsiteY4" fmla="*/ 339139 h 339139"/>
              <a:gd name="connsiteX5" fmla="*/ 0 w 10858369"/>
              <a:gd name="connsiteY5" fmla="*/ 0 h 339139"/>
              <a:gd name="connsiteX6" fmla="*/ 739665 w 10858369"/>
              <a:gd name="connsiteY6" fmla="*/ 0 h 339139"/>
              <a:gd name="connsiteX7" fmla="*/ 9785339 w 10858369"/>
              <a:gd name="connsiteY7" fmla="*/ 3175 h 339139"/>
              <a:gd name="connsiteX8" fmla="*/ 9598014 w 10858369"/>
              <a:gd name="connsiteY8" fmla="*/ 339139 h 339139"/>
              <a:gd name="connsiteX9" fmla="*/ 0 w 10858369"/>
              <a:gd name="connsiteY9" fmla="*/ 0 h 339139"/>
              <a:gd name="connsiteX0" fmla="*/ 9598014 w 10374035"/>
              <a:gd name="connsiteY0" fmla="*/ 339139 h 339139"/>
              <a:gd name="connsiteX1" fmla="*/ 845227 w 10374035"/>
              <a:gd name="connsiteY1" fmla="*/ 335964 h 339139"/>
              <a:gd name="connsiteX2" fmla="*/ 0 w 10374035"/>
              <a:gd name="connsiteY2" fmla="*/ 335964 h 339139"/>
              <a:gd name="connsiteX3" fmla="*/ 0 w 10374035"/>
              <a:gd name="connsiteY3" fmla="*/ 0 h 339139"/>
              <a:gd name="connsiteX4" fmla="*/ 9598014 w 10374035"/>
              <a:gd name="connsiteY4" fmla="*/ 339139 h 339139"/>
              <a:gd name="connsiteX5" fmla="*/ 0 w 10374035"/>
              <a:gd name="connsiteY5" fmla="*/ 0 h 339139"/>
              <a:gd name="connsiteX6" fmla="*/ 739665 w 10374035"/>
              <a:gd name="connsiteY6" fmla="*/ 0 h 339139"/>
              <a:gd name="connsiteX7" fmla="*/ 9785339 w 10374035"/>
              <a:gd name="connsiteY7" fmla="*/ 3175 h 339139"/>
              <a:gd name="connsiteX8" fmla="*/ 9598014 w 10374035"/>
              <a:gd name="connsiteY8" fmla="*/ 339139 h 339139"/>
              <a:gd name="connsiteX9" fmla="*/ 0 w 10374035"/>
              <a:gd name="connsiteY9" fmla="*/ 0 h 339139"/>
              <a:gd name="connsiteX0" fmla="*/ 9598014 w 10398682"/>
              <a:gd name="connsiteY0" fmla="*/ 339139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9598014 w 10398682"/>
              <a:gd name="connsiteY5" fmla="*/ 339139 h 430579"/>
              <a:gd name="connsiteX6" fmla="*/ 0 w 10398682"/>
              <a:gd name="connsiteY6" fmla="*/ 0 h 430579"/>
              <a:gd name="connsiteX7" fmla="*/ 739665 w 10398682"/>
              <a:gd name="connsiteY7" fmla="*/ 0 h 430579"/>
              <a:gd name="connsiteX8" fmla="*/ 9785339 w 10398682"/>
              <a:gd name="connsiteY8" fmla="*/ 3175 h 430579"/>
              <a:gd name="connsiteX9" fmla="*/ 9689454 w 10398682"/>
              <a:gd name="connsiteY9" fmla="*/ 430579 h 430579"/>
              <a:gd name="connsiteX0" fmla="*/ 0 w 10398682"/>
              <a:gd name="connsiteY0" fmla="*/ 0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0 w 10398682"/>
              <a:gd name="connsiteY5" fmla="*/ 0 h 430579"/>
              <a:gd name="connsiteX6" fmla="*/ 739665 w 10398682"/>
              <a:gd name="connsiteY6" fmla="*/ 0 h 430579"/>
              <a:gd name="connsiteX7" fmla="*/ 9785339 w 10398682"/>
              <a:gd name="connsiteY7" fmla="*/ 3175 h 430579"/>
              <a:gd name="connsiteX8" fmla="*/ 9689454 w 10398682"/>
              <a:gd name="connsiteY8" fmla="*/ 430579 h 430579"/>
              <a:gd name="connsiteX0" fmla="*/ 0 w 10867773"/>
              <a:gd name="connsiteY0" fmla="*/ 0 h 336082"/>
              <a:gd name="connsiteX1" fmla="*/ 0 w 10867773"/>
              <a:gd name="connsiteY1" fmla="*/ 0 h 336082"/>
              <a:gd name="connsiteX2" fmla="*/ 845227 w 10867773"/>
              <a:gd name="connsiteY2" fmla="*/ 335964 h 336082"/>
              <a:gd name="connsiteX3" fmla="*/ 0 w 10867773"/>
              <a:gd name="connsiteY3" fmla="*/ 335964 h 336082"/>
              <a:gd name="connsiteX4" fmla="*/ 0 w 10867773"/>
              <a:gd name="connsiteY4" fmla="*/ 0 h 336082"/>
              <a:gd name="connsiteX5" fmla="*/ 0 w 10867773"/>
              <a:gd name="connsiteY5" fmla="*/ 0 h 336082"/>
              <a:gd name="connsiteX6" fmla="*/ 739665 w 10867773"/>
              <a:gd name="connsiteY6" fmla="*/ 0 h 336082"/>
              <a:gd name="connsiteX7" fmla="*/ 9785339 w 10867773"/>
              <a:gd name="connsiteY7" fmla="*/ 3175 h 336082"/>
              <a:gd name="connsiteX8" fmla="*/ 9676754 w 10867773"/>
              <a:gd name="connsiteY8" fmla="*/ 230554 h 336082"/>
              <a:gd name="connsiteX0" fmla="*/ 0 w 10840435"/>
              <a:gd name="connsiteY0" fmla="*/ 0 h 336082"/>
              <a:gd name="connsiteX1" fmla="*/ 0 w 10840435"/>
              <a:gd name="connsiteY1" fmla="*/ 0 h 336082"/>
              <a:gd name="connsiteX2" fmla="*/ 845227 w 10840435"/>
              <a:gd name="connsiteY2" fmla="*/ 335964 h 336082"/>
              <a:gd name="connsiteX3" fmla="*/ 0 w 10840435"/>
              <a:gd name="connsiteY3" fmla="*/ 335964 h 336082"/>
              <a:gd name="connsiteX4" fmla="*/ 0 w 10840435"/>
              <a:gd name="connsiteY4" fmla="*/ 0 h 336082"/>
              <a:gd name="connsiteX5" fmla="*/ 0 w 10840435"/>
              <a:gd name="connsiteY5" fmla="*/ 0 h 336082"/>
              <a:gd name="connsiteX6" fmla="*/ 739665 w 10840435"/>
              <a:gd name="connsiteY6" fmla="*/ 0 h 336082"/>
              <a:gd name="connsiteX7" fmla="*/ 9785339 w 10840435"/>
              <a:gd name="connsiteY7" fmla="*/ 3175 h 336082"/>
              <a:gd name="connsiteX8" fmla="*/ 9625954 w 10840435"/>
              <a:gd name="connsiteY8" fmla="*/ 335329 h 336082"/>
              <a:gd name="connsiteX0" fmla="*/ 0 w 10403938"/>
              <a:gd name="connsiteY0" fmla="*/ 0 h 336082"/>
              <a:gd name="connsiteX1" fmla="*/ 0 w 10403938"/>
              <a:gd name="connsiteY1" fmla="*/ 0 h 336082"/>
              <a:gd name="connsiteX2" fmla="*/ 845227 w 10403938"/>
              <a:gd name="connsiteY2" fmla="*/ 335964 h 336082"/>
              <a:gd name="connsiteX3" fmla="*/ 0 w 10403938"/>
              <a:gd name="connsiteY3" fmla="*/ 335964 h 336082"/>
              <a:gd name="connsiteX4" fmla="*/ 0 w 10403938"/>
              <a:gd name="connsiteY4" fmla="*/ 0 h 336082"/>
              <a:gd name="connsiteX5" fmla="*/ 0 w 10403938"/>
              <a:gd name="connsiteY5" fmla="*/ 0 h 336082"/>
              <a:gd name="connsiteX6" fmla="*/ 739665 w 10403938"/>
              <a:gd name="connsiteY6" fmla="*/ 0 h 336082"/>
              <a:gd name="connsiteX7" fmla="*/ 9785339 w 10403938"/>
              <a:gd name="connsiteY7" fmla="*/ 3175 h 336082"/>
              <a:gd name="connsiteX8" fmla="*/ 9625954 w 10403938"/>
              <a:gd name="connsiteY8" fmla="*/ 335329 h 336082"/>
              <a:gd name="connsiteX0" fmla="*/ 0 w 9785601"/>
              <a:gd name="connsiteY0" fmla="*/ 0 h 336082"/>
              <a:gd name="connsiteX1" fmla="*/ 0 w 9785601"/>
              <a:gd name="connsiteY1" fmla="*/ 0 h 336082"/>
              <a:gd name="connsiteX2" fmla="*/ 845227 w 9785601"/>
              <a:gd name="connsiteY2" fmla="*/ 335964 h 336082"/>
              <a:gd name="connsiteX3" fmla="*/ 0 w 9785601"/>
              <a:gd name="connsiteY3" fmla="*/ 335964 h 336082"/>
              <a:gd name="connsiteX4" fmla="*/ 0 w 9785601"/>
              <a:gd name="connsiteY4" fmla="*/ 0 h 336082"/>
              <a:gd name="connsiteX5" fmla="*/ 0 w 9785601"/>
              <a:gd name="connsiteY5" fmla="*/ 0 h 336082"/>
              <a:gd name="connsiteX6" fmla="*/ 739665 w 9785601"/>
              <a:gd name="connsiteY6" fmla="*/ 0 h 336082"/>
              <a:gd name="connsiteX7" fmla="*/ 9785339 w 9785601"/>
              <a:gd name="connsiteY7" fmla="*/ 3175 h 336082"/>
              <a:gd name="connsiteX8" fmla="*/ 9625954 w 9785601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6350 h 336082"/>
              <a:gd name="connsiteX8" fmla="*/ 9625954 w 9798283"/>
              <a:gd name="connsiteY8" fmla="*/ 335329 h 336082"/>
              <a:gd name="connsiteX0" fmla="*/ 0 w 9941053"/>
              <a:gd name="connsiteY0" fmla="*/ 60328 h 396410"/>
              <a:gd name="connsiteX1" fmla="*/ 0 w 9941053"/>
              <a:gd name="connsiteY1" fmla="*/ 60328 h 396410"/>
              <a:gd name="connsiteX2" fmla="*/ 845227 w 9941053"/>
              <a:gd name="connsiteY2" fmla="*/ 396292 h 396410"/>
              <a:gd name="connsiteX3" fmla="*/ 0 w 9941053"/>
              <a:gd name="connsiteY3" fmla="*/ 396292 h 396410"/>
              <a:gd name="connsiteX4" fmla="*/ 0 w 9941053"/>
              <a:gd name="connsiteY4" fmla="*/ 60328 h 396410"/>
              <a:gd name="connsiteX5" fmla="*/ 0 w 9941053"/>
              <a:gd name="connsiteY5" fmla="*/ 60328 h 396410"/>
              <a:gd name="connsiteX6" fmla="*/ 739665 w 9941053"/>
              <a:gd name="connsiteY6" fmla="*/ 60328 h 396410"/>
              <a:gd name="connsiteX7" fmla="*/ 9940914 w 9941053"/>
              <a:gd name="connsiteY7" fmla="*/ 3 h 396410"/>
              <a:gd name="connsiteX8" fmla="*/ 9625954 w 9941053"/>
              <a:gd name="connsiteY8" fmla="*/ 395657 h 396410"/>
              <a:gd name="connsiteX0" fmla="*/ 0 w 9625954"/>
              <a:gd name="connsiteY0" fmla="*/ 0 h 336082"/>
              <a:gd name="connsiteX1" fmla="*/ 0 w 9625954"/>
              <a:gd name="connsiteY1" fmla="*/ 0 h 336082"/>
              <a:gd name="connsiteX2" fmla="*/ 845227 w 9625954"/>
              <a:gd name="connsiteY2" fmla="*/ 335964 h 336082"/>
              <a:gd name="connsiteX3" fmla="*/ 0 w 9625954"/>
              <a:gd name="connsiteY3" fmla="*/ 335964 h 336082"/>
              <a:gd name="connsiteX4" fmla="*/ 0 w 9625954"/>
              <a:gd name="connsiteY4" fmla="*/ 0 h 336082"/>
              <a:gd name="connsiteX5" fmla="*/ 0 w 9625954"/>
              <a:gd name="connsiteY5" fmla="*/ 0 h 336082"/>
              <a:gd name="connsiteX6" fmla="*/ 739665 w 9625954"/>
              <a:gd name="connsiteY6" fmla="*/ 0 h 336082"/>
              <a:gd name="connsiteX7" fmla="*/ 9229714 w 9625954"/>
              <a:gd name="connsiteY7" fmla="*/ 177800 h 336082"/>
              <a:gd name="connsiteX8" fmla="*/ 9625954 w 9625954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3175 h 336082"/>
              <a:gd name="connsiteX8" fmla="*/ 9625954 w 9798283"/>
              <a:gd name="connsiteY8" fmla="*/ 335329 h 336082"/>
              <a:gd name="connsiteX0" fmla="*/ 0 w 10332581"/>
              <a:gd name="connsiteY0" fmla="*/ 0 h 336082"/>
              <a:gd name="connsiteX1" fmla="*/ 0 w 10332581"/>
              <a:gd name="connsiteY1" fmla="*/ 0 h 336082"/>
              <a:gd name="connsiteX2" fmla="*/ 845227 w 10332581"/>
              <a:gd name="connsiteY2" fmla="*/ 335964 h 336082"/>
              <a:gd name="connsiteX3" fmla="*/ 0 w 10332581"/>
              <a:gd name="connsiteY3" fmla="*/ 335964 h 336082"/>
              <a:gd name="connsiteX4" fmla="*/ 0 w 10332581"/>
              <a:gd name="connsiteY4" fmla="*/ 0 h 336082"/>
              <a:gd name="connsiteX5" fmla="*/ 0 w 10332581"/>
              <a:gd name="connsiteY5" fmla="*/ 0 h 336082"/>
              <a:gd name="connsiteX6" fmla="*/ 739665 w 10332581"/>
              <a:gd name="connsiteY6" fmla="*/ 0 h 336082"/>
              <a:gd name="connsiteX7" fmla="*/ 9798039 w 10332581"/>
              <a:gd name="connsiteY7" fmla="*/ 3175 h 336082"/>
              <a:gd name="connsiteX8" fmla="*/ 9333854 w 10332581"/>
              <a:gd name="connsiteY8" fmla="*/ 243254 h 336082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739665 w 10410875"/>
              <a:gd name="connsiteY6" fmla="*/ 0 h 338504"/>
              <a:gd name="connsiteX7" fmla="*/ 9798039 w 10410875"/>
              <a:gd name="connsiteY7" fmla="*/ 3175 h 338504"/>
              <a:gd name="connsiteX8" fmla="*/ 9616429 w 10410875"/>
              <a:gd name="connsiteY8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9798039"/>
              <a:gd name="connsiteY0" fmla="*/ 0 h 335964"/>
              <a:gd name="connsiteX1" fmla="*/ 0 w 9798039"/>
              <a:gd name="connsiteY1" fmla="*/ 0 h 335964"/>
              <a:gd name="connsiteX2" fmla="*/ 4450166 w 9798039"/>
              <a:gd name="connsiteY2" fmla="*/ 331176 h 335964"/>
              <a:gd name="connsiteX3" fmla="*/ 0 w 9798039"/>
              <a:gd name="connsiteY3" fmla="*/ 335964 h 335964"/>
              <a:gd name="connsiteX4" fmla="*/ 0 w 9798039"/>
              <a:gd name="connsiteY4" fmla="*/ 0 h 335964"/>
              <a:gd name="connsiteX5" fmla="*/ 0 w 9798039"/>
              <a:gd name="connsiteY5" fmla="*/ 0 h 335964"/>
              <a:gd name="connsiteX6" fmla="*/ 9798039 w 9798039"/>
              <a:gd name="connsiteY6" fmla="*/ 3175 h 335964"/>
              <a:gd name="connsiteX0" fmla="*/ 0 w 4808553"/>
              <a:gd name="connsiteY0" fmla="*/ 0 h 335964"/>
              <a:gd name="connsiteX1" fmla="*/ 0 w 4808553"/>
              <a:gd name="connsiteY1" fmla="*/ 0 h 335964"/>
              <a:gd name="connsiteX2" fmla="*/ 4450166 w 4808553"/>
              <a:gd name="connsiteY2" fmla="*/ 331176 h 335964"/>
              <a:gd name="connsiteX3" fmla="*/ 0 w 4808553"/>
              <a:gd name="connsiteY3" fmla="*/ 335964 h 335964"/>
              <a:gd name="connsiteX4" fmla="*/ 0 w 4808553"/>
              <a:gd name="connsiteY4" fmla="*/ 0 h 335964"/>
              <a:gd name="connsiteX0" fmla="*/ 77078 w 4528022"/>
              <a:gd name="connsiteY0" fmla="*/ 10269 h 365804"/>
              <a:gd name="connsiteX1" fmla="*/ 77078 w 4528022"/>
              <a:gd name="connsiteY1" fmla="*/ 10269 h 365804"/>
              <a:gd name="connsiteX2" fmla="*/ 436136 w 4528022"/>
              <a:gd name="connsiteY2" fmla="*/ 29857 h 365804"/>
              <a:gd name="connsiteX3" fmla="*/ 4527244 w 4528022"/>
              <a:gd name="connsiteY3" fmla="*/ 341445 h 365804"/>
              <a:gd name="connsiteX4" fmla="*/ 77078 w 4528022"/>
              <a:gd name="connsiteY4" fmla="*/ 346233 h 365804"/>
              <a:gd name="connsiteX5" fmla="*/ 77078 w 4528022"/>
              <a:gd name="connsiteY5" fmla="*/ 10269 h 365804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973015"/>
              <a:gd name="connsiteY0" fmla="*/ 0 h 356920"/>
              <a:gd name="connsiteX1" fmla="*/ 0 w 4973015"/>
              <a:gd name="connsiteY1" fmla="*/ 0 h 356920"/>
              <a:gd name="connsiteX2" fmla="*/ 4035808 w 4973015"/>
              <a:gd name="connsiteY2" fmla="*/ 48312 h 356920"/>
              <a:gd name="connsiteX3" fmla="*/ 4673465 w 4973015"/>
              <a:gd name="connsiteY3" fmla="*/ 335963 h 356920"/>
              <a:gd name="connsiteX4" fmla="*/ 0 w 4973015"/>
              <a:gd name="connsiteY4" fmla="*/ 335964 h 356920"/>
              <a:gd name="connsiteX5" fmla="*/ 0 w 4973015"/>
              <a:gd name="connsiteY5" fmla="*/ 0 h 356920"/>
              <a:gd name="connsiteX0" fmla="*/ 0 w 4971985"/>
              <a:gd name="connsiteY0" fmla="*/ 0 h 339915"/>
              <a:gd name="connsiteX1" fmla="*/ 0 w 4971985"/>
              <a:gd name="connsiteY1" fmla="*/ 0 h 339915"/>
              <a:gd name="connsiteX2" fmla="*/ 4035808 w 4971985"/>
              <a:gd name="connsiteY2" fmla="*/ 48312 h 339915"/>
              <a:gd name="connsiteX3" fmla="*/ 4673465 w 4971985"/>
              <a:gd name="connsiteY3" fmla="*/ 335963 h 339915"/>
              <a:gd name="connsiteX4" fmla="*/ 0 w 4971985"/>
              <a:gd name="connsiteY4" fmla="*/ 335964 h 339915"/>
              <a:gd name="connsiteX5" fmla="*/ 0 w 4971985"/>
              <a:gd name="connsiteY5" fmla="*/ 0 h 339915"/>
              <a:gd name="connsiteX0" fmla="*/ 0 w 4977139"/>
              <a:gd name="connsiteY0" fmla="*/ 0 h 335964"/>
              <a:gd name="connsiteX1" fmla="*/ 0 w 4977139"/>
              <a:gd name="connsiteY1" fmla="*/ 0 h 335964"/>
              <a:gd name="connsiteX2" fmla="*/ 4035808 w 4977139"/>
              <a:gd name="connsiteY2" fmla="*/ 48312 h 335964"/>
              <a:gd name="connsiteX3" fmla="*/ 4673465 w 4977139"/>
              <a:gd name="connsiteY3" fmla="*/ 335963 h 335964"/>
              <a:gd name="connsiteX4" fmla="*/ 0 w 4977139"/>
              <a:gd name="connsiteY4" fmla="*/ 335964 h 335964"/>
              <a:gd name="connsiteX5" fmla="*/ 0 w 4977139"/>
              <a:gd name="connsiteY5" fmla="*/ 0 h 335964"/>
              <a:gd name="connsiteX0" fmla="*/ 0 w 4680500"/>
              <a:gd name="connsiteY0" fmla="*/ 0 h 335993"/>
              <a:gd name="connsiteX1" fmla="*/ 0 w 4680500"/>
              <a:gd name="connsiteY1" fmla="*/ 0 h 335993"/>
              <a:gd name="connsiteX2" fmla="*/ 4035808 w 4680500"/>
              <a:gd name="connsiteY2" fmla="*/ 48312 h 335993"/>
              <a:gd name="connsiteX3" fmla="*/ 4673465 w 4680500"/>
              <a:gd name="connsiteY3" fmla="*/ 335963 h 335993"/>
              <a:gd name="connsiteX4" fmla="*/ 0 w 4680500"/>
              <a:gd name="connsiteY4" fmla="*/ 335964 h 335993"/>
              <a:gd name="connsiteX5" fmla="*/ 0 w 4680500"/>
              <a:gd name="connsiteY5" fmla="*/ 0 h 335993"/>
              <a:gd name="connsiteX0" fmla="*/ 0 w 4673495"/>
              <a:gd name="connsiteY0" fmla="*/ 0 h 335993"/>
              <a:gd name="connsiteX1" fmla="*/ 0 w 4673495"/>
              <a:gd name="connsiteY1" fmla="*/ 0 h 335993"/>
              <a:gd name="connsiteX2" fmla="*/ 4035808 w 4673495"/>
              <a:gd name="connsiteY2" fmla="*/ 48312 h 335993"/>
              <a:gd name="connsiteX3" fmla="*/ 4673465 w 4673495"/>
              <a:gd name="connsiteY3" fmla="*/ 335963 h 335993"/>
              <a:gd name="connsiteX4" fmla="*/ 0 w 4673495"/>
              <a:gd name="connsiteY4" fmla="*/ 335964 h 335993"/>
              <a:gd name="connsiteX5" fmla="*/ 0 w 4673495"/>
              <a:gd name="connsiteY5" fmla="*/ 0 h 335993"/>
              <a:gd name="connsiteX0" fmla="*/ 0 w 5049349"/>
              <a:gd name="connsiteY0" fmla="*/ 0 h 360817"/>
              <a:gd name="connsiteX1" fmla="*/ 0 w 5049349"/>
              <a:gd name="connsiteY1" fmla="*/ 0 h 360817"/>
              <a:gd name="connsiteX2" fmla="*/ 4752225 w 5049349"/>
              <a:gd name="connsiteY2" fmla="*/ 438 h 360817"/>
              <a:gd name="connsiteX3" fmla="*/ 4673465 w 5049349"/>
              <a:gd name="connsiteY3" fmla="*/ 335963 h 360817"/>
              <a:gd name="connsiteX4" fmla="*/ 0 w 5049349"/>
              <a:gd name="connsiteY4" fmla="*/ 335964 h 360817"/>
              <a:gd name="connsiteX5" fmla="*/ 0 w 5049349"/>
              <a:gd name="connsiteY5" fmla="*/ 0 h 360817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317112"/>
              <a:gd name="connsiteY0" fmla="*/ 0 h 354433"/>
              <a:gd name="connsiteX1" fmla="*/ 0 w 5317112"/>
              <a:gd name="connsiteY1" fmla="*/ 0 h 354433"/>
              <a:gd name="connsiteX2" fmla="*/ 4775485 w 5317112"/>
              <a:gd name="connsiteY2" fmla="*/ 86612 h 354433"/>
              <a:gd name="connsiteX3" fmla="*/ 4673465 w 5317112"/>
              <a:gd name="connsiteY3" fmla="*/ 335963 h 354433"/>
              <a:gd name="connsiteX4" fmla="*/ 0 w 5317112"/>
              <a:gd name="connsiteY4" fmla="*/ 335964 h 354433"/>
              <a:gd name="connsiteX5" fmla="*/ 0 w 5317112"/>
              <a:gd name="connsiteY5" fmla="*/ 0 h 354433"/>
              <a:gd name="connsiteX0" fmla="*/ 0 w 5286704"/>
              <a:gd name="connsiteY0" fmla="*/ 0 h 354433"/>
              <a:gd name="connsiteX1" fmla="*/ 0 w 5286704"/>
              <a:gd name="connsiteY1" fmla="*/ 0 h 354433"/>
              <a:gd name="connsiteX2" fmla="*/ 4775485 w 5286704"/>
              <a:gd name="connsiteY2" fmla="*/ 86612 h 354433"/>
              <a:gd name="connsiteX3" fmla="*/ 4673465 w 5286704"/>
              <a:gd name="connsiteY3" fmla="*/ 335963 h 354433"/>
              <a:gd name="connsiteX4" fmla="*/ 0 w 5286704"/>
              <a:gd name="connsiteY4" fmla="*/ 335964 h 354433"/>
              <a:gd name="connsiteX5" fmla="*/ 0 w 5286704"/>
              <a:gd name="connsiteY5" fmla="*/ 0 h 354433"/>
              <a:gd name="connsiteX0" fmla="*/ 0 w 5097113"/>
              <a:gd name="connsiteY0" fmla="*/ 0 h 354433"/>
              <a:gd name="connsiteX1" fmla="*/ 0 w 5097113"/>
              <a:gd name="connsiteY1" fmla="*/ 0 h 354433"/>
              <a:gd name="connsiteX2" fmla="*/ 4775485 w 5097113"/>
              <a:gd name="connsiteY2" fmla="*/ 86612 h 354433"/>
              <a:gd name="connsiteX3" fmla="*/ 4673465 w 5097113"/>
              <a:gd name="connsiteY3" fmla="*/ 335963 h 354433"/>
              <a:gd name="connsiteX4" fmla="*/ 0 w 5097113"/>
              <a:gd name="connsiteY4" fmla="*/ 335964 h 354433"/>
              <a:gd name="connsiteX5" fmla="*/ 0 w 5097113"/>
              <a:gd name="connsiteY5" fmla="*/ 0 h 354433"/>
              <a:gd name="connsiteX0" fmla="*/ 0 w 5059613"/>
              <a:gd name="connsiteY0" fmla="*/ 269184 h 623617"/>
              <a:gd name="connsiteX1" fmla="*/ 0 w 5059613"/>
              <a:gd name="connsiteY1" fmla="*/ 269184 h 623617"/>
              <a:gd name="connsiteX2" fmla="*/ 4775485 w 5059613"/>
              <a:gd name="connsiteY2" fmla="*/ 355796 h 623617"/>
              <a:gd name="connsiteX3" fmla="*/ 4673465 w 5059613"/>
              <a:gd name="connsiteY3" fmla="*/ 605147 h 623617"/>
              <a:gd name="connsiteX4" fmla="*/ 0 w 5059613"/>
              <a:gd name="connsiteY4" fmla="*/ 605148 h 623617"/>
              <a:gd name="connsiteX5" fmla="*/ 0 w 5059613"/>
              <a:gd name="connsiteY5" fmla="*/ 269184 h 623617"/>
              <a:gd name="connsiteX0" fmla="*/ 0 w 5080032"/>
              <a:gd name="connsiteY0" fmla="*/ 0 h 606920"/>
              <a:gd name="connsiteX1" fmla="*/ 0 w 5080032"/>
              <a:gd name="connsiteY1" fmla="*/ 0 h 606920"/>
              <a:gd name="connsiteX2" fmla="*/ 4775485 w 5080032"/>
              <a:gd name="connsiteY2" fmla="*/ 86612 h 606920"/>
              <a:gd name="connsiteX3" fmla="*/ 4673465 w 5080032"/>
              <a:gd name="connsiteY3" fmla="*/ 335963 h 606920"/>
              <a:gd name="connsiteX4" fmla="*/ 0 w 5080032"/>
              <a:gd name="connsiteY4" fmla="*/ 335964 h 606920"/>
              <a:gd name="connsiteX5" fmla="*/ 0 w 5080032"/>
              <a:gd name="connsiteY5" fmla="*/ 0 h 606920"/>
              <a:gd name="connsiteX0" fmla="*/ 0 w 5042821"/>
              <a:gd name="connsiteY0" fmla="*/ 38486 h 645406"/>
              <a:gd name="connsiteX1" fmla="*/ 0 w 5042821"/>
              <a:gd name="connsiteY1" fmla="*/ 38486 h 645406"/>
              <a:gd name="connsiteX2" fmla="*/ 4775485 w 5042821"/>
              <a:gd name="connsiteY2" fmla="*/ 125098 h 645406"/>
              <a:gd name="connsiteX3" fmla="*/ 4673465 w 5042821"/>
              <a:gd name="connsiteY3" fmla="*/ 374449 h 645406"/>
              <a:gd name="connsiteX4" fmla="*/ 0 w 5042821"/>
              <a:gd name="connsiteY4" fmla="*/ 374450 h 645406"/>
              <a:gd name="connsiteX5" fmla="*/ 0 w 5042821"/>
              <a:gd name="connsiteY5" fmla="*/ 38486 h 645406"/>
              <a:gd name="connsiteX0" fmla="*/ 0 w 5185081"/>
              <a:gd name="connsiteY0" fmla="*/ 0 h 606920"/>
              <a:gd name="connsiteX1" fmla="*/ 0 w 5185081"/>
              <a:gd name="connsiteY1" fmla="*/ 0 h 606920"/>
              <a:gd name="connsiteX2" fmla="*/ 4775485 w 5185081"/>
              <a:gd name="connsiteY2" fmla="*/ 86612 h 606920"/>
              <a:gd name="connsiteX3" fmla="*/ 4673465 w 5185081"/>
              <a:gd name="connsiteY3" fmla="*/ 335963 h 606920"/>
              <a:gd name="connsiteX4" fmla="*/ 0 w 5185081"/>
              <a:gd name="connsiteY4" fmla="*/ 335964 h 606920"/>
              <a:gd name="connsiteX5" fmla="*/ 0 w 5185081"/>
              <a:gd name="connsiteY5" fmla="*/ 0 h 606920"/>
              <a:gd name="connsiteX0" fmla="*/ 0 w 5185081"/>
              <a:gd name="connsiteY0" fmla="*/ 0 h 354433"/>
              <a:gd name="connsiteX1" fmla="*/ 0 w 5185081"/>
              <a:gd name="connsiteY1" fmla="*/ 0 h 354433"/>
              <a:gd name="connsiteX2" fmla="*/ 4775485 w 5185081"/>
              <a:gd name="connsiteY2" fmla="*/ 86612 h 354433"/>
              <a:gd name="connsiteX3" fmla="*/ 4673465 w 5185081"/>
              <a:gd name="connsiteY3" fmla="*/ 335963 h 354433"/>
              <a:gd name="connsiteX4" fmla="*/ 0 w 5185081"/>
              <a:gd name="connsiteY4" fmla="*/ 335964 h 354433"/>
              <a:gd name="connsiteX5" fmla="*/ 0 w 5185081"/>
              <a:gd name="connsiteY5" fmla="*/ 0 h 354433"/>
              <a:gd name="connsiteX0" fmla="*/ 0 w 5056051"/>
              <a:gd name="connsiteY0" fmla="*/ 0 h 354433"/>
              <a:gd name="connsiteX1" fmla="*/ 0 w 5056051"/>
              <a:gd name="connsiteY1" fmla="*/ 0 h 354433"/>
              <a:gd name="connsiteX2" fmla="*/ 4775485 w 5056051"/>
              <a:gd name="connsiteY2" fmla="*/ 86612 h 354433"/>
              <a:gd name="connsiteX3" fmla="*/ 4673465 w 5056051"/>
              <a:gd name="connsiteY3" fmla="*/ 335963 h 354433"/>
              <a:gd name="connsiteX4" fmla="*/ 0 w 5056051"/>
              <a:gd name="connsiteY4" fmla="*/ 335964 h 354433"/>
              <a:gd name="connsiteX5" fmla="*/ 0 w 5056051"/>
              <a:gd name="connsiteY5" fmla="*/ 0 h 354433"/>
              <a:gd name="connsiteX0" fmla="*/ 0 w 4775496"/>
              <a:gd name="connsiteY0" fmla="*/ 0 h 354433"/>
              <a:gd name="connsiteX1" fmla="*/ 0 w 4775496"/>
              <a:gd name="connsiteY1" fmla="*/ 0 h 354433"/>
              <a:gd name="connsiteX2" fmla="*/ 4775485 w 4775496"/>
              <a:gd name="connsiteY2" fmla="*/ 86612 h 354433"/>
              <a:gd name="connsiteX3" fmla="*/ 4673465 w 4775496"/>
              <a:gd name="connsiteY3" fmla="*/ 335963 h 354433"/>
              <a:gd name="connsiteX4" fmla="*/ 0 w 4775496"/>
              <a:gd name="connsiteY4" fmla="*/ 335964 h 354433"/>
              <a:gd name="connsiteX5" fmla="*/ 0 w 4775496"/>
              <a:gd name="connsiteY5" fmla="*/ 0 h 354433"/>
              <a:gd name="connsiteX0" fmla="*/ 0 w 4775496"/>
              <a:gd name="connsiteY0" fmla="*/ 0 h 335964"/>
              <a:gd name="connsiteX1" fmla="*/ 0 w 4775496"/>
              <a:gd name="connsiteY1" fmla="*/ 0 h 335964"/>
              <a:gd name="connsiteX2" fmla="*/ 4775485 w 4775496"/>
              <a:gd name="connsiteY2" fmla="*/ 86612 h 335964"/>
              <a:gd name="connsiteX3" fmla="*/ 4673465 w 4775496"/>
              <a:gd name="connsiteY3" fmla="*/ 335963 h 335964"/>
              <a:gd name="connsiteX4" fmla="*/ 0 w 4775496"/>
              <a:gd name="connsiteY4" fmla="*/ 335964 h 335964"/>
              <a:gd name="connsiteX5" fmla="*/ 0 w 4775496"/>
              <a:gd name="connsiteY5" fmla="*/ 0 h 335964"/>
              <a:gd name="connsiteX0" fmla="*/ 0 w 4759216"/>
              <a:gd name="connsiteY0" fmla="*/ 0 h 335964"/>
              <a:gd name="connsiteX1" fmla="*/ 0 w 4759216"/>
              <a:gd name="connsiteY1" fmla="*/ 0 h 335964"/>
              <a:gd name="connsiteX2" fmla="*/ 4759203 w 4759216"/>
              <a:gd name="connsiteY2" fmla="*/ 5225 h 335964"/>
              <a:gd name="connsiteX3" fmla="*/ 4673465 w 4759216"/>
              <a:gd name="connsiteY3" fmla="*/ 335963 h 335964"/>
              <a:gd name="connsiteX4" fmla="*/ 0 w 4759216"/>
              <a:gd name="connsiteY4" fmla="*/ 335964 h 335964"/>
              <a:gd name="connsiteX5" fmla="*/ 0 w 4759216"/>
              <a:gd name="connsiteY5" fmla="*/ 0 h 335964"/>
              <a:gd name="connsiteX0" fmla="*/ 0 w 4759208"/>
              <a:gd name="connsiteY0" fmla="*/ 0 h 335964"/>
              <a:gd name="connsiteX1" fmla="*/ 0 w 4759208"/>
              <a:gd name="connsiteY1" fmla="*/ 0 h 335964"/>
              <a:gd name="connsiteX2" fmla="*/ 4759203 w 4759208"/>
              <a:gd name="connsiteY2" fmla="*/ 5225 h 335964"/>
              <a:gd name="connsiteX3" fmla="*/ 4559490 w 4759208"/>
              <a:gd name="connsiteY3" fmla="*/ 206702 h 335964"/>
              <a:gd name="connsiteX4" fmla="*/ 0 w 4759208"/>
              <a:gd name="connsiteY4" fmla="*/ 335964 h 335964"/>
              <a:gd name="connsiteX5" fmla="*/ 0 w 4759208"/>
              <a:gd name="connsiteY5" fmla="*/ 0 h 335964"/>
              <a:gd name="connsiteX0" fmla="*/ 0 w 4759215"/>
              <a:gd name="connsiteY0" fmla="*/ 0 h 335964"/>
              <a:gd name="connsiteX1" fmla="*/ 0 w 4759215"/>
              <a:gd name="connsiteY1" fmla="*/ 0 h 335964"/>
              <a:gd name="connsiteX2" fmla="*/ 4759203 w 4759215"/>
              <a:gd name="connsiteY2" fmla="*/ 5225 h 335964"/>
              <a:gd name="connsiteX3" fmla="*/ 4668814 w 4759215"/>
              <a:gd name="connsiteY3" fmla="*/ 335963 h 335964"/>
              <a:gd name="connsiteX4" fmla="*/ 0 w 4759215"/>
              <a:gd name="connsiteY4" fmla="*/ 335964 h 335964"/>
              <a:gd name="connsiteX5" fmla="*/ 0 w 4759215"/>
              <a:gd name="connsiteY5" fmla="*/ 0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9215" h="335964">
                <a:moveTo>
                  <a:pt x="0" y="0"/>
                </a:moveTo>
                <a:lnTo>
                  <a:pt x="0" y="0"/>
                </a:lnTo>
                <a:lnTo>
                  <a:pt x="4759203" y="5225"/>
                </a:lnTo>
                <a:cubicBezTo>
                  <a:pt x="4760433" y="13511"/>
                  <a:pt x="4673878" y="332704"/>
                  <a:pt x="4668814" y="335963"/>
                </a:cubicBezTo>
                <a:cubicBezTo>
                  <a:pt x="4670728" y="334435"/>
                  <a:pt x="1557822" y="335964"/>
                  <a:pt x="0" y="3359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54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686383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ighlighting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337159"/>
            <a:ext cx="11052484" cy="170715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429BDA1B-2BC8-40BC-AA30-CF42B5D03C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3556" y="3023085"/>
            <a:ext cx="3384000" cy="684000"/>
          </a:xfrm>
          <a:solidFill>
            <a:schemeClr val="tx2"/>
          </a:solidFill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72106505-DB5F-4F49-8822-4826BDEC7B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398" y="3968439"/>
            <a:ext cx="3491157" cy="23400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Espace réservé du texte 10">
            <a:extLst>
              <a:ext uri="{FF2B5EF4-FFF2-40B4-BE49-F238E27FC236}">
                <a16:creationId xmlns:a16="http://schemas.microsoft.com/office/drawing/2014/main" id="{73C17576-3818-4DAF-8697-2FBB1139D9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09106" y="3023085"/>
            <a:ext cx="3384000" cy="684000"/>
          </a:xfrm>
          <a:solidFill>
            <a:schemeClr val="tx2"/>
          </a:solidFill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06D58CD4-C66A-40AB-98B4-535A07E2DB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01948" y="3968439"/>
            <a:ext cx="3491157" cy="23400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Espace réservé du texte 10">
            <a:extLst>
              <a:ext uri="{FF2B5EF4-FFF2-40B4-BE49-F238E27FC236}">
                <a16:creationId xmlns:a16="http://schemas.microsoft.com/office/drawing/2014/main" id="{929A8655-1F53-480F-8591-3D24D79A7B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74656" y="3023085"/>
            <a:ext cx="3384000" cy="684000"/>
          </a:xfrm>
          <a:solidFill>
            <a:schemeClr val="tx2"/>
          </a:solidFill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2B9BEC67-6961-47E7-8313-1489F4F11B5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7498" y="3968439"/>
            <a:ext cx="3491157" cy="23400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9FC375D8-754D-F925-D386-C531E063BFA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-1" y="449848"/>
            <a:ext cx="9795419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9609373 w 9683261"/>
              <a:gd name="connsiteY23" fmla="*/ 50961 h 335964"/>
              <a:gd name="connsiteX24" fmla="*/ 0 w 9683261"/>
              <a:gd name="connsiteY24" fmla="*/ 0 h 335964"/>
              <a:gd name="connsiteX25" fmla="*/ 739665 w 9683261"/>
              <a:gd name="connsiteY25" fmla="*/ 0 h 335964"/>
              <a:gd name="connsiteX26" fmla="*/ 9540864 w 9683261"/>
              <a:gd name="connsiteY26" fmla="*/ 0 h 335964"/>
              <a:gd name="connsiteX27" fmla="*/ 9568541 w 9683261"/>
              <a:gd name="connsiteY27" fmla="*/ 27997 h 335964"/>
              <a:gd name="connsiteX28" fmla="*/ 9540864 w 9683261"/>
              <a:gd name="connsiteY28" fmla="*/ 55995 h 335964"/>
              <a:gd name="connsiteX29" fmla="*/ 9522411 w 9683261"/>
              <a:gd name="connsiteY29" fmla="*/ 74659 h 335964"/>
              <a:gd name="connsiteX30" fmla="*/ 9540864 w 9683261"/>
              <a:gd name="connsiteY30" fmla="*/ 97990 h 335964"/>
              <a:gd name="connsiteX31" fmla="*/ 9568541 w 9683261"/>
              <a:gd name="connsiteY31" fmla="*/ 121320 h 335964"/>
              <a:gd name="connsiteX32" fmla="*/ 9545478 w 9683261"/>
              <a:gd name="connsiteY32" fmla="*/ 149317 h 335964"/>
              <a:gd name="connsiteX33" fmla="*/ 9540864 w 9683261"/>
              <a:gd name="connsiteY33" fmla="*/ 149317 h 335964"/>
              <a:gd name="connsiteX34" fmla="*/ 9522411 w 9683261"/>
              <a:gd name="connsiteY34" fmla="*/ 167982 h 335964"/>
              <a:gd name="connsiteX35" fmla="*/ 9540864 w 9683261"/>
              <a:gd name="connsiteY35" fmla="*/ 191313 h 335964"/>
              <a:gd name="connsiteX36" fmla="*/ 9568541 w 9683261"/>
              <a:gd name="connsiteY36" fmla="*/ 214644 h 335964"/>
              <a:gd name="connsiteX37" fmla="*/ 9540864 w 9683261"/>
              <a:gd name="connsiteY37" fmla="*/ 242641 h 335964"/>
              <a:gd name="connsiteX38" fmla="*/ 9522411 w 9683261"/>
              <a:gd name="connsiteY38" fmla="*/ 265971 h 335964"/>
              <a:gd name="connsiteX39" fmla="*/ 9540864 w 9683261"/>
              <a:gd name="connsiteY39" fmla="*/ 284636 h 335964"/>
              <a:gd name="connsiteX40" fmla="*/ 9568541 w 9683261"/>
              <a:gd name="connsiteY40" fmla="*/ 312633 h 335964"/>
              <a:gd name="connsiteX41" fmla="*/ 9540864 w 9683261"/>
              <a:gd name="connsiteY41" fmla="*/ 335964 h 335964"/>
              <a:gd name="connsiteX42" fmla="*/ 845227 w 9683261"/>
              <a:gd name="connsiteY42" fmla="*/ 335964 h 335964"/>
              <a:gd name="connsiteX43" fmla="*/ 0 w 9683261"/>
              <a:gd name="connsiteY43" fmla="*/ 335964 h 335964"/>
              <a:gd name="connsiteX44" fmla="*/ 0 w 9683261"/>
              <a:gd name="connsiteY44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586041 w 9683261"/>
              <a:gd name="connsiteY20" fmla="*/ 7450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0 w 9683261"/>
              <a:gd name="connsiteY23" fmla="*/ 0 h 335964"/>
              <a:gd name="connsiteX24" fmla="*/ 739665 w 9683261"/>
              <a:gd name="connsiteY24" fmla="*/ 0 h 335964"/>
              <a:gd name="connsiteX25" fmla="*/ 9540864 w 9683261"/>
              <a:gd name="connsiteY25" fmla="*/ 0 h 335964"/>
              <a:gd name="connsiteX26" fmla="*/ 9568541 w 9683261"/>
              <a:gd name="connsiteY26" fmla="*/ 27997 h 335964"/>
              <a:gd name="connsiteX27" fmla="*/ 9540864 w 9683261"/>
              <a:gd name="connsiteY27" fmla="*/ 55995 h 335964"/>
              <a:gd name="connsiteX28" fmla="*/ 9522411 w 9683261"/>
              <a:gd name="connsiteY28" fmla="*/ 74659 h 335964"/>
              <a:gd name="connsiteX29" fmla="*/ 9540864 w 9683261"/>
              <a:gd name="connsiteY29" fmla="*/ 97990 h 335964"/>
              <a:gd name="connsiteX30" fmla="*/ 9568541 w 9683261"/>
              <a:gd name="connsiteY30" fmla="*/ 121320 h 335964"/>
              <a:gd name="connsiteX31" fmla="*/ 9545478 w 9683261"/>
              <a:gd name="connsiteY31" fmla="*/ 149317 h 335964"/>
              <a:gd name="connsiteX32" fmla="*/ 9540864 w 9683261"/>
              <a:gd name="connsiteY32" fmla="*/ 149317 h 335964"/>
              <a:gd name="connsiteX33" fmla="*/ 9522411 w 9683261"/>
              <a:gd name="connsiteY33" fmla="*/ 167982 h 335964"/>
              <a:gd name="connsiteX34" fmla="*/ 9540864 w 9683261"/>
              <a:gd name="connsiteY34" fmla="*/ 191313 h 335964"/>
              <a:gd name="connsiteX35" fmla="*/ 9568541 w 9683261"/>
              <a:gd name="connsiteY35" fmla="*/ 214644 h 335964"/>
              <a:gd name="connsiteX36" fmla="*/ 9540864 w 9683261"/>
              <a:gd name="connsiteY36" fmla="*/ 242641 h 335964"/>
              <a:gd name="connsiteX37" fmla="*/ 9522411 w 9683261"/>
              <a:gd name="connsiteY37" fmla="*/ 265971 h 335964"/>
              <a:gd name="connsiteX38" fmla="*/ 9540864 w 9683261"/>
              <a:gd name="connsiteY38" fmla="*/ 284636 h 335964"/>
              <a:gd name="connsiteX39" fmla="*/ 9568541 w 9683261"/>
              <a:gd name="connsiteY39" fmla="*/ 312633 h 335964"/>
              <a:gd name="connsiteX40" fmla="*/ 9540864 w 9683261"/>
              <a:gd name="connsiteY40" fmla="*/ 335964 h 335964"/>
              <a:gd name="connsiteX41" fmla="*/ 845227 w 9683261"/>
              <a:gd name="connsiteY41" fmla="*/ 335964 h 335964"/>
              <a:gd name="connsiteX42" fmla="*/ 0 w 9683261"/>
              <a:gd name="connsiteY42" fmla="*/ 335964 h 335964"/>
              <a:gd name="connsiteX43" fmla="*/ 0 w 9683261"/>
              <a:gd name="connsiteY43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0 w 9683261"/>
              <a:gd name="connsiteY20" fmla="*/ 0 h 335964"/>
              <a:gd name="connsiteX21" fmla="*/ 739665 w 9683261"/>
              <a:gd name="connsiteY21" fmla="*/ 0 h 335964"/>
              <a:gd name="connsiteX22" fmla="*/ 9540864 w 9683261"/>
              <a:gd name="connsiteY22" fmla="*/ 0 h 335964"/>
              <a:gd name="connsiteX23" fmla="*/ 9568541 w 9683261"/>
              <a:gd name="connsiteY23" fmla="*/ 27997 h 335964"/>
              <a:gd name="connsiteX24" fmla="*/ 9540864 w 9683261"/>
              <a:gd name="connsiteY24" fmla="*/ 55995 h 335964"/>
              <a:gd name="connsiteX25" fmla="*/ 9522411 w 9683261"/>
              <a:gd name="connsiteY25" fmla="*/ 74659 h 335964"/>
              <a:gd name="connsiteX26" fmla="*/ 9540864 w 9683261"/>
              <a:gd name="connsiteY26" fmla="*/ 97990 h 335964"/>
              <a:gd name="connsiteX27" fmla="*/ 9568541 w 9683261"/>
              <a:gd name="connsiteY27" fmla="*/ 121320 h 335964"/>
              <a:gd name="connsiteX28" fmla="*/ 9545478 w 9683261"/>
              <a:gd name="connsiteY28" fmla="*/ 149317 h 335964"/>
              <a:gd name="connsiteX29" fmla="*/ 9540864 w 9683261"/>
              <a:gd name="connsiteY29" fmla="*/ 149317 h 335964"/>
              <a:gd name="connsiteX30" fmla="*/ 9522411 w 9683261"/>
              <a:gd name="connsiteY30" fmla="*/ 167982 h 335964"/>
              <a:gd name="connsiteX31" fmla="*/ 9540864 w 9683261"/>
              <a:gd name="connsiteY31" fmla="*/ 191313 h 335964"/>
              <a:gd name="connsiteX32" fmla="*/ 9568541 w 9683261"/>
              <a:gd name="connsiteY32" fmla="*/ 214644 h 335964"/>
              <a:gd name="connsiteX33" fmla="*/ 9540864 w 9683261"/>
              <a:gd name="connsiteY33" fmla="*/ 242641 h 335964"/>
              <a:gd name="connsiteX34" fmla="*/ 9522411 w 9683261"/>
              <a:gd name="connsiteY34" fmla="*/ 265971 h 335964"/>
              <a:gd name="connsiteX35" fmla="*/ 9540864 w 9683261"/>
              <a:gd name="connsiteY35" fmla="*/ 284636 h 335964"/>
              <a:gd name="connsiteX36" fmla="*/ 9568541 w 9683261"/>
              <a:gd name="connsiteY36" fmla="*/ 312633 h 335964"/>
              <a:gd name="connsiteX37" fmla="*/ 9540864 w 9683261"/>
              <a:gd name="connsiteY37" fmla="*/ 335964 h 335964"/>
              <a:gd name="connsiteX38" fmla="*/ 845227 w 9683261"/>
              <a:gd name="connsiteY38" fmla="*/ 335964 h 335964"/>
              <a:gd name="connsiteX39" fmla="*/ 0 w 9683261"/>
              <a:gd name="connsiteY39" fmla="*/ 335964 h 335964"/>
              <a:gd name="connsiteX40" fmla="*/ 0 w 9683261"/>
              <a:gd name="connsiteY40" fmla="*/ 0 h 335964"/>
              <a:gd name="connsiteX0" fmla="*/ 9609373 w 9683639"/>
              <a:gd name="connsiteY0" fmla="*/ 237817 h 335964"/>
              <a:gd name="connsiteX1" fmla="*/ 9632706 w 9683639"/>
              <a:gd name="connsiteY1" fmla="*/ 261358 h 335964"/>
              <a:gd name="connsiteX2" fmla="*/ 9609373 w 9683639"/>
              <a:gd name="connsiteY2" fmla="*/ 284899 h 335964"/>
              <a:gd name="connsiteX3" fmla="*/ 9586041 w 9683639"/>
              <a:gd name="connsiteY3" fmla="*/ 261358 h 335964"/>
              <a:gd name="connsiteX4" fmla="*/ 9609373 w 9683639"/>
              <a:gd name="connsiteY4" fmla="*/ 237817 h 335964"/>
              <a:gd name="connsiteX5" fmla="*/ 9669650 w 9683639"/>
              <a:gd name="connsiteY5" fmla="*/ 200069 h 335964"/>
              <a:gd name="connsiteX6" fmla="*/ 9683261 w 9683639"/>
              <a:gd name="connsiteY6" fmla="*/ 212909 h 335964"/>
              <a:gd name="connsiteX7" fmla="*/ 9669650 w 9683639"/>
              <a:gd name="connsiteY7" fmla="*/ 225749 h 335964"/>
              <a:gd name="connsiteX8" fmla="*/ 9656038 w 9683639"/>
              <a:gd name="connsiteY8" fmla="*/ 212909 h 335964"/>
              <a:gd name="connsiteX9" fmla="*/ 9669650 w 9683639"/>
              <a:gd name="connsiteY9" fmla="*/ 200069 h 335964"/>
              <a:gd name="connsiteX10" fmla="*/ 9609373 w 9683639"/>
              <a:gd name="connsiteY10" fmla="*/ 143445 h 335964"/>
              <a:gd name="connsiteX11" fmla="*/ 9632706 w 9683639"/>
              <a:gd name="connsiteY11" fmla="*/ 166987 h 335964"/>
              <a:gd name="connsiteX12" fmla="*/ 9609373 w 9683639"/>
              <a:gd name="connsiteY12" fmla="*/ 190527 h 335964"/>
              <a:gd name="connsiteX13" fmla="*/ 9586041 w 9683639"/>
              <a:gd name="connsiteY13" fmla="*/ 166987 h 335964"/>
              <a:gd name="connsiteX14" fmla="*/ 9609373 w 9683639"/>
              <a:gd name="connsiteY14" fmla="*/ 143445 h 335964"/>
              <a:gd name="connsiteX15" fmla="*/ 9656038 w 9683639"/>
              <a:gd name="connsiteY15" fmla="*/ 114762 h 335964"/>
              <a:gd name="connsiteX16" fmla="*/ 9683261 w 9683639"/>
              <a:gd name="connsiteY16" fmla="*/ 114762 h 335964"/>
              <a:gd name="connsiteX17" fmla="*/ 9669650 w 9683639"/>
              <a:gd name="connsiteY17" fmla="*/ 127602 h 335964"/>
              <a:gd name="connsiteX18" fmla="*/ 9656038 w 9683639"/>
              <a:gd name="connsiteY18" fmla="*/ 114762 h 335964"/>
              <a:gd name="connsiteX19" fmla="*/ 0 w 9683639"/>
              <a:gd name="connsiteY19" fmla="*/ 0 h 335964"/>
              <a:gd name="connsiteX20" fmla="*/ 739665 w 9683639"/>
              <a:gd name="connsiteY20" fmla="*/ 0 h 335964"/>
              <a:gd name="connsiteX21" fmla="*/ 9540864 w 9683639"/>
              <a:gd name="connsiteY21" fmla="*/ 0 h 335964"/>
              <a:gd name="connsiteX22" fmla="*/ 9568541 w 9683639"/>
              <a:gd name="connsiteY22" fmla="*/ 27997 h 335964"/>
              <a:gd name="connsiteX23" fmla="*/ 9540864 w 9683639"/>
              <a:gd name="connsiteY23" fmla="*/ 55995 h 335964"/>
              <a:gd name="connsiteX24" fmla="*/ 9522411 w 9683639"/>
              <a:gd name="connsiteY24" fmla="*/ 74659 h 335964"/>
              <a:gd name="connsiteX25" fmla="*/ 9540864 w 9683639"/>
              <a:gd name="connsiteY25" fmla="*/ 97990 h 335964"/>
              <a:gd name="connsiteX26" fmla="*/ 9568541 w 9683639"/>
              <a:gd name="connsiteY26" fmla="*/ 121320 h 335964"/>
              <a:gd name="connsiteX27" fmla="*/ 9545478 w 9683639"/>
              <a:gd name="connsiteY27" fmla="*/ 149317 h 335964"/>
              <a:gd name="connsiteX28" fmla="*/ 9540864 w 9683639"/>
              <a:gd name="connsiteY28" fmla="*/ 149317 h 335964"/>
              <a:gd name="connsiteX29" fmla="*/ 9522411 w 9683639"/>
              <a:gd name="connsiteY29" fmla="*/ 167982 h 335964"/>
              <a:gd name="connsiteX30" fmla="*/ 9540864 w 9683639"/>
              <a:gd name="connsiteY30" fmla="*/ 191313 h 335964"/>
              <a:gd name="connsiteX31" fmla="*/ 9568541 w 9683639"/>
              <a:gd name="connsiteY31" fmla="*/ 214644 h 335964"/>
              <a:gd name="connsiteX32" fmla="*/ 9540864 w 9683639"/>
              <a:gd name="connsiteY32" fmla="*/ 242641 h 335964"/>
              <a:gd name="connsiteX33" fmla="*/ 9522411 w 9683639"/>
              <a:gd name="connsiteY33" fmla="*/ 265971 h 335964"/>
              <a:gd name="connsiteX34" fmla="*/ 9540864 w 9683639"/>
              <a:gd name="connsiteY34" fmla="*/ 284636 h 335964"/>
              <a:gd name="connsiteX35" fmla="*/ 9568541 w 9683639"/>
              <a:gd name="connsiteY35" fmla="*/ 312633 h 335964"/>
              <a:gd name="connsiteX36" fmla="*/ 9540864 w 9683639"/>
              <a:gd name="connsiteY36" fmla="*/ 335964 h 335964"/>
              <a:gd name="connsiteX37" fmla="*/ 845227 w 9683639"/>
              <a:gd name="connsiteY37" fmla="*/ 335964 h 335964"/>
              <a:gd name="connsiteX38" fmla="*/ 0 w 9683639"/>
              <a:gd name="connsiteY38" fmla="*/ 335964 h 335964"/>
              <a:gd name="connsiteX39" fmla="*/ 0 w 9683639"/>
              <a:gd name="connsiteY39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56038 w 9683261"/>
              <a:gd name="connsiteY15" fmla="*/ 114762 h 335964"/>
              <a:gd name="connsiteX16" fmla="*/ 9669650 w 9683261"/>
              <a:gd name="connsiteY16" fmla="*/ 127602 h 335964"/>
              <a:gd name="connsiteX17" fmla="*/ 9656038 w 9683261"/>
              <a:gd name="connsiteY17" fmla="*/ 114762 h 335964"/>
              <a:gd name="connsiteX18" fmla="*/ 0 w 9683261"/>
              <a:gd name="connsiteY18" fmla="*/ 0 h 335964"/>
              <a:gd name="connsiteX19" fmla="*/ 739665 w 9683261"/>
              <a:gd name="connsiteY19" fmla="*/ 0 h 335964"/>
              <a:gd name="connsiteX20" fmla="*/ 9540864 w 9683261"/>
              <a:gd name="connsiteY20" fmla="*/ 0 h 335964"/>
              <a:gd name="connsiteX21" fmla="*/ 9568541 w 9683261"/>
              <a:gd name="connsiteY21" fmla="*/ 27997 h 335964"/>
              <a:gd name="connsiteX22" fmla="*/ 9540864 w 9683261"/>
              <a:gd name="connsiteY22" fmla="*/ 55995 h 335964"/>
              <a:gd name="connsiteX23" fmla="*/ 9522411 w 9683261"/>
              <a:gd name="connsiteY23" fmla="*/ 74659 h 335964"/>
              <a:gd name="connsiteX24" fmla="*/ 9540864 w 9683261"/>
              <a:gd name="connsiteY24" fmla="*/ 97990 h 335964"/>
              <a:gd name="connsiteX25" fmla="*/ 9568541 w 9683261"/>
              <a:gd name="connsiteY25" fmla="*/ 121320 h 335964"/>
              <a:gd name="connsiteX26" fmla="*/ 9545478 w 9683261"/>
              <a:gd name="connsiteY26" fmla="*/ 149317 h 335964"/>
              <a:gd name="connsiteX27" fmla="*/ 9540864 w 9683261"/>
              <a:gd name="connsiteY27" fmla="*/ 149317 h 335964"/>
              <a:gd name="connsiteX28" fmla="*/ 9522411 w 9683261"/>
              <a:gd name="connsiteY28" fmla="*/ 167982 h 335964"/>
              <a:gd name="connsiteX29" fmla="*/ 9540864 w 9683261"/>
              <a:gd name="connsiteY29" fmla="*/ 191313 h 335964"/>
              <a:gd name="connsiteX30" fmla="*/ 9568541 w 9683261"/>
              <a:gd name="connsiteY30" fmla="*/ 214644 h 335964"/>
              <a:gd name="connsiteX31" fmla="*/ 9540864 w 9683261"/>
              <a:gd name="connsiteY31" fmla="*/ 242641 h 335964"/>
              <a:gd name="connsiteX32" fmla="*/ 9522411 w 9683261"/>
              <a:gd name="connsiteY32" fmla="*/ 265971 h 335964"/>
              <a:gd name="connsiteX33" fmla="*/ 9540864 w 9683261"/>
              <a:gd name="connsiteY33" fmla="*/ 284636 h 335964"/>
              <a:gd name="connsiteX34" fmla="*/ 9568541 w 9683261"/>
              <a:gd name="connsiteY34" fmla="*/ 312633 h 335964"/>
              <a:gd name="connsiteX35" fmla="*/ 9540864 w 9683261"/>
              <a:gd name="connsiteY35" fmla="*/ 335964 h 335964"/>
              <a:gd name="connsiteX36" fmla="*/ 845227 w 9683261"/>
              <a:gd name="connsiteY36" fmla="*/ 335964 h 335964"/>
              <a:gd name="connsiteX37" fmla="*/ 0 w 9683261"/>
              <a:gd name="connsiteY37" fmla="*/ 335964 h 335964"/>
              <a:gd name="connsiteX38" fmla="*/ 0 w 9683261"/>
              <a:gd name="connsiteY38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0 w 9683261"/>
              <a:gd name="connsiteY15" fmla="*/ 0 h 335964"/>
              <a:gd name="connsiteX16" fmla="*/ 739665 w 9683261"/>
              <a:gd name="connsiteY16" fmla="*/ 0 h 335964"/>
              <a:gd name="connsiteX17" fmla="*/ 9540864 w 9683261"/>
              <a:gd name="connsiteY17" fmla="*/ 0 h 335964"/>
              <a:gd name="connsiteX18" fmla="*/ 9568541 w 9683261"/>
              <a:gd name="connsiteY18" fmla="*/ 27997 h 335964"/>
              <a:gd name="connsiteX19" fmla="*/ 9540864 w 9683261"/>
              <a:gd name="connsiteY19" fmla="*/ 55995 h 335964"/>
              <a:gd name="connsiteX20" fmla="*/ 9522411 w 9683261"/>
              <a:gd name="connsiteY20" fmla="*/ 74659 h 335964"/>
              <a:gd name="connsiteX21" fmla="*/ 9540864 w 9683261"/>
              <a:gd name="connsiteY21" fmla="*/ 97990 h 335964"/>
              <a:gd name="connsiteX22" fmla="*/ 9568541 w 9683261"/>
              <a:gd name="connsiteY22" fmla="*/ 121320 h 335964"/>
              <a:gd name="connsiteX23" fmla="*/ 9545478 w 9683261"/>
              <a:gd name="connsiteY23" fmla="*/ 149317 h 335964"/>
              <a:gd name="connsiteX24" fmla="*/ 9540864 w 9683261"/>
              <a:gd name="connsiteY24" fmla="*/ 149317 h 335964"/>
              <a:gd name="connsiteX25" fmla="*/ 9522411 w 9683261"/>
              <a:gd name="connsiteY25" fmla="*/ 167982 h 335964"/>
              <a:gd name="connsiteX26" fmla="*/ 9540864 w 9683261"/>
              <a:gd name="connsiteY26" fmla="*/ 191313 h 335964"/>
              <a:gd name="connsiteX27" fmla="*/ 9568541 w 9683261"/>
              <a:gd name="connsiteY27" fmla="*/ 214644 h 335964"/>
              <a:gd name="connsiteX28" fmla="*/ 9540864 w 9683261"/>
              <a:gd name="connsiteY28" fmla="*/ 242641 h 335964"/>
              <a:gd name="connsiteX29" fmla="*/ 9522411 w 9683261"/>
              <a:gd name="connsiteY29" fmla="*/ 265971 h 335964"/>
              <a:gd name="connsiteX30" fmla="*/ 9540864 w 9683261"/>
              <a:gd name="connsiteY30" fmla="*/ 284636 h 335964"/>
              <a:gd name="connsiteX31" fmla="*/ 9568541 w 9683261"/>
              <a:gd name="connsiteY31" fmla="*/ 312633 h 335964"/>
              <a:gd name="connsiteX32" fmla="*/ 9540864 w 9683261"/>
              <a:gd name="connsiteY32" fmla="*/ 335964 h 335964"/>
              <a:gd name="connsiteX33" fmla="*/ 845227 w 9683261"/>
              <a:gd name="connsiteY33" fmla="*/ 335964 h 335964"/>
              <a:gd name="connsiteX34" fmla="*/ 0 w 9683261"/>
              <a:gd name="connsiteY34" fmla="*/ 335964 h 335964"/>
              <a:gd name="connsiteX35" fmla="*/ 0 w 9683261"/>
              <a:gd name="connsiteY35" fmla="*/ 0 h 335964"/>
              <a:gd name="connsiteX0" fmla="*/ 9609373 w 9786569"/>
              <a:gd name="connsiteY0" fmla="*/ 237817 h 335964"/>
              <a:gd name="connsiteX1" fmla="*/ 9632706 w 9786569"/>
              <a:gd name="connsiteY1" fmla="*/ 261358 h 335964"/>
              <a:gd name="connsiteX2" fmla="*/ 9609373 w 9786569"/>
              <a:gd name="connsiteY2" fmla="*/ 284899 h 335964"/>
              <a:gd name="connsiteX3" fmla="*/ 9586041 w 9786569"/>
              <a:gd name="connsiteY3" fmla="*/ 261358 h 335964"/>
              <a:gd name="connsiteX4" fmla="*/ 9609373 w 9786569"/>
              <a:gd name="connsiteY4" fmla="*/ 237817 h 335964"/>
              <a:gd name="connsiteX5" fmla="*/ 9669650 w 9786569"/>
              <a:gd name="connsiteY5" fmla="*/ 200069 h 335964"/>
              <a:gd name="connsiteX6" fmla="*/ 9683261 w 9786569"/>
              <a:gd name="connsiteY6" fmla="*/ 212909 h 335964"/>
              <a:gd name="connsiteX7" fmla="*/ 9669650 w 9786569"/>
              <a:gd name="connsiteY7" fmla="*/ 225749 h 335964"/>
              <a:gd name="connsiteX8" fmla="*/ 9656038 w 9786569"/>
              <a:gd name="connsiteY8" fmla="*/ 212909 h 335964"/>
              <a:gd name="connsiteX9" fmla="*/ 9669650 w 9786569"/>
              <a:gd name="connsiteY9" fmla="*/ 200069 h 335964"/>
              <a:gd name="connsiteX10" fmla="*/ 9609373 w 9786569"/>
              <a:gd name="connsiteY10" fmla="*/ 143445 h 335964"/>
              <a:gd name="connsiteX11" fmla="*/ 9632706 w 9786569"/>
              <a:gd name="connsiteY11" fmla="*/ 166987 h 335964"/>
              <a:gd name="connsiteX12" fmla="*/ 9609373 w 9786569"/>
              <a:gd name="connsiteY12" fmla="*/ 190527 h 335964"/>
              <a:gd name="connsiteX13" fmla="*/ 9586041 w 9786569"/>
              <a:gd name="connsiteY13" fmla="*/ 166987 h 335964"/>
              <a:gd name="connsiteX14" fmla="*/ 9609373 w 9786569"/>
              <a:gd name="connsiteY14" fmla="*/ 143445 h 335964"/>
              <a:gd name="connsiteX15" fmla="*/ 0 w 9786569"/>
              <a:gd name="connsiteY15" fmla="*/ 0 h 335964"/>
              <a:gd name="connsiteX16" fmla="*/ 739665 w 9786569"/>
              <a:gd name="connsiteY16" fmla="*/ 0 h 335964"/>
              <a:gd name="connsiteX17" fmla="*/ 9785339 w 9786569"/>
              <a:gd name="connsiteY17" fmla="*/ 3175 h 335964"/>
              <a:gd name="connsiteX18" fmla="*/ 9568541 w 9786569"/>
              <a:gd name="connsiteY18" fmla="*/ 27997 h 335964"/>
              <a:gd name="connsiteX19" fmla="*/ 9540864 w 9786569"/>
              <a:gd name="connsiteY19" fmla="*/ 55995 h 335964"/>
              <a:gd name="connsiteX20" fmla="*/ 9522411 w 9786569"/>
              <a:gd name="connsiteY20" fmla="*/ 74659 h 335964"/>
              <a:gd name="connsiteX21" fmla="*/ 9540864 w 9786569"/>
              <a:gd name="connsiteY21" fmla="*/ 97990 h 335964"/>
              <a:gd name="connsiteX22" fmla="*/ 9568541 w 9786569"/>
              <a:gd name="connsiteY22" fmla="*/ 121320 h 335964"/>
              <a:gd name="connsiteX23" fmla="*/ 9545478 w 9786569"/>
              <a:gd name="connsiteY23" fmla="*/ 149317 h 335964"/>
              <a:gd name="connsiteX24" fmla="*/ 9540864 w 9786569"/>
              <a:gd name="connsiteY24" fmla="*/ 149317 h 335964"/>
              <a:gd name="connsiteX25" fmla="*/ 9522411 w 9786569"/>
              <a:gd name="connsiteY25" fmla="*/ 167982 h 335964"/>
              <a:gd name="connsiteX26" fmla="*/ 9540864 w 9786569"/>
              <a:gd name="connsiteY26" fmla="*/ 191313 h 335964"/>
              <a:gd name="connsiteX27" fmla="*/ 9568541 w 9786569"/>
              <a:gd name="connsiteY27" fmla="*/ 214644 h 335964"/>
              <a:gd name="connsiteX28" fmla="*/ 9540864 w 9786569"/>
              <a:gd name="connsiteY28" fmla="*/ 242641 h 335964"/>
              <a:gd name="connsiteX29" fmla="*/ 9522411 w 9786569"/>
              <a:gd name="connsiteY29" fmla="*/ 265971 h 335964"/>
              <a:gd name="connsiteX30" fmla="*/ 9540864 w 9786569"/>
              <a:gd name="connsiteY30" fmla="*/ 284636 h 335964"/>
              <a:gd name="connsiteX31" fmla="*/ 9568541 w 9786569"/>
              <a:gd name="connsiteY31" fmla="*/ 312633 h 335964"/>
              <a:gd name="connsiteX32" fmla="*/ 9540864 w 9786569"/>
              <a:gd name="connsiteY32" fmla="*/ 335964 h 335964"/>
              <a:gd name="connsiteX33" fmla="*/ 845227 w 9786569"/>
              <a:gd name="connsiteY33" fmla="*/ 335964 h 335964"/>
              <a:gd name="connsiteX34" fmla="*/ 0 w 9786569"/>
              <a:gd name="connsiteY34" fmla="*/ 335964 h 335964"/>
              <a:gd name="connsiteX35" fmla="*/ 0 w 9786569"/>
              <a:gd name="connsiteY35" fmla="*/ 0 h 335964"/>
              <a:gd name="connsiteX0" fmla="*/ 9609373 w 9786569"/>
              <a:gd name="connsiteY0" fmla="*/ 237817 h 339139"/>
              <a:gd name="connsiteX1" fmla="*/ 9632706 w 9786569"/>
              <a:gd name="connsiteY1" fmla="*/ 261358 h 339139"/>
              <a:gd name="connsiteX2" fmla="*/ 9609373 w 9786569"/>
              <a:gd name="connsiteY2" fmla="*/ 284899 h 339139"/>
              <a:gd name="connsiteX3" fmla="*/ 9586041 w 9786569"/>
              <a:gd name="connsiteY3" fmla="*/ 261358 h 339139"/>
              <a:gd name="connsiteX4" fmla="*/ 9609373 w 9786569"/>
              <a:gd name="connsiteY4" fmla="*/ 237817 h 339139"/>
              <a:gd name="connsiteX5" fmla="*/ 9669650 w 9786569"/>
              <a:gd name="connsiteY5" fmla="*/ 200069 h 339139"/>
              <a:gd name="connsiteX6" fmla="*/ 9683261 w 9786569"/>
              <a:gd name="connsiteY6" fmla="*/ 212909 h 339139"/>
              <a:gd name="connsiteX7" fmla="*/ 9669650 w 9786569"/>
              <a:gd name="connsiteY7" fmla="*/ 225749 h 339139"/>
              <a:gd name="connsiteX8" fmla="*/ 9656038 w 9786569"/>
              <a:gd name="connsiteY8" fmla="*/ 212909 h 339139"/>
              <a:gd name="connsiteX9" fmla="*/ 9669650 w 9786569"/>
              <a:gd name="connsiteY9" fmla="*/ 200069 h 339139"/>
              <a:gd name="connsiteX10" fmla="*/ 9609373 w 9786569"/>
              <a:gd name="connsiteY10" fmla="*/ 143445 h 339139"/>
              <a:gd name="connsiteX11" fmla="*/ 9632706 w 9786569"/>
              <a:gd name="connsiteY11" fmla="*/ 166987 h 339139"/>
              <a:gd name="connsiteX12" fmla="*/ 9609373 w 9786569"/>
              <a:gd name="connsiteY12" fmla="*/ 190527 h 339139"/>
              <a:gd name="connsiteX13" fmla="*/ 9586041 w 9786569"/>
              <a:gd name="connsiteY13" fmla="*/ 166987 h 339139"/>
              <a:gd name="connsiteX14" fmla="*/ 9609373 w 9786569"/>
              <a:gd name="connsiteY14" fmla="*/ 143445 h 339139"/>
              <a:gd name="connsiteX15" fmla="*/ 0 w 9786569"/>
              <a:gd name="connsiteY15" fmla="*/ 0 h 339139"/>
              <a:gd name="connsiteX16" fmla="*/ 739665 w 9786569"/>
              <a:gd name="connsiteY16" fmla="*/ 0 h 339139"/>
              <a:gd name="connsiteX17" fmla="*/ 9785339 w 9786569"/>
              <a:gd name="connsiteY17" fmla="*/ 3175 h 339139"/>
              <a:gd name="connsiteX18" fmla="*/ 9568541 w 9786569"/>
              <a:gd name="connsiteY18" fmla="*/ 27997 h 339139"/>
              <a:gd name="connsiteX19" fmla="*/ 9540864 w 9786569"/>
              <a:gd name="connsiteY19" fmla="*/ 55995 h 339139"/>
              <a:gd name="connsiteX20" fmla="*/ 9522411 w 9786569"/>
              <a:gd name="connsiteY20" fmla="*/ 74659 h 339139"/>
              <a:gd name="connsiteX21" fmla="*/ 9540864 w 9786569"/>
              <a:gd name="connsiteY21" fmla="*/ 97990 h 339139"/>
              <a:gd name="connsiteX22" fmla="*/ 9568541 w 9786569"/>
              <a:gd name="connsiteY22" fmla="*/ 121320 h 339139"/>
              <a:gd name="connsiteX23" fmla="*/ 9545478 w 9786569"/>
              <a:gd name="connsiteY23" fmla="*/ 149317 h 339139"/>
              <a:gd name="connsiteX24" fmla="*/ 9540864 w 9786569"/>
              <a:gd name="connsiteY24" fmla="*/ 149317 h 339139"/>
              <a:gd name="connsiteX25" fmla="*/ 9522411 w 9786569"/>
              <a:gd name="connsiteY25" fmla="*/ 167982 h 339139"/>
              <a:gd name="connsiteX26" fmla="*/ 9540864 w 9786569"/>
              <a:gd name="connsiteY26" fmla="*/ 191313 h 339139"/>
              <a:gd name="connsiteX27" fmla="*/ 9568541 w 9786569"/>
              <a:gd name="connsiteY27" fmla="*/ 214644 h 339139"/>
              <a:gd name="connsiteX28" fmla="*/ 9540864 w 9786569"/>
              <a:gd name="connsiteY28" fmla="*/ 242641 h 339139"/>
              <a:gd name="connsiteX29" fmla="*/ 9522411 w 9786569"/>
              <a:gd name="connsiteY29" fmla="*/ 265971 h 339139"/>
              <a:gd name="connsiteX30" fmla="*/ 9540864 w 9786569"/>
              <a:gd name="connsiteY30" fmla="*/ 284636 h 339139"/>
              <a:gd name="connsiteX31" fmla="*/ 9568541 w 9786569"/>
              <a:gd name="connsiteY31" fmla="*/ 312633 h 339139"/>
              <a:gd name="connsiteX32" fmla="*/ 9598014 w 9786569"/>
              <a:gd name="connsiteY32" fmla="*/ 339139 h 339139"/>
              <a:gd name="connsiteX33" fmla="*/ 845227 w 9786569"/>
              <a:gd name="connsiteY33" fmla="*/ 335964 h 339139"/>
              <a:gd name="connsiteX34" fmla="*/ 0 w 9786569"/>
              <a:gd name="connsiteY34" fmla="*/ 335964 h 339139"/>
              <a:gd name="connsiteX35" fmla="*/ 0 w 9786569"/>
              <a:gd name="connsiteY35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882821"/>
              <a:gd name="connsiteY0" fmla="*/ 237817 h 339158"/>
              <a:gd name="connsiteX1" fmla="*/ 9632706 w 10882821"/>
              <a:gd name="connsiteY1" fmla="*/ 261358 h 339158"/>
              <a:gd name="connsiteX2" fmla="*/ 9609373 w 10882821"/>
              <a:gd name="connsiteY2" fmla="*/ 284899 h 339158"/>
              <a:gd name="connsiteX3" fmla="*/ 9586041 w 10882821"/>
              <a:gd name="connsiteY3" fmla="*/ 261358 h 339158"/>
              <a:gd name="connsiteX4" fmla="*/ 9609373 w 10882821"/>
              <a:gd name="connsiteY4" fmla="*/ 237817 h 339158"/>
              <a:gd name="connsiteX5" fmla="*/ 9669650 w 10882821"/>
              <a:gd name="connsiteY5" fmla="*/ 200069 h 339158"/>
              <a:gd name="connsiteX6" fmla="*/ 9683261 w 10882821"/>
              <a:gd name="connsiteY6" fmla="*/ 212909 h 339158"/>
              <a:gd name="connsiteX7" fmla="*/ 9669650 w 10882821"/>
              <a:gd name="connsiteY7" fmla="*/ 225749 h 339158"/>
              <a:gd name="connsiteX8" fmla="*/ 9656038 w 10882821"/>
              <a:gd name="connsiteY8" fmla="*/ 212909 h 339158"/>
              <a:gd name="connsiteX9" fmla="*/ 9669650 w 10882821"/>
              <a:gd name="connsiteY9" fmla="*/ 200069 h 339158"/>
              <a:gd name="connsiteX10" fmla="*/ 9609373 w 10882821"/>
              <a:gd name="connsiteY10" fmla="*/ 143445 h 339158"/>
              <a:gd name="connsiteX11" fmla="*/ 9632706 w 10882821"/>
              <a:gd name="connsiteY11" fmla="*/ 166987 h 339158"/>
              <a:gd name="connsiteX12" fmla="*/ 9609373 w 10882821"/>
              <a:gd name="connsiteY12" fmla="*/ 190527 h 339158"/>
              <a:gd name="connsiteX13" fmla="*/ 9586041 w 10882821"/>
              <a:gd name="connsiteY13" fmla="*/ 166987 h 339158"/>
              <a:gd name="connsiteX14" fmla="*/ 9609373 w 10882821"/>
              <a:gd name="connsiteY14" fmla="*/ 143445 h 339158"/>
              <a:gd name="connsiteX15" fmla="*/ 0 w 10882821"/>
              <a:gd name="connsiteY15" fmla="*/ 0 h 339158"/>
              <a:gd name="connsiteX16" fmla="*/ 739665 w 10882821"/>
              <a:gd name="connsiteY16" fmla="*/ 0 h 339158"/>
              <a:gd name="connsiteX17" fmla="*/ 9785339 w 10882821"/>
              <a:gd name="connsiteY17" fmla="*/ 3175 h 339158"/>
              <a:gd name="connsiteX18" fmla="*/ 9568541 w 10882821"/>
              <a:gd name="connsiteY18" fmla="*/ 27997 h 339158"/>
              <a:gd name="connsiteX19" fmla="*/ 9540864 w 10882821"/>
              <a:gd name="connsiteY19" fmla="*/ 55995 h 339158"/>
              <a:gd name="connsiteX20" fmla="*/ 9522411 w 10882821"/>
              <a:gd name="connsiteY20" fmla="*/ 74659 h 339158"/>
              <a:gd name="connsiteX21" fmla="*/ 9540864 w 10882821"/>
              <a:gd name="connsiteY21" fmla="*/ 97990 h 339158"/>
              <a:gd name="connsiteX22" fmla="*/ 9568541 w 10882821"/>
              <a:gd name="connsiteY22" fmla="*/ 121320 h 339158"/>
              <a:gd name="connsiteX23" fmla="*/ 9545478 w 10882821"/>
              <a:gd name="connsiteY23" fmla="*/ 149317 h 339158"/>
              <a:gd name="connsiteX24" fmla="*/ 9540864 w 10882821"/>
              <a:gd name="connsiteY24" fmla="*/ 149317 h 339158"/>
              <a:gd name="connsiteX25" fmla="*/ 9522411 w 10882821"/>
              <a:gd name="connsiteY25" fmla="*/ 167982 h 339158"/>
              <a:gd name="connsiteX26" fmla="*/ 9540864 w 10882821"/>
              <a:gd name="connsiteY26" fmla="*/ 191313 h 339158"/>
              <a:gd name="connsiteX27" fmla="*/ 9568541 w 10882821"/>
              <a:gd name="connsiteY27" fmla="*/ 214644 h 339158"/>
              <a:gd name="connsiteX28" fmla="*/ 9540864 w 10882821"/>
              <a:gd name="connsiteY28" fmla="*/ 242641 h 339158"/>
              <a:gd name="connsiteX29" fmla="*/ 9522411 w 10882821"/>
              <a:gd name="connsiteY29" fmla="*/ 265971 h 339158"/>
              <a:gd name="connsiteX30" fmla="*/ 9540864 w 10882821"/>
              <a:gd name="connsiteY30" fmla="*/ 284636 h 339158"/>
              <a:gd name="connsiteX31" fmla="*/ 9598014 w 10882821"/>
              <a:gd name="connsiteY31" fmla="*/ 339139 h 339158"/>
              <a:gd name="connsiteX32" fmla="*/ 845227 w 10882821"/>
              <a:gd name="connsiteY32" fmla="*/ 335964 h 339158"/>
              <a:gd name="connsiteX33" fmla="*/ 0 w 10882821"/>
              <a:gd name="connsiteY33" fmla="*/ 335964 h 339158"/>
              <a:gd name="connsiteX34" fmla="*/ 0 w 10882821"/>
              <a:gd name="connsiteY34" fmla="*/ 0 h 339158"/>
              <a:gd name="connsiteX0" fmla="*/ 9598014 w 10910786"/>
              <a:gd name="connsiteY0" fmla="*/ 339139 h 430579"/>
              <a:gd name="connsiteX1" fmla="*/ 845227 w 10910786"/>
              <a:gd name="connsiteY1" fmla="*/ 335964 h 430579"/>
              <a:gd name="connsiteX2" fmla="*/ 0 w 10910786"/>
              <a:gd name="connsiteY2" fmla="*/ 335964 h 430579"/>
              <a:gd name="connsiteX3" fmla="*/ 0 w 10910786"/>
              <a:gd name="connsiteY3" fmla="*/ 0 h 430579"/>
              <a:gd name="connsiteX4" fmla="*/ 9632706 w 10910786"/>
              <a:gd name="connsiteY4" fmla="*/ 261358 h 430579"/>
              <a:gd name="connsiteX5" fmla="*/ 9609373 w 10910786"/>
              <a:gd name="connsiteY5" fmla="*/ 284899 h 430579"/>
              <a:gd name="connsiteX6" fmla="*/ 9586041 w 10910786"/>
              <a:gd name="connsiteY6" fmla="*/ 261358 h 430579"/>
              <a:gd name="connsiteX7" fmla="*/ 9609373 w 10910786"/>
              <a:gd name="connsiteY7" fmla="*/ 237817 h 430579"/>
              <a:gd name="connsiteX8" fmla="*/ 9669650 w 10910786"/>
              <a:gd name="connsiteY8" fmla="*/ 200069 h 430579"/>
              <a:gd name="connsiteX9" fmla="*/ 9683261 w 10910786"/>
              <a:gd name="connsiteY9" fmla="*/ 212909 h 430579"/>
              <a:gd name="connsiteX10" fmla="*/ 9669650 w 10910786"/>
              <a:gd name="connsiteY10" fmla="*/ 225749 h 430579"/>
              <a:gd name="connsiteX11" fmla="*/ 9656038 w 10910786"/>
              <a:gd name="connsiteY11" fmla="*/ 212909 h 430579"/>
              <a:gd name="connsiteX12" fmla="*/ 9669650 w 10910786"/>
              <a:gd name="connsiteY12" fmla="*/ 200069 h 430579"/>
              <a:gd name="connsiteX13" fmla="*/ 9609373 w 10910786"/>
              <a:gd name="connsiteY13" fmla="*/ 143445 h 430579"/>
              <a:gd name="connsiteX14" fmla="*/ 9632706 w 10910786"/>
              <a:gd name="connsiteY14" fmla="*/ 166987 h 430579"/>
              <a:gd name="connsiteX15" fmla="*/ 9609373 w 10910786"/>
              <a:gd name="connsiteY15" fmla="*/ 190527 h 430579"/>
              <a:gd name="connsiteX16" fmla="*/ 9586041 w 10910786"/>
              <a:gd name="connsiteY16" fmla="*/ 166987 h 430579"/>
              <a:gd name="connsiteX17" fmla="*/ 9609373 w 10910786"/>
              <a:gd name="connsiteY17" fmla="*/ 143445 h 430579"/>
              <a:gd name="connsiteX18" fmla="*/ 0 w 10910786"/>
              <a:gd name="connsiteY18" fmla="*/ 0 h 430579"/>
              <a:gd name="connsiteX19" fmla="*/ 739665 w 10910786"/>
              <a:gd name="connsiteY19" fmla="*/ 0 h 430579"/>
              <a:gd name="connsiteX20" fmla="*/ 9785339 w 10910786"/>
              <a:gd name="connsiteY20" fmla="*/ 3175 h 430579"/>
              <a:gd name="connsiteX21" fmla="*/ 9568541 w 10910786"/>
              <a:gd name="connsiteY21" fmla="*/ 27997 h 430579"/>
              <a:gd name="connsiteX22" fmla="*/ 9540864 w 10910786"/>
              <a:gd name="connsiteY22" fmla="*/ 55995 h 430579"/>
              <a:gd name="connsiteX23" fmla="*/ 9522411 w 10910786"/>
              <a:gd name="connsiteY23" fmla="*/ 74659 h 430579"/>
              <a:gd name="connsiteX24" fmla="*/ 9540864 w 10910786"/>
              <a:gd name="connsiteY24" fmla="*/ 97990 h 430579"/>
              <a:gd name="connsiteX25" fmla="*/ 9568541 w 10910786"/>
              <a:gd name="connsiteY25" fmla="*/ 121320 h 430579"/>
              <a:gd name="connsiteX26" fmla="*/ 9545478 w 10910786"/>
              <a:gd name="connsiteY26" fmla="*/ 149317 h 430579"/>
              <a:gd name="connsiteX27" fmla="*/ 9540864 w 10910786"/>
              <a:gd name="connsiteY27" fmla="*/ 149317 h 430579"/>
              <a:gd name="connsiteX28" fmla="*/ 9522411 w 10910786"/>
              <a:gd name="connsiteY28" fmla="*/ 167982 h 430579"/>
              <a:gd name="connsiteX29" fmla="*/ 9540864 w 10910786"/>
              <a:gd name="connsiteY29" fmla="*/ 191313 h 430579"/>
              <a:gd name="connsiteX30" fmla="*/ 9568541 w 10910786"/>
              <a:gd name="connsiteY30" fmla="*/ 214644 h 430579"/>
              <a:gd name="connsiteX31" fmla="*/ 9540864 w 10910786"/>
              <a:gd name="connsiteY31" fmla="*/ 242641 h 430579"/>
              <a:gd name="connsiteX32" fmla="*/ 9522411 w 10910786"/>
              <a:gd name="connsiteY32" fmla="*/ 265971 h 430579"/>
              <a:gd name="connsiteX33" fmla="*/ 9540864 w 10910786"/>
              <a:gd name="connsiteY33" fmla="*/ 284636 h 430579"/>
              <a:gd name="connsiteX34" fmla="*/ 9689454 w 10910786"/>
              <a:gd name="connsiteY34" fmla="*/ 430579 h 43057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34" fmla="*/ 9540864 w 9786569"/>
              <a:gd name="connsiteY34" fmla="*/ 284636 h 33913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73768"/>
              <a:gd name="connsiteY0" fmla="*/ 418315 h 418315"/>
              <a:gd name="connsiteX1" fmla="*/ 845227 w 10373768"/>
              <a:gd name="connsiteY1" fmla="*/ 415140 h 418315"/>
              <a:gd name="connsiteX2" fmla="*/ 0 w 10373768"/>
              <a:gd name="connsiteY2" fmla="*/ 415140 h 418315"/>
              <a:gd name="connsiteX3" fmla="*/ 0 w 10373768"/>
              <a:gd name="connsiteY3" fmla="*/ 79176 h 418315"/>
              <a:gd name="connsiteX4" fmla="*/ 9632706 w 10373768"/>
              <a:gd name="connsiteY4" fmla="*/ 340534 h 418315"/>
              <a:gd name="connsiteX5" fmla="*/ 9609373 w 10373768"/>
              <a:gd name="connsiteY5" fmla="*/ 364075 h 418315"/>
              <a:gd name="connsiteX6" fmla="*/ 9586041 w 10373768"/>
              <a:gd name="connsiteY6" fmla="*/ 340534 h 418315"/>
              <a:gd name="connsiteX7" fmla="*/ 9609373 w 10373768"/>
              <a:gd name="connsiteY7" fmla="*/ 316993 h 418315"/>
              <a:gd name="connsiteX8" fmla="*/ 9598014 w 10373768"/>
              <a:gd name="connsiteY8" fmla="*/ 418315 h 418315"/>
              <a:gd name="connsiteX9" fmla="*/ 9669650 w 10373768"/>
              <a:gd name="connsiteY9" fmla="*/ 279245 h 418315"/>
              <a:gd name="connsiteX10" fmla="*/ 9683261 w 10373768"/>
              <a:gd name="connsiteY10" fmla="*/ 292085 h 418315"/>
              <a:gd name="connsiteX11" fmla="*/ 9669650 w 10373768"/>
              <a:gd name="connsiteY11" fmla="*/ 304925 h 418315"/>
              <a:gd name="connsiteX12" fmla="*/ 9656038 w 10373768"/>
              <a:gd name="connsiteY12" fmla="*/ 292085 h 418315"/>
              <a:gd name="connsiteX13" fmla="*/ 9669650 w 10373768"/>
              <a:gd name="connsiteY13" fmla="*/ 279245 h 418315"/>
              <a:gd name="connsiteX14" fmla="*/ 9609373 w 10373768"/>
              <a:gd name="connsiteY14" fmla="*/ 222621 h 418315"/>
              <a:gd name="connsiteX15" fmla="*/ 9632706 w 10373768"/>
              <a:gd name="connsiteY15" fmla="*/ 246163 h 418315"/>
              <a:gd name="connsiteX16" fmla="*/ 9609373 w 10373768"/>
              <a:gd name="connsiteY16" fmla="*/ 269703 h 418315"/>
              <a:gd name="connsiteX17" fmla="*/ 9586041 w 10373768"/>
              <a:gd name="connsiteY17" fmla="*/ 246163 h 418315"/>
              <a:gd name="connsiteX18" fmla="*/ 9609373 w 10373768"/>
              <a:gd name="connsiteY18" fmla="*/ 222621 h 418315"/>
              <a:gd name="connsiteX19" fmla="*/ 0 w 10373768"/>
              <a:gd name="connsiteY19" fmla="*/ 79176 h 418315"/>
              <a:gd name="connsiteX20" fmla="*/ 739665 w 10373768"/>
              <a:gd name="connsiteY20" fmla="*/ 79176 h 418315"/>
              <a:gd name="connsiteX21" fmla="*/ 9785339 w 10373768"/>
              <a:gd name="connsiteY21" fmla="*/ 82351 h 418315"/>
              <a:gd name="connsiteX22" fmla="*/ 9540864 w 10373768"/>
              <a:gd name="connsiteY22" fmla="*/ 135171 h 418315"/>
              <a:gd name="connsiteX23" fmla="*/ 9522411 w 10373768"/>
              <a:gd name="connsiteY23" fmla="*/ 153835 h 418315"/>
              <a:gd name="connsiteX24" fmla="*/ 9540864 w 10373768"/>
              <a:gd name="connsiteY24" fmla="*/ 177166 h 418315"/>
              <a:gd name="connsiteX25" fmla="*/ 9568541 w 10373768"/>
              <a:gd name="connsiteY25" fmla="*/ 200496 h 418315"/>
              <a:gd name="connsiteX26" fmla="*/ 9545478 w 10373768"/>
              <a:gd name="connsiteY26" fmla="*/ 228493 h 418315"/>
              <a:gd name="connsiteX27" fmla="*/ 9540864 w 10373768"/>
              <a:gd name="connsiteY27" fmla="*/ 228493 h 418315"/>
              <a:gd name="connsiteX28" fmla="*/ 9522411 w 10373768"/>
              <a:gd name="connsiteY28" fmla="*/ 247158 h 418315"/>
              <a:gd name="connsiteX29" fmla="*/ 9540864 w 10373768"/>
              <a:gd name="connsiteY29" fmla="*/ 270489 h 418315"/>
              <a:gd name="connsiteX30" fmla="*/ 9568541 w 10373768"/>
              <a:gd name="connsiteY30" fmla="*/ 293820 h 418315"/>
              <a:gd name="connsiteX31" fmla="*/ 9540864 w 10373768"/>
              <a:gd name="connsiteY31" fmla="*/ 321817 h 418315"/>
              <a:gd name="connsiteX32" fmla="*/ 9522411 w 10373768"/>
              <a:gd name="connsiteY32" fmla="*/ 345147 h 418315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40864 w 9785339"/>
              <a:gd name="connsiteY22" fmla="*/ 55995 h 339139"/>
              <a:gd name="connsiteX23" fmla="*/ 9522411 w 9785339"/>
              <a:gd name="connsiteY23" fmla="*/ 74659 h 339139"/>
              <a:gd name="connsiteX24" fmla="*/ 9540864 w 9785339"/>
              <a:gd name="connsiteY24" fmla="*/ 97990 h 339139"/>
              <a:gd name="connsiteX25" fmla="*/ 9568541 w 9785339"/>
              <a:gd name="connsiteY25" fmla="*/ 121320 h 339139"/>
              <a:gd name="connsiteX26" fmla="*/ 9545478 w 9785339"/>
              <a:gd name="connsiteY26" fmla="*/ 149317 h 339139"/>
              <a:gd name="connsiteX27" fmla="*/ 9540864 w 9785339"/>
              <a:gd name="connsiteY27" fmla="*/ 149317 h 339139"/>
              <a:gd name="connsiteX28" fmla="*/ 9522411 w 9785339"/>
              <a:gd name="connsiteY28" fmla="*/ 167982 h 339139"/>
              <a:gd name="connsiteX29" fmla="*/ 9540864 w 9785339"/>
              <a:gd name="connsiteY29" fmla="*/ 191313 h 339139"/>
              <a:gd name="connsiteX30" fmla="*/ 9568541 w 9785339"/>
              <a:gd name="connsiteY30" fmla="*/ 214644 h 339139"/>
              <a:gd name="connsiteX31" fmla="*/ 9540864 w 9785339"/>
              <a:gd name="connsiteY31" fmla="*/ 242641 h 339139"/>
              <a:gd name="connsiteX32" fmla="*/ 9522411 w 9785339"/>
              <a:gd name="connsiteY32" fmla="*/ 265971 h 339139"/>
              <a:gd name="connsiteX0" fmla="*/ 9598014 w 10504275"/>
              <a:gd name="connsiteY0" fmla="*/ 339139 h 339139"/>
              <a:gd name="connsiteX1" fmla="*/ 845227 w 10504275"/>
              <a:gd name="connsiteY1" fmla="*/ 335964 h 339139"/>
              <a:gd name="connsiteX2" fmla="*/ 0 w 10504275"/>
              <a:gd name="connsiteY2" fmla="*/ 335964 h 339139"/>
              <a:gd name="connsiteX3" fmla="*/ 0 w 10504275"/>
              <a:gd name="connsiteY3" fmla="*/ 0 h 339139"/>
              <a:gd name="connsiteX4" fmla="*/ 9632706 w 10504275"/>
              <a:gd name="connsiteY4" fmla="*/ 261358 h 339139"/>
              <a:gd name="connsiteX5" fmla="*/ 9609373 w 10504275"/>
              <a:gd name="connsiteY5" fmla="*/ 284899 h 339139"/>
              <a:gd name="connsiteX6" fmla="*/ 9586041 w 10504275"/>
              <a:gd name="connsiteY6" fmla="*/ 261358 h 339139"/>
              <a:gd name="connsiteX7" fmla="*/ 9609373 w 10504275"/>
              <a:gd name="connsiteY7" fmla="*/ 237817 h 339139"/>
              <a:gd name="connsiteX8" fmla="*/ 9598014 w 10504275"/>
              <a:gd name="connsiteY8" fmla="*/ 339139 h 339139"/>
              <a:gd name="connsiteX9" fmla="*/ 9669650 w 10504275"/>
              <a:gd name="connsiteY9" fmla="*/ 200069 h 339139"/>
              <a:gd name="connsiteX10" fmla="*/ 9683261 w 10504275"/>
              <a:gd name="connsiteY10" fmla="*/ 212909 h 339139"/>
              <a:gd name="connsiteX11" fmla="*/ 9669650 w 10504275"/>
              <a:gd name="connsiteY11" fmla="*/ 225749 h 339139"/>
              <a:gd name="connsiteX12" fmla="*/ 9656038 w 10504275"/>
              <a:gd name="connsiteY12" fmla="*/ 212909 h 339139"/>
              <a:gd name="connsiteX13" fmla="*/ 9669650 w 10504275"/>
              <a:gd name="connsiteY13" fmla="*/ 200069 h 339139"/>
              <a:gd name="connsiteX14" fmla="*/ 9609373 w 10504275"/>
              <a:gd name="connsiteY14" fmla="*/ 143445 h 339139"/>
              <a:gd name="connsiteX15" fmla="*/ 9632706 w 10504275"/>
              <a:gd name="connsiteY15" fmla="*/ 166987 h 339139"/>
              <a:gd name="connsiteX16" fmla="*/ 9609373 w 10504275"/>
              <a:gd name="connsiteY16" fmla="*/ 190527 h 339139"/>
              <a:gd name="connsiteX17" fmla="*/ 9586041 w 10504275"/>
              <a:gd name="connsiteY17" fmla="*/ 166987 h 339139"/>
              <a:gd name="connsiteX18" fmla="*/ 9609373 w 10504275"/>
              <a:gd name="connsiteY18" fmla="*/ 143445 h 339139"/>
              <a:gd name="connsiteX19" fmla="*/ 0 w 10504275"/>
              <a:gd name="connsiteY19" fmla="*/ 0 h 339139"/>
              <a:gd name="connsiteX20" fmla="*/ 739665 w 10504275"/>
              <a:gd name="connsiteY20" fmla="*/ 0 h 339139"/>
              <a:gd name="connsiteX21" fmla="*/ 9785339 w 10504275"/>
              <a:gd name="connsiteY21" fmla="*/ 3175 h 339139"/>
              <a:gd name="connsiteX22" fmla="*/ 9896464 w 10504275"/>
              <a:gd name="connsiteY22" fmla="*/ 294120 h 339139"/>
              <a:gd name="connsiteX23" fmla="*/ 9522411 w 10504275"/>
              <a:gd name="connsiteY23" fmla="*/ 74659 h 339139"/>
              <a:gd name="connsiteX24" fmla="*/ 9540864 w 10504275"/>
              <a:gd name="connsiteY24" fmla="*/ 97990 h 339139"/>
              <a:gd name="connsiteX25" fmla="*/ 9568541 w 10504275"/>
              <a:gd name="connsiteY25" fmla="*/ 121320 h 339139"/>
              <a:gd name="connsiteX26" fmla="*/ 9545478 w 10504275"/>
              <a:gd name="connsiteY26" fmla="*/ 149317 h 339139"/>
              <a:gd name="connsiteX27" fmla="*/ 9540864 w 10504275"/>
              <a:gd name="connsiteY27" fmla="*/ 149317 h 339139"/>
              <a:gd name="connsiteX28" fmla="*/ 9522411 w 10504275"/>
              <a:gd name="connsiteY28" fmla="*/ 167982 h 339139"/>
              <a:gd name="connsiteX29" fmla="*/ 9540864 w 10504275"/>
              <a:gd name="connsiteY29" fmla="*/ 191313 h 339139"/>
              <a:gd name="connsiteX30" fmla="*/ 9568541 w 10504275"/>
              <a:gd name="connsiteY30" fmla="*/ 214644 h 339139"/>
              <a:gd name="connsiteX31" fmla="*/ 9540864 w 10504275"/>
              <a:gd name="connsiteY31" fmla="*/ 242641 h 339139"/>
              <a:gd name="connsiteX32" fmla="*/ 9522411 w 10504275"/>
              <a:gd name="connsiteY32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32" fmla="*/ 9598014 w 10381792"/>
              <a:gd name="connsiteY32" fmla="*/ 339139 h 339139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22411 w 9785339"/>
              <a:gd name="connsiteY22" fmla="*/ 74659 h 339139"/>
              <a:gd name="connsiteX23" fmla="*/ 9540864 w 9785339"/>
              <a:gd name="connsiteY23" fmla="*/ 97990 h 339139"/>
              <a:gd name="connsiteX24" fmla="*/ 9568541 w 9785339"/>
              <a:gd name="connsiteY24" fmla="*/ 121320 h 339139"/>
              <a:gd name="connsiteX25" fmla="*/ 9545478 w 9785339"/>
              <a:gd name="connsiteY25" fmla="*/ 149317 h 339139"/>
              <a:gd name="connsiteX26" fmla="*/ 9540864 w 9785339"/>
              <a:gd name="connsiteY26" fmla="*/ 149317 h 339139"/>
              <a:gd name="connsiteX27" fmla="*/ 9522411 w 9785339"/>
              <a:gd name="connsiteY27" fmla="*/ 167982 h 339139"/>
              <a:gd name="connsiteX28" fmla="*/ 9540864 w 9785339"/>
              <a:gd name="connsiteY28" fmla="*/ 191313 h 339139"/>
              <a:gd name="connsiteX29" fmla="*/ 9568541 w 9785339"/>
              <a:gd name="connsiteY29" fmla="*/ 214644 h 339139"/>
              <a:gd name="connsiteX30" fmla="*/ 9540864 w 9785339"/>
              <a:gd name="connsiteY30" fmla="*/ 242641 h 339139"/>
              <a:gd name="connsiteX31" fmla="*/ 9522411 w 9785339"/>
              <a:gd name="connsiteY31" fmla="*/ 265971 h 339139"/>
              <a:gd name="connsiteX32" fmla="*/ 9598014 w 9785339"/>
              <a:gd name="connsiteY32" fmla="*/ 339139 h 339139"/>
              <a:gd name="connsiteX33" fmla="*/ 0 w 9785339"/>
              <a:gd name="connsiteY33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609373 w 10386312"/>
              <a:gd name="connsiteY14" fmla="*/ 143445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9609373 w 10386312"/>
              <a:gd name="connsiteY18" fmla="*/ 143445 h 339139"/>
              <a:gd name="connsiteX19" fmla="*/ 0 w 10386312"/>
              <a:gd name="connsiteY19" fmla="*/ 0 h 339139"/>
              <a:gd name="connsiteX20" fmla="*/ 739665 w 10386312"/>
              <a:gd name="connsiteY20" fmla="*/ 0 h 339139"/>
              <a:gd name="connsiteX21" fmla="*/ 9785339 w 10386312"/>
              <a:gd name="connsiteY21" fmla="*/ 3175 h 339139"/>
              <a:gd name="connsiteX22" fmla="*/ 9540864 w 10386312"/>
              <a:gd name="connsiteY22" fmla="*/ 97990 h 339139"/>
              <a:gd name="connsiteX23" fmla="*/ 9568541 w 10386312"/>
              <a:gd name="connsiteY23" fmla="*/ 121320 h 339139"/>
              <a:gd name="connsiteX24" fmla="*/ 9545478 w 10386312"/>
              <a:gd name="connsiteY24" fmla="*/ 149317 h 339139"/>
              <a:gd name="connsiteX25" fmla="*/ 9540864 w 10386312"/>
              <a:gd name="connsiteY25" fmla="*/ 149317 h 339139"/>
              <a:gd name="connsiteX26" fmla="*/ 9522411 w 10386312"/>
              <a:gd name="connsiteY26" fmla="*/ 167982 h 339139"/>
              <a:gd name="connsiteX27" fmla="*/ 9540864 w 10386312"/>
              <a:gd name="connsiteY27" fmla="*/ 191313 h 339139"/>
              <a:gd name="connsiteX28" fmla="*/ 9568541 w 10386312"/>
              <a:gd name="connsiteY28" fmla="*/ 214644 h 339139"/>
              <a:gd name="connsiteX29" fmla="*/ 9540864 w 10386312"/>
              <a:gd name="connsiteY29" fmla="*/ 242641 h 339139"/>
              <a:gd name="connsiteX30" fmla="*/ 9522411 w 10386312"/>
              <a:gd name="connsiteY30" fmla="*/ 265971 h 339139"/>
              <a:gd name="connsiteX31" fmla="*/ 9598014 w 10386312"/>
              <a:gd name="connsiteY31" fmla="*/ 339139 h 339139"/>
              <a:gd name="connsiteX32" fmla="*/ 0 w 10386312"/>
              <a:gd name="connsiteY32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586041 w 10386312"/>
              <a:gd name="connsiteY14" fmla="*/ 166987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0 w 10386312"/>
              <a:gd name="connsiteY18" fmla="*/ 0 h 339139"/>
              <a:gd name="connsiteX19" fmla="*/ 739665 w 10386312"/>
              <a:gd name="connsiteY19" fmla="*/ 0 h 339139"/>
              <a:gd name="connsiteX20" fmla="*/ 9785339 w 10386312"/>
              <a:gd name="connsiteY20" fmla="*/ 3175 h 339139"/>
              <a:gd name="connsiteX21" fmla="*/ 9540864 w 10386312"/>
              <a:gd name="connsiteY21" fmla="*/ 97990 h 339139"/>
              <a:gd name="connsiteX22" fmla="*/ 9568541 w 10386312"/>
              <a:gd name="connsiteY22" fmla="*/ 121320 h 339139"/>
              <a:gd name="connsiteX23" fmla="*/ 9545478 w 10386312"/>
              <a:gd name="connsiteY23" fmla="*/ 149317 h 339139"/>
              <a:gd name="connsiteX24" fmla="*/ 9540864 w 10386312"/>
              <a:gd name="connsiteY24" fmla="*/ 149317 h 339139"/>
              <a:gd name="connsiteX25" fmla="*/ 9522411 w 10386312"/>
              <a:gd name="connsiteY25" fmla="*/ 167982 h 339139"/>
              <a:gd name="connsiteX26" fmla="*/ 9540864 w 10386312"/>
              <a:gd name="connsiteY26" fmla="*/ 191313 h 339139"/>
              <a:gd name="connsiteX27" fmla="*/ 9568541 w 10386312"/>
              <a:gd name="connsiteY27" fmla="*/ 214644 h 339139"/>
              <a:gd name="connsiteX28" fmla="*/ 9540864 w 10386312"/>
              <a:gd name="connsiteY28" fmla="*/ 242641 h 339139"/>
              <a:gd name="connsiteX29" fmla="*/ 9522411 w 10386312"/>
              <a:gd name="connsiteY29" fmla="*/ 265971 h 339139"/>
              <a:gd name="connsiteX30" fmla="*/ 9598014 w 10386312"/>
              <a:gd name="connsiteY30" fmla="*/ 339139 h 339139"/>
              <a:gd name="connsiteX31" fmla="*/ 0 w 10386312"/>
              <a:gd name="connsiteY31" fmla="*/ 0 h 339139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609373 w 10386312"/>
              <a:gd name="connsiteY5" fmla="*/ 284899 h 347620"/>
              <a:gd name="connsiteX6" fmla="*/ 9586041 w 10386312"/>
              <a:gd name="connsiteY6" fmla="*/ 261358 h 347620"/>
              <a:gd name="connsiteX7" fmla="*/ 9609373 w 10386312"/>
              <a:gd name="connsiteY7" fmla="*/ 237817 h 347620"/>
              <a:gd name="connsiteX8" fmla="*/ 9598014 w 10386312"/>
              <a:gd name="connsiteY8" fmla="*/ 339139 h 347620"/>
              <a:gd name="connsiteX9" fmla="*/ 9669650 w 10386312"/>
              <a:gd name="connsiteY9" fmla="*/ 200069 h 347620"/>
              <a:gd name="connsiteX10" fmla="*/ 9683261 w 10386312"/>
              <a:gd name="connsiteY10" fmla="*/ 212909 h 347620"/>
              <a:gd name="connsiteX11" fmla="*/ 9669650 w 10386312"/>
              <a:gd name="connsiteY11" fmla="*/ 225749 h 347620"/>
              <a:gd name="connsiteX12" fmla="*/ 9656038 w 10386312"/>
              <a:gd name="connsiteY12" fmla="*/ 212909 h 347620"/>
              <a:gd name="connsiteX13" fmla="*/ 9669650 w 10386312"/>
              <a:gd name="connsiteY13" fmla="*/ 200069 h 347620"/>
              <a:gd name="connsiteX14" fmla="*/ 9586041 w 10386312"/>
              <a:gd name="connsiteY14" fmla="*/ 166987 h 347620"/>
              <a:gd name="connsiteX15" fmla="*/ 9632706 w 10386312"/>
              <a:gd name="connsiteY15" fmla="*/ 166987 h 347620"/>
              <a:gd name="connsiteX16" fmla="*/ 9609373 w 10386312"/>
              <a:gd name="connsiteY16" fmla="*/ 190527 h 347620"/>
              <a:gd name="connsiteX17" fmla="*/ 9586041 w 10386312"/>
              <a:gd name="connsiteY17" fmla="*/ 166987 h 347620"/>
              <a:gd name="connsiteX18" fmla="*/ 0 w 10386312"/>
              <a:gd name="connsiteY18" fmla="*/ 0 h 347620"/>
              <a:gd name="connsiteX19" fmla="*/ 739665 w 10386312"/>
              <a:gd name="connsiteY19" fmla="*/ 0 h 347620"/>
              <a:gd name="connsiteX20" fmla="*/ 9785339 w 10386312"/>
              <a:gd name="connsiteY20" fmla="*/ 3175 h 347620"/>
              <a:gd name="connsiteX21" fmla="*/ 9540864 w 10386312"/>
              <a:gd name="connsiteY21" fmla="*/ 97990 h 347620"/>
              <a:gd name="connsiteX22" fmla="*/ 9568541 w 10386312"/>
              <a:gd name="connsiteY22" fmla="*/ 121320 h 347620"/>
              <a:gd name="connsiteX23" fmla="*/ 9545478 w 10386312"/>
              <a:gd name="connsiteY23" fmla="*/ 149317 h 347620"/>
              <a:gd name="connsiteX24" fmla="*/ 9540864 w 10386312"/>
              <a:gd name="connsiteY24" fmla="*/ 149317 h 347620"/>
              <a:gd name="connsiteX25" fmla="*/ 9522411 w 10386312"/>
              <a:gd name="connsiteY25" fmla="*/ 167982 h 347620"/>
              <a:gd name="connsiteX26" fmla="*/ 9540864 w 10386312"/>
              <a:gd name="connsiteY26" fmla="*/ 191313 h 347620"/>
              <a:gd name="connsiteX27" fmla="*/ 9568541 w 10386312"/>
              <a:gd name="connsiteY27" fmla="*/ 214644 h 347620"/>
              <a:gd name="connsiteX28" fmla="*/ 9540864 w 10386312"/>
              <a:gd name="connsiteY28" fmla="*/ 242641 h 347620"/>
              <a:gd name="connsiteX29" fmla="*/ 9598014 w 10386312"/>
              <a:gd name="connsiteY29" fmla="*/ 339139 h 347620"/>
              <a:gd name="connsiteX30" fmla="*/ 0 w 10386312"/>
              <a:gd name="connsiteY3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609373 w 10386312"/>
              <a:gd name="connsiteY6" fmla="*/ 237817 h 347620"/>
              <a:gd name="connsiteX7" fmla="*/ 9598014 w 10386312"/>
              <a:gd name="connsiteY7" fmla="*/ 339139 h 347620"/>
              <a:gd name="connsiteX8" fmla="*/ 9669650 w 10386312"/>
              <a:gd name="connsiteY8" fmla="*/ 200069 h 347620"/>
              <a:gd name="connsiteX9" fmla="*/ 9683261 w 10386312"/>
              <a:gd name="connsiteY9" fmla="*/ 212909 h 347620"/>
              <a:gd name="connsiteX10" fmla="*/ 9669650 w 10386312"/>
              <a:gd name="connsiteY10" fmla="*/ 225749 h 347620"/>
              <a:gd name="connsiteX11" fmla="*/ 9656038 w 10386312"/>
              <a:gd name="connsiteY11" fmla="*/ 212909 h 347620"/>
              <a:gd name="connsiteX12" fmla="*/ 9669650 w 10386312"/>
              <a:gd name="connsiteY12" fmla="*/ 200069 h 347620"/>
              <a:gd name="connsiteX13" fmla="*/ 9586041 w 10386312"/>
              <a:gd name="connsiteY13" fmla="*/ 166987 h 347620"/>
              <a:gd name="connsiteX14" fmla="*/ 9632706 w 10386312"/>
              <a:gd name="connsiteY14" fmla="*/ 166987 h 347620"/>
              <a:gd name="connsiteX15" fmla="*/ 9609373 w 10386312"/>
              <a:gd name="connsiteY15" fmla="*/ 190527 h 347620"/>
              <a:gd name="connsiteX16" fmla="*/ 9586041 w 10386312"/>
              <a:gd name="connsiteY16" fmla="*/ 166987 h 347620"/>
              <a:gd name="connsiteX17" fmla="*/ 0 w 10386312"/>
              <a:gd name="connsiteY17" fmla="*/ 0 h 347620"/>
              <a:gd name="connsiteX18" fmla="*/ 739665 w 10386312"/>
              <a:gd name="connsiteY18" fmla="*/ 0 h 347620"/>
              <a:gd name="connsiteX19" fmla="*/ 9785339 w 10386312"/>
              <a:gd name="connsiteY19" fmla="*/ 3175 h 347620"/>
              <a:gd name="connsiteX20" fmla="*/ 9540864 w 10386312"/>
              <a:gd name="connsiteY20" fmla="*/ 97990 h 347620"/>
              <a:gd name="connsiteX21" fmla="*/ 9568541 w 10386312"/>
              <a:gd name="connsiteY21" fmla="*/ 121320 h 347620"/>
              <a:gd name="connsiteX22" fmla="*/ 9545478 w 10386312"/>
              <a:gd name="connsiteY22" fmla="*/ 149317 h 347620"/>
              <a:gd name="connsiteX23" fmla="*/ 9540864 w 10386312"/>
              <a:gd name="connsiteY23" fmla="*/ 149317 h 347620"/>
              <a:gd name="connsiteX24" fmla="*/ 9522411 w 10386312"/>
              <a:gd name="connsiteY24" fmla="*/ 167982 h 347620"/>
              <a:gd name="connsiteX25" fmla="*/ 9540864 w 10386312"/>
              <a:gd name="connsiteY25" fmla="*/ 191313 h 347620"/>
              <a:gd name="connsiteX26" fmla="*/ 9568541 w 10386312"/>
              <a:gd name="connsiteY26" fmla="*/ 214644 h 347620"/>
              <a:gd name="connsiteX27" fmla="*/ 9540864 w 10386312"/>
              <a:gd name="connsiteY27" fmla="*/ 242641 h 347620"/>
              <a:gd name="connsiteX28" fmla="*/ 9598014 w 10386312"/>
              <a:gd name="connsiteY28" fmla="*/ 339139 h 347620"/>
              <a:gd name="connsiteX29" fmla="*/ 0 w 10386312"/>
              <a:gd name="connsiteY29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598014 w 10386312"/>
              <a:gd name="connsiteY6" fmla="*/ 339139 h 347620"/>
              <a:gd name="connsiteX7" fmla="*/ 9669650 w 10386312"/>
              <a:gd name="connsiteY7" fmla="*/ 200069 h 347620"/>
              <a:gd name="connsiteX8" fmla="*/ 9683261 w 10386312"/>
              <a:gd name="connsiteY8" fmla="*/ 212909 h 347620"/>
              <a:gd name="connsiteX9" fmla="*/ 9669650 w 10386312"/>
              <a:gd name="connsiteY9" fmla="*/ 225749 h 347620"/>
              <a:gd name="connsiteX10" fmla="*/ 9656038 w 10386312"/>
              <a:gd name="connsiteY10" fmla="*/ 212909 h 347620"/>
              <a:gd name="connsiteX11" fmla="*/ 9669650 w 10386312"/>
              <a:gd name="connsiteY11" fmla="*/ 200069 h 347620"/>
              <a:gd name="connsiteX12" fmla="*/ 9586041 w 10386312"/>
              <a:gd name="connsiteY12" fmla="*/ 166987 h 347620"/>
              <a:gd name="connsiteX13" fmla="*/ 9632706 w 10386312"/>
              <a:gd name="connsiteY13" fmla="*/ 166987 h 347620"/>
              <a:gd name="connsiteX14" fmla="*/ 9609373 w 10386312"/>
              <a:gd name="connsiteY14" fmla="*/ 190527 h 347620"/>
              <a:gd name="connsiteX15" fmla="*/ 9586041 w 10386312"/>
              <a:gd name="connsiteY15" fmla="*/ 166987 h 347620"/>
              <a:gd name="connsiteX16" fmla="*/ 0 w 10386312"/>
              <a:gd name="connsiteY16" fmla="*/ 0 h 347620"/>
              <a:gd name="connsiteX17" fmla="*/ 739665 w 10386312"/>
              <a:gd name="connsiteY17" fmla="*/ 0 h 347620"/>
              <a:gd name="connsiteX18" fmla="*/ 9785339 w 10386312"/>
              <a:gd name="connsiteY18" fmla="*/ 3175 h 347620"/>
              <a:gd name="connsiteX19" fmla="*/ 9540864 w 10386312"/>
              <a:gd name="connsiteY19" fmla="*/ 97990 h 347620"/>
              <a:gd name="connsiteX20" fmla="*/ 9568541 w 10386312"/>
              <a:gd name="connsiteY20" fmla="*/ 121320 h 347620"/>
              <a:gd name="connsiteX21" fmla="*/ 9545478 w 10386312"/>
              <a:gd name="connsiteY21" fmla="*/ 149317 h 347620"/>
              <a:gd name="connsiteX22" fmla="*/ 9540864 w 10386312"/>
              <a:gd name="connsiteY22" fmla="*/ 149317 h 347620"/>
              <a:gd name="connsiteX23" fmla="*/ 9522411 w 10386312"/>
              <a:gd name="connsiteY23" fmla="*/ 167982 h 347620"/>
              <a:gd name="connsiteX24" fmla="*/ 9540864 w 10386312"/>
              <a:gd name="connsiteY24" fmla="*/ 191313 h 347620"/>
              <a:gd name="connsiteX25" fmla="*/ 9568541 w 10386312"/>
              <a:gd name="connsiteY25" fmla="*/ 214644 h 347620"/>
              <a:gd name="connsiteX26" fmla="*/ 9540864 w 10386312"/>
              <a:gd name="connsiteY26" fmla="*/ 242641 h 347620"/>
              <a:gd name="connsiteX27" fmla="*/ 9598014 w 10386312"/>
              <a:gd name="connsiteY27" fmla="*/ 339139 h 347620"/>
              <a:gd name="connsiteX28" fmla="*/ 0 w 10386312"/>
              <a:gd name="connsiteY28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86041 w 10386312"/>
              <a:gd name="connsiteY4" fmla="*/ 261358 h 347620"/>
              <a:gd name="connsiteX5" fmla="*/ 9598014 w 10386312"/>
              <a:gd name="connsiteY5" fmla="*/ 339139 h 347620"/>
              <a:gd name="connsiteX6" fmla="*/ 9669650 w 10386312"/>
              <a:gd name="connsiteY6" fmla="*/ 200069 h 347620"/>
              <a:gd name="connsiteX7" fmla="*/ 9683261 w 10386312"/>
              <a:gd name="connsiteY7" fmla="*/ 212909 h 347620"/>
              <a:gd name="connsiteX8" fmla="*/ 9669650 w 10386312"/>
              <a:gd name="connsiteY8" fmla="*/ 225749 h 347620"/>
              <a:gd name="connsiteX9" fmla="*/ 9656038 w 10386312"/>
              <a:gd name="connsiteY9" fmla="*/ 212909 h 347620"/>
              <a:gd name="connsiteX10" fmla="*/ 9669650 w 10386312"/>
              <a:gd name="connsiteY10" fmla="*/ 200069 h 347620"/>
              <a:gd name="connsiteX11" fmla="*/ 9586041 w 10386312"/>
              <a:gd name="connsiteY11" fmla="*/ 166987 h 347620"/>
              <a:gd name="connsiteX12" fmla="*/ 9632706 w 10386312"/>
              <a:gd name="connsiteY12" fmla="*/ 166987 h 347620"/>
              <a:gd name="connsiteX13" fmla="*/ 9609373 w 10386312"/>
              <a:gd name="connsiteY13" fmla="*/ 190527 h 347620"/>
              <a:gd name="connsiteX14" fmla="*/ 9586041 w 10386312"/>
              <a:gd name="connsiteY14" fmla="*/ 166987 h 347620"/>
              <a:gd name="connsiteX15" fmla="*/ 0 w 10386312"/>
              <a:gd name="connsiteY15" fmla="*/ 0 h 347620"/>
              <a:gd name="connsiteX16" fmla="*/ 739665 w 10386312"/>
              <a:gd name="connsiteY16" fmla="*/ 0 h 347620"/>
              <a:gd name="connsiteX17" fmla="*/ 9785339 w 10386312"/>
              <a:gd name="connsiteY17" fmla="*/ 3175 h 347620"/>
              <a:gd name="connsiteX18" fmla="*/ 9540864 w 10386312"/>
              <a:gd name="connsiteY18" fmla="*/ 97990 h 347620"/>
              <a:gd name="connsiteX19" fmla="*/ 9568541 w 10386312"/>
              <a:gd name="connsiteY19" fmla="*/ 121320 h 347620"/>
              <a:gd name="connsiteX20" fmla="*/ 9545478 w 10386312"/>
              <a:gd name="connsiteY20" fmla="*/ 149317 h 347620"/>
              <a:gd name="connsiteX21" fmla="*/ 9540864 w 10386312"/>
              <a:gd name="connsiteY21" fmla="*/ 149317 h 347620"/>
              <a:gd name="connsiteX22" fmla="*/ 9522411 w 10386312"/>
              <a:gd name="connsiteY22" fmla="*/ 167982 h 347620"/>
              <a:gd name="connsiteX23" fmla="*/ 9540864 w 10386312"/>
              <a:gd name="connsiteY23" fmla="*/ 191313 h 347620"/>
              <a:gd name="connsiteX24" fmla="*/ 9568541 w 10386312"/>
              <a:gd name="connsiteY24" fmla="*/ 214644 h 347620"/>
              <a:gd name="connsiteX25" fmla="*/ 9540864 w 10386312"/>
              <a:gd name="connsiteY25" fmla="*/ 242641 h 347620"/>
              <a:gd name="connsiteX26" fmla="*/ 9598014 w 10386312"/>
              <a:gd name="connsiteY26" fmla="*/ 339139 h 347620"/>
              <a:gd name="connsiteX27" fmla="*/ 0 w 10386312"/>
              <a:gd name="connsiteY27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0006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669650 w 10386312"/>
              <a:gd name="connsiteY9" fmla="*/ 200069 h 347620"/>
              <a:gd name="connsiteX10" fmla="*/ 9586041 w 10386312"/>
              <a:gd name="connsiteY10" fmla="*/ 166987 h 347620"/>
              <a:gd name="connsiteX11" fmla="*/ 9632706 w 10386312"/>
              <a:gd name="connsiteY11" fmla="*/ 166987 h 347620"/>
              <a:gd name="connsiteX12" fmla="*/ 9609373 w 10386312"/>
              <a:gd name="connsiteY12" fmla="*/ 190527 h 347620"/>
              <a:gd name="connsiteX13" fmla="*/ 9586041 w 10386312"/>
              <a:gd name="connsiteY13" fmla="*/ 166987 h 347620"/>
              <a:gd name="connsiteX14" fmla="*/ 0 w 10386312"/>
              <a:gd name="connsiteY14" fmla="*/ 0 h 347620"/>
              <a:gd name="connsiteX15" fmla="*/ 739665 w 10386312"/>
              <a:gd name="connsiteY15" fmla="*/ 0 h 347620"/>
              <a:gd name="connsiteX16" fmla="*/ 9785339 w 10386312"/>
              <a:gd name="connsiteY16" fmla="*/ 3175 h 347620"/>
              <a:gd name="connsiteX17" fmla="*/ 9540864 w 10386312"/>
              <a:gd name="connsiteY17" fmla="*/ 97990 h 347620"/>
              <a:gd name="connsiteX18" fmla="*/ 9568541 w 10386312"/>
              <a:gd name="connsiteY18" fmla="*/ 121320 h 347620"/>
              <a:gd name="connsiteX19" fmla="*/ 9545478 w 10386312"/>
              <a:gd name="connsiteY19" fmla="*/ 149317 h 347620"/>
              <a:gd name="connsiteX20" fmla="*/ 9540864 w 10386312"/>
              <a:gd name="connsiteY20" fmla="*/ 149317 h 347620"/>
              <a:gd name="connsiteX21" fmla="*/ 9522411 w 10386312"/>
              <a:gd name="connsiteY21" fmla="*/ 167982 h 347620"/>
              <a:gd name="connsiteX22" fmla="*/ 9540864 w 10386312"/>
              <a:gd name="connsiteY22" fmla="*/ 191313 h 347620"/>
              <a:gd name="connsiteX23" fmla="*/ 9568541 w 10386312"/>
              <a:gd name="connsiteY23" fmla="*/ 214644 h 347620"/>
              <a:gd name="connsiteX24" fmla="*/ 9540864 w 10386312"/>
              <a:gd name="connsiteY24" fmla="*/ 242641 h 347620"/>
              <a:gd name="connsiteX25" fmla="*/ 9598014 w 10386312"/>
              <a:gd name="connsiteY25" fmla="*/ 339139 h 347620"/>
              <a:gd name="connsiteX26" fmla="*/ 0 w 10386312"/>
              <a:gd name="connsiteY26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56038 w 10386312"/>
              <a:gd name="connsiteY5" fmla="*/ 21290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586041 w 10386312"/>
              <a:gd name="connsiteY9" fmla="*/ 166987 h 347620"/>
              <a:gd name="connsiteX10" fmla="*/ 9632706 w 10386312"/>
              <a:gd name="connsiteY10" fmla="*/ 166987 h 347620"/>
              <a:gd name="connsiteX11" fmla="*/ 9609373 w 10386312"/>
              <a:gd name="connsiteY11" fmla="*/ 190527 h 347620"/>
              <a:gd name="connsiteX12" fmla="*/ 9586041 w 10386312"/>
              <a:gd name="connsiteY12" fmla="*/ 166987 h 347620"/>
              <a:gd name="connsiteX13" fmla="*/ 0 w 10386312"/>
              <a:gd name="connsiteY13" fmla="*/ 0 h 347620"/>
              <a:gd name="connsiteX14" fmla="*/ 739665 w 10386312"/>
              <a:gd name="connsiteY14" fmla="*/ 0 h 347620"/>
              <a:gd name="connsiteX15" fmla="*/ 9785339 w 10386312"/>
              <a:gd name="connsiteY15" fmla="*/ 3175 h 347620"/>
              <a:gd name="connsiteX16" fmla="*/ 9540864 w 10386312"/>
              <a:gd name="connsiteY16" fmla="*/ 97990 h 347620"/>
              <a:gd name="connsiteX17" fmla="*/ 9568541 w 10386312"/>
              <a:gd name="connsiteY17" fmla="*/ 121320 h 347620"/>
              <a:gd name="connsiteX18" fmla="*/ 9545478 w 10386312"/>
              <a:gd name="connsiteY18" fmla="*/ 149317 h 347620"/>
              <a:gd name="connsiteX19" fmla="*/ 9540864 w 10386312"/>
              <a:gd name="connsiteY19" fmla="*/ 149317 h 347620"/>
              <a:gd name="connsiteX20" fmla="*/ 9522411 w 10386312"/>
              <a:gd name="connsiteY20" fmla="*/ 167982 h 347620"/>
              <a:gd name="connsiteX21" fmla="*/ 9540864 w 10386312"/>
              <a:gd name="connsiteY21" fmla="*/ 191313 h 347620"/>
              <a:gd name="connsiteX22" fmla="*/ 9568541 w 10386312"/>
              <a:gd name="connsiteY22" fmla="*/ 214644 h 347620"/>
              <a:gd name="connsiteX23" fmla="*/ 9540864 w 10386312"/>
              <a:gd name="connsiteY23" fmla="*/ 242641 h 347620"/>
              <a:gd name="connsiteX24" fmla="*/ 9598014 w 10386312"/>
              <a:gd name="connsiteY24" fmla="*/ 339139 h 347620"/>
              <a:gd name="connsiteX25" fmla="*/ 0 w 10386312"/>
              <a:gd name="connsiteY25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2574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586041 w 10386312"/>
              <a:gd name="connsiteY8" fmla="*/ 166987 h 347620"/>
              <a:gd name="connsiteX9" fmla="*/ 9632706 w 10386312"/>
              <a:gd name="connsiteY9" fmla="*/ 166987 h 347620"/>
              <a:gd name="connsiteX10" fmla="*/ 9609373 w 10386312"/>
              <a:gd name="connsiteY10" fmla="*/ 190527 h 347620"/>
              <a:gd name="connsiteX11" fmla="*/ 9586041 w 10386312"/>
              <a:gd name="connsiteY11" fmla="*/ 166987 h 347620"/>
              <a:gd name="connsiteX12" fmla="*/ 0 w 10386312"/>
              <a:gd name="connsiteY12" fmla="*/ 0 h 347620"/>
              <a:gd name="connsiteX13" fmla="*/ 739665 w 10386312"/>
              <a:gd name="connsiteY13" fmla="*/ 0 h 347620"/>
              <a:gd name="connsiteX14" fmla="*/ 9785339 w 10386312"/>
              <a:gd name="connsiteY14" fmla="*/ 3175 h 347620"/>
              <a:gd name="connsiteX15" fmla="*/ 9540864 w 10386312"/>
              <a:gd name="connsiteY15" fmla="*/ 97990 h 347620"/>
              <a:gd name="connsiteX16" fmla="*/ 9568541 w 10386312"/>
              <a:gd name="connsiteY16" fmla="*/ 121320 h 347620"/>
              <a:gd name="connsiteX17" fmla="*/ 9545478 w 10386312"/>
              <a:gd name="connsiteY17" fmla="*/ 149317 h 347620"/>
              <a:gd name="connsiteX18" fmla="*/ 9540864 w 10386312"/>
              <a:gd name="connsiteY18" fmla="*/ 149317 h 347620"/>
              <a:gd name="connsiteX19" fmla="*/ 9522411 w 10386312"/>
              <a:gd name="connsiteY19" fmla="*/ 167982 h 347620"/>
              <a:gd name="connsiteX20" fmla="*/ 9540864 w 10386312"/>
              <a:gd name="connsiteY20" fmla="*/ 191313 h 347620"/>
              <a:gd name="connsiteX21" fmla="*/ 9568541 w 10386312"/>
              <a:gd name="connsiteY21" fmla="*/ 214644 h 347620"/>
              <a:gd name="connsiteX22" fmla="*/ 9540864 w 10386312"/>
              <a:gd name="connsiteY22" fmla="*/ 242641 h 347620"/>
              <a:gd name="connsiteX23" fmla="*/ 9598014 w 10386312"/>
              <a:gd name="connsiteY23" fmla="*/ 339139 h 347620"/>
              <a:gd name="connsiteX24" fmla="*/ 0 w 10386312"/>
              <a:gd name="connsiteY24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32706 w 10386312"/>
              <a:gd name="connsiteY6" fmla="*/ 166987 h 347620"/>
              <a:gd name="connsiteX7" fmla="*/ 9609373 w 10386312"/>
              <a:gd name="connsiteY7" fmla="*/ 190527 h 347620"/>
              <a:gd name="connsiteX8" fmla="*/ 9586041 w 10386312"/>
              <a:gd name="connsiteY8" fmla="*/ 166987 h 347620"/>
              <a:gd name="connsiteX9" fmla="*/ 0 w 10386312"/>
              <a:gd name="connsiteY9" fmla="*/ 0 h 347620"/>
              <a:gd name="connsiteX10" fmla="*/ 739665 w 10386312"/>
              <a:gd name="connsiteY10" fmla="*/ 0 h 347620"/>
              <a:gd name="connsiteX11" fmla="*/ 9785339 w 10386312"/>
              <a:gd name="connsiteY11" fmla="*/ 3175 h 347620"/>
              <a:gd name="connsiteX12" fmla="*/ 9540864 w 10386312"/>
              <a:gd name="connsiteY12" fmla="*/ 97990 h 347620"/>
              <a:gd name="connsiteX13" fmla="*/ 9568541 w 10386312"/>
              <a:gd name="connsiteY13" fmla="*/ 121320 h 347620"/>
              <a:gd name="connsiteX14" fmla="*/ 9545478 w 10386312"/>
              <a:gd name="connsiteY14" fmla="*/ 149317 h 347620"/>
              <a:gd name="connsiteX15" fmla="*/ 9540864 w 10386312"/>
              <a:gd name="connsiteY15" fmla="*/ 149317 h 347620"/>
              <a:gd name="connsiteX16" fmla="*/ 9522411 w 10386312"/>
              <a:gd name="connsiteY16" fmla="*/ 167982 h 347620"/>
              <a:gd name="connsiteX17" fmla="*/ 9540864 w 10386312"/>
              <a:gd name="connsiteY17" fmla="*/ 191313 h 347620"/>
              <a:gd name="connsiteX18" fmla="*/ 9568541 w 10386312"/>
              <a:gd name="connsiteY18" fmla="*/ 214644 h 347620"/>
              <a:gd name="connsiteX19" fmla="*/ 9540864 w 10386312"/>
              <a:gd name="connsiteY19" fmla="*/ 242641 h 347620"/>
              <a:gd name="connsiteX20" fmla="*/ 9598014 w 10386312"/>
              <a:gd name="connsiteY20" fmla="*/ 339139 h 347620"/>
              <a:gd name="connsiteX21" fmla="*/ 0 w 10386312"/>
              <a:gd name="connsiteY21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09373 w 10386312"/>
              <a:gd name="connsiteY6" fmla="*/ 190527 h 347620"/>
              <a:gd name="connsiteX7" fmla="*/ 9586041 w 10386312"/>
              <a:gd name="connsiteY7" fmla="*/ 166987 h 347620"/>
              <a:gd name="connsiteX8" fmla="*/ 0 w 10386312"/>
              <a:gd name="connsiteY8" fmla="*/ 0 h 347620"/>
              <a:gd name="connsiteX9" fmla="*/ 739665 w 10386312"/>
              <a:gd name="connsiteY9" fmla="*/ 0 h 347620"/>
              <a:gd name="connsiteX10" fmla="*/ 9785339 w 10386312"/>
              <a:gd name="connsiteY10" fmla="*/ 3175 h 347620"/>
              <a:gd name="connsiteX11" fmla="*/ 9540864 w 10386312"/>
              <a:gd name="connsiteY11" fmla="*/ 97990 h 347620"/>
              <a:gd name="connsiteX12" fmla="*/ 9568541 w 10386312"/>
              <a:gd name="connsiteY12" fmla="*/ 121320 h 347620"/>
              <a:gd name="connsiteX13" fmla="*/ 9545478 w 10386312"/>
              <a:gd name="connsiteY13" fmla="*/ 149317 h 347620"/>
              <a:gd name="connsiteX14" fmla="*/ 9540864 w 10386312"/>
              <a:gd name="connsiteY14" fmla="*/ 149317 h 347620"/>
              <a:gd name="connsiteX15" fmla="*/ 9522411 w 10386312"/>
              <a:gd name="connsiteY15" fmla="*/ 167982 h 347620"/>
              <a:gd name="connsiteX16" fmla="*/ 9540864 w 10386312"/>
              <a:gd name="connsiteY16" fmla="*/ 191313 h 347620"/>
              <a:gd name="connsiteX17" fmla="*/ 9568541 w 10386312"/>
              <a:gd name="connsiteY17" fmla="*/ 214644 h 347620"/>
              <a:gd name="connsiteX18" fmla="*/ 9540864 w 10386312"/>
              <a:gd name="connsiteY18" fmla="*/ 242641 h 347620"/>
              <a:gd name="connsiteX19" fmla="*/ 9598014 w 10386312"/>
              <a:gd name="connsiteY19" fmla="*/ 339139 h 347620"/>
              <a:gd name="connsiteX20" fmla="*/ 0 w 10386312"/>
              <a:gd name="connsiteY2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0 w 10386312"/>
              <a:gd name="connsiteY5" fmla="*/ 0 h 347620"/>
              <a:gd name="connsiteX6" fmla="*/ 739665 w 10386312"/>
              <a:gd name="connsiteY6" fmla="*/ 0 h 347620"/>
              <a:gd name="connsiteX7" fmla="*/ 9785339 w 10386312"/>
              <a:gd name="connsiteY7" fmla="*/ 3175 h 347620"/>
              <a:gd name="connsiteX8" fmla="*/ 9540864 w 10386312"/>
              <a:gd name="connsiteY8" fmla="*/ 97990 h 347620"/>
              <a:gd name="connsiteX9" fmla="*/ 9568541 w 10386312"/>
              <a:gd name="connsiteY9" fmla="*/ 121320 h 347620"/>
              <a:gd name="connsiteX10" fmla="*/ 9545478 w 10386312"/>
              <a:gd name="connsiteY10" fmla="*/ 149317 h 347620"/>
              <a:gd name="connsiteX11" fmla="*/ 9540864 w 10386312"/>
              <a:gd name="connsiteY11" fmla="*/ 149317 h 347620"/>
              <a:gd name="connsiteX12" fmla="*/ 9522411 w 10386312"/>
              <a:gd name="connsiteY12" fmla="*/ 167982 h 347620"/>
              <a:gd name="connsiteX13" fmla="*/ 9540864 w 10386312"/>
              <a:gd name="connsiteY13" fmla="*/ 191313 h 347620"/>
              <a:gd name="connsiteX14" fmla="*/ 9568541 w 10386312"/>
              <a:gd name="connsiteY14" fmla="*/ 214644 h 347620"/>
              <a:gd name="connsiteX15" fmla="*/ 9540864 w 10386312"/>
              <a:gd name="connsiteY15" fmla="*/ 242641 h 347620"/>
              <a:gd name="connsiteX16" fmla="*/ 9598014 w 10386312"/>
              <a:gd name="connsiteY16" fmla="*/ 339139 h 347620"/>
              <a:gd name="connsiteX17" fmla="*/ 0 w 10386312"/>
              <a:gd name="connsiteY17" fmla="*/ 0 h 347620"/>
              <a:gd name="connsiteX0" fmla="*/ 9598014 w 10386312"/>
              <a:gd name="connsiteY0" fmla="*/ 339139 h 347838"/>
              <a:gd name="connsiteX1" fmla="*/ 845227 w 10386312"/>
              <a:gd name="connsiteY1" fmla="*/ 335964 h 347838"/>
              <a:gd name="connsiteX2" fmla="*/ 0 w 10386312"/>
              <a:gd name="connsiteY2" fmla="*/ 335964 h 347838"/>
              <a:gd name="connsiteX3" fmla="*/ 0 w 10386312"/>
              <a:gd name="connsiteY3" fmla="*/ 0 h 347838"/>
              <a:gd name="connsiteX4" fmla="*/ 9598014 w 10386312"/>
              <a:gd name="connsiteY4" fmla="*/ 339139 h 347838"/>
              <a:gd name="connsiteX5" fmla="*/ 0 w 10386312"/>
              <a:gd name="connsiteY5" fmla="*/ 0 h 347838"/>
              <a:gd name="connsiteX6" fmla="*/ 739665 w 10386312"/>
              <a:gd name="connsiteY6" fmla="*/ 0 h 347838"/>
              <a:gd name="connsiteX7" fmla="*/ 9785339 w 10386312"/>
              <a:gd name="connsiteY7" fmla="*/ 3175 h 347838"/>
              <a:gd name="connsiteX8" fmla="*/ 9540864 w 10386312"/>
              <a:gd name="connsiteY8" fmla="*/ 97990 h 347838"/>
              <a:gd name="connsiteX9" fmla="*/ 9568541 w 10386312"/>
              <a:gd name="connsiteY9" fmla="*/ 121320 h 347838"/>
              <a:gd name="connsiteX10" fmla="*/ 9545478 w 10386312"/>
              <a:gd name="connsiteY10" fmla="*/ 149317 h 347838"/>
              <a:gd name="connsiteX11" fmla="*/ 9540864 w 10386312"/>
              <a:gd name="connsiteY11" fmla="*/ 149317 h 347838"/>
              <a:gd name="connsiteX12" fmla="*/ 9522411 w 10386312"/>
              <a:gd name="connsiteY12" fmla="*/ 167982 h 347838"/>
              <a:gd name="connsiteX13" fmla="*/ 9540864 w 10386312"/>
              <a:gd name="connsiteY13" fmla="*/ 191313 h 347838"/>
              <a:gd name="connsiteX14" fmla="*/ 9540864 w 10386312"/>
              <a:gd name="connsiteY14" fmla="*/ 242641 h 347838"/>
              <a:gd name="connsiteX15" fmla="*/ 9598014 w 10386312"/>
              <a:gd name="connsiteY15" fmla="*/ 339139 h 347838"/>
              <a:gd name="connsiteX16" fmla="*/ 0 w 10386312"/>
              <a:gd name="connsiteY16" fmla="*/ 0 h 347838"/>
              <a:gd name="connsiteX0" fmla="*/ 9598014 w 10387052"/>
              <a:gd name="connsiteY0" fmla="*/ 339139 h 347838"/>
              <a:gd name="connsiteX1" fmla="*/ 845227 w 10387052"/>
              <a:gd name="connsiteY1" fmla="*/ 335964 h 347838"/>
              <a:gd name="connsiteX2" fmla="*/ 0 w 10387052"/>
              <a:gd name="connsiteY2" fmla="*/ 335964 h 347838"/>
              <a:gd name="connsiteX3" fmla="*/ 0 w 10387052"/>
              <a:gd name="connsiteY3" fmla="*/ 0 h 347838"/>
              <a:gd name="connsiteX4" fmla="*/ 9598014 w 10387052"/>
              <a:gd name="connsiteY4" fmla="*/ 339139 h 347838"/>
              <a:gd name="connsiteX5" fmla="*/ 0 w 10387052"/>
              <a:gd name="connsiteY5" fmla="*/ 0 h 347838"/>
              <a:gd name="connsiteX6" fmla="*/ 739665 w 10387052"/>
              <a:gd name="connsiteY6" fmla="*/ 0 h 347838"/>
              <a:gd name="connsiteX7" fmla="*/ 9785339 w 10387052"/>
              <a:gd name="connsiteY7" fmla="*/ 3175 h 347838"/>
              <a:gd name="connsiteX8" fmla="*/ 9540864 w 10387052"/>
              <a:gd name="connsiteY8" fmla="*/ 97990 h 347838"/>
              <a:gd name="connsiteX9" fmla="*/ 9545478 w 10387052"/>
              <a:gd name="connsiteY9" fmla="*/ 149317 h 347838"/>
              <a:gd name="connsiteX10" fmla="*/ 9540864 w 10387052"/>
              <a:gd name="connsiteY10" fmla="*/ 149317 h 347838"/>
              <a:gd name="connsiteX11" fmla="*/ 9522411 w 10387052"/>
              <a:gd name="connsiteY11" fmla="*/ 167982 h 347838"/>
              <a:gd name="connsiteX12" fmla="*/ 9540864 w 10387052"/>
              <a:gd name="connsiteY12" fmla="*/ 191313 h 347838"/>
              <a:gd name="connsiteX13" fmla="*/ 9540864 w 10387052"/>
              <a:gd name="connsiteY13" fmla="*/ 242641 h 347838"/>
              <a:gd name="connsiteX14" fmla="*/ 9598014 w 10387052"/>
              <a:gd name="connsiteY14" fmla="*/ 339139 h 347838"/>
              <a:gd name="connsiteX15" fmla="*/ 0 w 10387052"/>
              <a:gd name="connsiteY15" fmla="*/ 0 h 347838"/>
              <a:gd name="connsiteX0" fmla="*/ 9598014 w 10388562"/>
              <a:gd name="connsiteY0" fmla="*/ 339139 h 347838"/>
              <a:gd name="connsiteX1" fmla="*/ 845227 w 10388562"/>
              <a:gd name="connsiteY1" fmla="*/ 335964 h 347838"/>
              <a:gd name="connsiteX2" fmla="*/ 0 w 10388562"/>
              <a:gd name="connsiteY2" fmla="*/ 335964 h 347838"/>
              <a:gd name="connsiteX3" fmla="*/ 0 w 10388562"/>
              <a:gd name="connsiteY3" fmla="*/ 0 h 347838"/>
              <a:gd name="connsiteX4" fmla="*/ 9598014 w 10388562"/>
              <a:gd name="connsiteY4" fmla="*/ 339139 h 347838"/>
              <a:gd name="connsiteX5" fmla="*/ 0 w 10388562"/>
              <a:gd name="connsiteY5" fmla="*/ 0 h 347838"/>
              <a:gd name="connsiteX6" fmla="*/ 739665 w 10388562"/>
              <a:gd name="connsiteY6" fmla="*/ 0 h 347838"/>
              <a:gd name="connsiteX7" fmla="*/ 9785339 w 10388562"/>
              <a:gd name="connsiteY7" fmla="*/ 3175 h 347838"/>
              <a:gd name="connsiteX8" fmla="*/ 9545478 w 10388562"/>
              <a:gd name="connsiteY8" fmla="*/ 149317 h 347838"/>
              <a:gd name="connsiteX9" fmla="*/ 9540864 w 10388562"/>
              <a:gd name="connsiteY9" fmla="*/ 149317 h 347838"/>
              <a:gd name="connsiteX10" fmla="*/ 9522411 w 10388562"/>
              <a:gd name="connsiteY10" fmla="*/ 167982 h 347838"/>
              <a:gd name="connsiteX11" fmla="*/ 9540864 w 10388562"/>
              <a:gd name="connsiteY11" fmla="*/ 191313 h 347838"/>
              <a:gd name="connsiteX12" fmla="*/ 9540864 w 10388562"/>
              <a:gd name="connsiteY12" fmla="*/ 242641 h 347838"/>
              <a:gd name="connsiteX13" fmla="*/ 9598014 w 10388562"/>
              <a:gd name="connsiteY13" fmla="*/ 339139 h 347838"/>
              <a:gd name="connsiteX14" fmla="*/ 0 w 10388562"/>
              <a:gd name="connsiteY14" fmla="*/ 0 h 347838"/>
              <a:gd name="connsiteX0" fmla="*/ 9598014 w 10389157"/>
              <a:gd name="connsiteY0" fmla="*/ 339139 h 347838"/>
              <a:gd name="connsiteX1" fmla="*/ 845227 w 10389157"/>
              <a:gd name="connsiteY1" fmla="*/ 335964 h 347838"/>
              <a:gd name="connsiteX2" fmla="*/ 0 w 10389157"/>
              <a:gd name="connsiteY2" fmla="*/ 335964 h 347838"/>
              <a:gd name="connsiteX3" fmla="*/ 0 w 10389157"/>
              <a:gd name="connsiteY3" fmla="*/ 0 h 347838"/>
              <a:gd name="connsiteX4" fmla="*/ 9598014 w 10389157"/>
              <a:gd name="connsiteY4" fmla="*/ 339139 h 347838"/>
              <a:gd name="connsiteX5" fmla="*/ 0 w 10389157"/>
              <a:gd name="connsiteY5" fmla="*/ 0 h 347838"/>
              <a:gd name="connsiteX6" fmla="*/ 739665 w 10389157"/>
              <a:gd name="connsiteY6" fmla="*/ 0 h 347838"/>
              <a:gd name="connsiteX7" fmla="*/ 9785339 w 10389157"/>
              <a:gd name="connsiteY7" fmla="*/ 3175 h 347838"/>
              <a:gd name="connsiteX8" fmla="*/ 9545478 w 10389157"/>
              <a:gd name="connsiteY8" fmla="*/ 149317 h 347838"/>
              <a:gd name="connsiteX9" fmla="*/ 9522411 w 10389157"/>
              <a:gd name="connsiteY9" fmla="*/ 167982 h 347838"/>
              <a:gd name="connsiteX10" fmla="*/ 9540864 w 10389157"/>
              <a:gd name="connsiteY10" fmla="*/ 191313 h 347838"/>
              <a:gd name="connsiteX11" fmla="*/ 9540864 w 10389157"/>
              <a:gd name="connsiteY11" fmla="*/ 242641 h 347838"/>
              <a:gd name="connsiteX12" fmla="*/ 9598014 w 10389157"/>
              <a:gd name="connsiteY12" fmla="*/ 339139 h 347838"/>
              <a:gd name="connsiteX13" fmla="*/ 0 w 10389157"/>
              <a:gd name="connsiteY13" fmla="*/ 0 h 347838"/>
              <a:gd name="connsiteX0" fmla="*/ 9598014 w 10381792"/>
              <a:gd name="connsiteY0" fmla="*/ 339139 h 347838"/>
              <a:gd name="connsiteX1" fmla="*/ 845227 w 10381792"/>
              <a:gd name="connsiteY1" fmla="*/ 335964 h 347838"/>
              <a:gd name="connsiteX2" fmla="*/ 0 w 10381792"/>
              <a:gd name="connsiteY2" fmla="*/ 335964 h 347838"/>
              <a:gd name="connsiteX3" fmla="*/ 0 w 10381792"/>
              <a:gd name="connsiteY3" fmla="*/ 0 h 347838"/>
              <a:gd name="connsiteX4" fmla="*/ 9598014 w 10381792"/>
              <a:gd name="connsiteY4" fmla="*/ 339139 h 347838"/>
              <a:gd name="connsiteX5" fmla="*/ 0 w 10381792"/>
              <a:gd name="connsiteY5" fmla="*/ 0 h 347838"/>
              <a:gd name="connsiteX6" fmla="*/ 739665 w 10381792"/>
              <a:gd name="connsiteY6" fmla="*/ 0 h 347838"/>
              <a:gd name="connsiteX7" fmla="*/ 9785339 w 10381792"/>
              <a:gd name="connsiteY7" fmla="*/ 3175 h 347838"/>
              <a:gd name="connsiteX8" fmla="*/ 9522411 w 10381792"/>
              <a:gd name="connsiteY8" fmla="*/ 167982 h 347838"/>
              <a:gd name="connsiteX9" fmla="*/ 9540864 w 10381792"/>
              <a:gd name="connsiteY9" fmla="*/ 191313 h 347838"/>
              <a:gd name="connsiteX10" fmla="*/ 9540864 w 10381792"/>
              <a:gd name="connsiteY10" fmla="*/ 242641 h 347838"/>
              <a:gd name="connsiteX11" fmla="*/ 9598014 w 10381792"/>
              <a:gd name="connsiteY11" fmla="*/ 339139 h 347838"/>
              <a:gd name="connsiteX12" fmla="*/ 0 w 10381792"/>
              <a:gd name="connsiteY12" fmla="*/ 0 h 347838"/>
              <a:gd name="connsiteX0" fmla="*/ 9598014 w 10387201"/>
              <a:gd name="connsiteY0" fmla="*/ 339139 h 347838"/>
              <a:gd name="connsiteX1" fmla="*/ 845227 w 10387201"/>
              <a:gd name="connsiteY1" fmla="*/ 335964 h 347838"/>
              <a:gd name="connsiteX2" fmla="*/ 0 w 10387201"/>
              <a:gd name="connsiteY2" fmla="*/ 335964 h 347838"/>
              <a:gd name="connsiteX3" fmla="*/ 0 w 10387201"/>
              <a:gd name="connsiteY3" fmla="*/ 0 h 347838"/>
              <a:gd name="connsiteX4" fmla="*/ 9598014 w 10387201"/>
              <a:gd name="connsiteY4" fmla="*/ 339139 h 347838"/>
              <a:gd name="connsiteX5" fmla="*/ 0 w 10387201"/>
              <a:gd name="connsiteY5" fmla="*/ 0 h 347838"/>
              <a:gd name="connsiteX6" fmla="*/ 739665 w 10387201"/>
              <a:gd name="connsiteY6" fmla="*/ 0 h 347838"/>
              <a:gd name="connsiteX7" fmla="*/ 9785339 w 10387201"/>
              <a:gd name="connsiteY7" fmla="*/ 3175 h 347838"/>
              <a:gd name="connsiteX8" fmla="*/ 9540864 w 10387201"/>
              <a:gd name="connsiteY8" fmla="*/ 191313 h 347838"/>
              <a:gd name="connsiteX9" fmla="*/ 9540864 w 10387201"/>
              <a:gd name="connsiteY9" fmla="*/ 242641 h 347838"/>
              <a:gd name="connsiteX10" fmla="*/ 9598014 w 10387201"/>
              <a:gd name="connsiteY10" fmla="*/ 339139 h 347838"/>
              <a:gd name="connsiteX11" fmla="*/ 0 w 10387201"/>
              <a:gd name="connsiteY11" fmla="*/ 0 h 347838"/>
              <a:gd name="connsiteX0" fmla="*/ 9598014 w 10385367"/>
              <a:gd name="connsiteY0" fmla="*/ 339139 h 350048"/>
              <a:gd name="connsiteX1" fmla="*/ 845227 w 10385367"/>
              <a:gd name="connsiteY1" fmla="*/ 335964 h 350048"/>
              <a:gd name="connsiteX2" fmla="*/ 0 w 10385367"/>
              <a:gd name="connsiteY2" fmla="*/ 335964 h 350048"/>
              <a:gd name="connsiteX3" fmla="*/ 0 w 10385367"/>
              <a:gd name="connsiteY3" fmla="*/ 0 h 350048"/>
              <a:gd name="connsiteX4" fmla="*/ 9598014 w 10385367"/>
              <a:gd name="connsiteY4" fmla="*/ 339139 h 350048"/>
              <a:gd name="connsiteX5" fmla="*/ 0 w 10385367"/>
              <a:gd name="connsiteY5" fmla="*/ 0 h 350048"/>
              <a:gd name="connsiteX6" fmla="*/ 739665 w 10385367"/>
              <a:gd name="connsiteY6" fmla="*/ 0 h 350048"/>
              <a:gd name="connsiteX7" fmla="*/ 9785339 w 10385367"/>
              <a:gd name="connsiteY7" fmla="*/ 3175 h 350048"/>
              <a:gd name="connsiteX8" fmla="*/ 9540864 w 10385367"/>
              <a:gd name="connsiteY8" fmla="*/ 242641 h 350048"/>
              <a:gd name="connsiteX9" fmla="*/ 9598014 w 10385367"/>
              <a:gd name="connsiteY9" fmla="*/ 339139 h 350048"/>
              <a:gd name="connsiteX10" fmla="*/ 0 w 10385367"/>
              <a:gd name="connsiteY10" fmla="*/ 0 h 350048"/>
              <a:gd name="connsiteX0" fmla="*/ 9598014 w 10858369"/>
              <a:gd name="connsiteY0" fmla="*/ 339139 h 339139"/>
              <a:gd name="connsiteX1" fmla="*/ 845227 w 10858369"/>
              <a:gd name="connsiteY1" fmla="*/ 335964 h 339139"/>
              <a:gd name="connsiteX2" fmla="*/ 0 w 10858369"/>
              <a:gd name="connsiteY2" fmla="*/ 335964 h 339139"/>
              <a:gd name="connsiteX3" fmla="*/ 0 w 10858369"/>
              <a:gd name="connsiteY3" fmla="*/ 0 h 339139"/>
              <a:gd name="connsiteX4" fmla="*/ 9598014 w 10858369"/>
              <a:gd name="connsiteY4" fmla="*/ 339139 h 339139"/>
              <a:gd name="connsiteX5" fmla="*/ 0 w 10858369"/>
              <a:gd name="connsiteY5" fmla="*/ 0 h 339139"/>
              <a:gd name="connsiteX6" fmla="*/ 739665 w 10858369"/>
              <a:gd name="connsiteY6" fmla="*/ 0 h 339139"/>
              <a:gd name="connsiteX7" fmla="*/ 9785339 w 10858369"/>
              <a:gd name="connsiteY7" fmla="*/ 3175 h 339139"/>
              <a:gd name="connsiteX8" fmla="*/ 9598014 w 10858369"/>
              <a:gd name="connsiteY8" fmla="*/ 339139 h 339139"/>
              <a:gd name="connsiteX9" fmla="*/ 0 w 10858369"/>
              <a:gd name="connsiteY9" fmla="*/ 0 h 339139"/>
              <a:gd name="connsiteX0" fmla="*/ 9598014 w 10374035"/>
              <a:gd name="connsiteY0" fmla="*/ 339139 h 339139"/>
              <a:gd name="connsiteX1" fmla="*/ 845227 w 10374035"/>
              <a:gd name="connsiteY1" fmla="*/ 335964 h 339139"/>
              <a:gd name="connsiteX2" fmla="*/ 0 w 10374035"/>
              <a:gd name="connsiteY2" fmla="*/ 335964 h 339139"/>
              <a:gd name="connsiteX3" fmla="*/ 0 w 10374035"/>
              <a:gd name="connsiteY3" fmla="*/ 0 h 339139"/>
              <a:gd name="connsiteX4" fmla="*/ 9598014 w 10374035"/>
              <a:gd name="connsiteY4" fmla="*/ 339139 h 339139"/>
              <a:gd name="connsiteX5" fmla="*/ 0 w 10374035"/>
              <a:gd name="connsiteY5" fmla="*/ 0 h 339139"/>
              <a:gd name="connsiteX6" fmla="*/ 739665 w 10374035"/>
              <a:gd name="connsiteY6" fmla="*/ 0 h 339139"/>
              <a:gd name="connsiteX7" fmla="*/ 9785339 w 10374035"/>
              <a:gd name="connsiteY7" fmla="*/ 3175 h 339139"/>
              <a:gd name="connsiteX8" fmla="*/ 9598014 w 10374035"/>
              <a:gd name="connsiteY8" fmla="*/ 339139 h 339139"/>
              <a:gd name="connsiteX9" fmla="*/ 0 w 10374035"/>
              <a:gd name="connsiteY9" fmla="*/ 0 h 339139"/>
              <a:gd name="connsiteX0" fmla="*/ 9598014 w 10398682"/>
              <a:gd name="connsiteY0" fmla="*/ 339139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9598014 w 10398682"/>
              <a:gd name="connsiteY5" fmla="*/ 339139 h 430579"/>
              <a:gd name="connsiteX6" fmla="*/ 0 w 10398682"/>
              <a:gd name="connsiteY6" fmla="*/ 0 h 430579"/>
              <a:gd name="connsiteX7" fmla="*/ 739665 w 10398682"/>
              <a:gd name="connsiteY7" fmla="*/ 0 h 430579"/>
              <a:gd name="connsiteX8" fmla="*/ 9785339 w 10398682"/>
              <a:gd name="connsiteY8" fmla="*/ 3175 h 430579"/>
              <a:gd name="connsiteX9" fmla="*/ 9689454 w 10398682"/>
              <a:gd name="connsiteY9" fmla="*/ 430579 h 430579"/>
              <a:gd name="connsiteX0" fmla="*/ 0 w 10398682"/>
              <a:gd name="connsiteY0" fmla="*/ 0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0 w 10398682"/>
              <a:gd name="connsiteY5" fmla="*/ 0 h 430579"/>
              <a:gd name="connsiteX6" fmla="*/ 739665 w 10398682"/>
              <a:gd name="connsiteY6" fmla="*/ 0 h 430579"/>
              <a:gd name="connsiteX7" fmla="*/ 9785339 w 10398682"/>
              <a:gd name="connsiteY7" fmla="*/ 3175 h 430579"/>
              <a:gd name="connsiteX8" fmla="*/ 9689454 w 10398682"/>
              <a:gd name="connsiteY8" fmla="*/ 430579 h 430579"/>
              <a:gd name="connsiteX0" fmla="*/ 0 w 10867773"/>
              <a:gd name="connsiteY0" fmla="*/ 0 h 336082"/>
              <a:gd name="connsiteX1" fmla="*/ 0 w 10867773"/>
              <a:gd name="connsiteY1" fmla="*/ 0 h 336082"/>
              <a:gd name="connsiteX2" fmla="*/ 845227 w 10867773"/>
              <a:gd name="connsiteY2" fmla="*/ 335964 h 336082"/>
              <a:gd name="connsiteX3" fmla="*/ 0 w 10867773"/>
              <a:gd name="connsiteY3" fmla="*/ 335964 h 336082"/>
              <a:gd name="connsiteX4" fmla="*/ 0 w 10867773"/>
              <a:gd name="connsiteY4" fmla="*/ 0 h 336082"/>
              <a:gd name="connsiteX5" fmla="*/ 0 w 10867773"/>
              <a:gd name="connsiteY5" fmla="*/ 0 h 336082"/>
              <a:gd name="connsiteX6" fmla="*/ 739665 w 10867773"/>
              <a:gd name="connsiteY6" fmla="*/ 0 h 336082"/>
              <a:gd name="connsiteX7" fmla="*/ 9785339 w 10867773"/>
              <a:gd name="connsiteY7" fmla="*/ 3175 h 336082"/>
              <a:gd name="connsiteX8" fmla="*/ 9676754 w 10867773"/>
              <a:gd name="connsiteY8" fmla="*/ 230554 h 336082"/>
              <a:gd name="connsiteX0" fmla="*/ 0 w 10840435"/>
              <a:gd name="connsiteY0" fmla="*/ 0 h 336082"/>
              <a:gd name="connsiteX1" fmla="*/ 0 w 10840435"/>
              <a:gd name="connsiteY1" fmla="*/ 0 h 336082"/>
              <a:gd name="connsiteX2" fmla="*/ 845227 w 10840435"/>
              <a:gd name="connsiteY2" fmla="*/ 335964 h 336082"/>
              <a:gd name="connsiteX3" fmla="*/ 0 w 10840435"/>
              <a:gd name="connsiteY3" fmla="*/ 335964 h 336082"/>
              <a:gd name="connsiteX4" fmla="*/ 0 w 10840435"/>
              <a:gd name="connsiteY4" fmla="*/ 0 h 336082"/>
              <a:gd name="connsiteX5" fmla="*/ 0 w 10840435"/>
              <a:gd name="connsiteY5" fmla="*/ 0 h 336082"/>
              <a:gd name="connsiteX6" fmla="*/ 739665 w 10840435"/>
              <a:gd name="connsiteY6" fmla="*/ 0 h 336082"/>
              <a:gd name="connsiteX7" fmla="*/ 9785339 w 10840435"/>
              <a:gd name="connsiteY7" fmla="*/ 3175 h 336082"/>
              <a:gd name="connsiteX8" fmla="*/ 9625954 w 10840435"/>
              <a:gd name="connsiteY8" fmla="*/ 335329 h 336082"/>
              <a:gd name="connsiteX0" fmla="*/ 0 w 10403938"/>
              <a:gd name="connsiteY0" fmla="*/ 0 h 336082"/>
              <a:gd name="connsiteX1" fmla="*/ 0 w 10403938"/>
              <a:gd name="connsiteY1" fmla="*/ 0 h 336082"/>
              <a:gd name="connsiteX2" fmla="*/ 845227 w 10403938"/>
              <a:gd name="connsiteY2" fmla="*/ 335964 h 336082"/>
              <a:gd name="connsiteX3" fmla="*/ 0 w 10403938"/>
              <a:gd name="connsiteY3" fmla="*/ 335964 h 336082"/>
              <a:gd name="connsiteX4" fmla="*/ 0 w 10403938"/>
              <a:gd name="connsiteY4" fmla="*/ 0 h 336082"/>
              <a:gd name="connsiteX5" fmla="*/ 0 w 10403938"/>
              <a:gd name="connsiteY5" fmla="*/ 0 h 336082"/>
              <a:gd name="connsiteX6" fmla="*/ 739665 w 10403938"/>
              <a:gd name="connsiteY6" fmla="*/ 0 h 336082"/>
              <a:gd name="connsiteX7" fmla="*/ 9785339 w 10403938"/>
              <a:gd name="connsiteY7" fmla="*/ 3175 h 336082"/>
              <a:gd name="connsiteX8" fmla="*/ 9625954 w 10403938"/>
              <a:gd name="connsiteY8" fmla="*/ 335329 h 336082"/>
              <a:gd name="connsiteX0" fmla="*/ 0 w 9785601"/>
              <a:gd name="connsiteY0" fmla="*/ 0 h 336082"/>
              <a:gd name="connsiteX1" fmla="*/ 0 w 9785601"/>
              <a:gd name="connsiteY1" fmla="*/ 0 h 336082"/>
              <a:gd name="connsiteX2" fmla="*/ 845227 w 9785601"/>
              <a:gd name="connsiteY2" fmla="*/ 335964 h 336082"/>
              <a:gd name="connsiteX3" fmla="*/ 0 w 9785601"/>
              <a:gd name="connsiteY3" fmla="*/ 335964 h 336082"/>
              <a:gd name="connsiteX4" fmla="*/ 0 w 9785601"/>
              <a:gd name="connsiteY4" fmla="*/ 0 h 336082"/>
              <a:gd name="connsiteX5" fmla="*/ 0 w 9785601"/>
              <a:gd name="connsiteY5" fmla="*/ 0 h 336082"/>
              <a:gd name="connsiteX6" fmla="*/ 739665 w 9785601"/>
              <a:gd name="connsiteY6" fmla="*/ 0 h 336082"/>
              <a:gd name="connsiteX7" fmla="*/ 9785339 w 9785601"/>
              <a:gd name="connsiteY7" fmla="*/ 3175 h 336082"/>
              <a:gd name="connsiteX8" fmla="*/ 9625954 w 9785601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6350 h 336082"/>
              <a:gd name="connsiteX8" fmla="*/ 9625954 w 9798283"/>
              <a:gd name="connsiteY8" fmla="*/ 335329 h 336082"/>
              <a:gd name="connsiteX0" fmla="*/ 0 w 9941053"/>
              <a:gd name="connsiteY0" fmla="*/ 60328 h 396410"/>
              <a:gd name="connsiteX1" fmla="*/ 0 w 9941053"/>
              <a:gd name="connsiteY1" fmla="*/ 60328 h 396410"/>
              <a:gd name="connsiteX2" fmla="*/ 845227 w 9941053"/>
              <a:gd name="connsiteY2" fmla="*/ 396292 h 396410"/>
              <a:gd name="connsiteX3" fmla="*/ 0 w 9941053"/>
              <a:gd name="connsiteY3" fmla="*/ 396292 h 396410"/>
              <a:gd name="connsiteX4" fmla="*/ 0 w 9941053"/>
              <a:gd name="connsiteY4" fmla="*/ 60328 h 396410"/>
              <a:gd name="connsiteX5" fmla="*/ 0 w 9941053"/>
              <a:gd name="connsiteY5" fmla="*/ 60328 h 396410"/>
              <a:gd name="connsiteX6" fmla="*/ 739665 w 9941053"/>
              <a:gd name="connsiteY6" fmla="*/ 60328 h 396410"/>
              <a:gd name="connsiteX7" fmla="*/ 9940914 w 9941053"/>
              <a:gd name="connsiteY7" fmla="*/ 3 h 396410"/>
              <a:gd name="connsiteX8" fmla="*/ 9625954 w 9941053"/>
              <a:gd name="connsiteY8" fmla="*/ 395657 h 396410"/>
              <a:gd name="connsiteX0" fmla="*/ 0 w 9625954"/>
              <a:gd name="connsiteY0" fmla="*/ 0 h 336082"/>
              <a:gd name="connsiteX1" fmla="*/ 0 w 9625954"/>
              <a:gd name="connsiteY1" fmla="*/ 0 h 336082"/>
              <a:gd name="connsiteX2" fmla="*/ 845227 w 9625954"/>
              <a:gd name="connsiteY2" fmla="*/ 335964 h 336082"/>
              <a:gd name="connsiteX3" fmla="*/ 0 w 9625954"/>
              <a:gd name="connsiteY3" fmla="*/ 335964 h 336082"/>
              <a:gd name="connsiteX4" fmla="*/ 0 w 9625954"/>
              <a:gd name="connsiteY4" fmla="*/ 0 h 336082"/>
              <a:gd name="connsiteX5" fmla="*/ 0 w 9625954"/>
              <a:gd name="connsiteY5" fmla="*/ 0 h 336082"/>
              <a:gd name="connsiteX6" fmla="*/ 739665 w 9625954"/>
              <a:gd name="connsiteY6" fmla="*/ 0 h 336082"/>
              <a:gd name="connsiteX7" fmla="*/ 9229714 w 9625954"/>
              <a:gd name="connsiteY7" fmla="*/ 177800 h 336082"/>
              <a:gd name="connsiteX8" fmla="*/ 9625954 w 9625954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3175 h 336082"/>
              <a:gd name="connsiteX8" fmla="*/ 9625954 w 9798283"/>
              <a:gd name="connsiteY8" fmla="*/ 335329 h 336082"/>
              <a:gd name="connsiteX0" fmla="*/ 0 w 10332581"/>
              <a:gd name="connsiteY0" fmla="*/ 0 h 336082"/>
              <a:gd name="connsiteX1" fmla="*/ 0 w 10332581"/>
              <a:gd name="connsiteY1" fmla="*/ 0 h 336082"/>
              <a:gd name="connsiteX2" fmla="*/ 845227 w 10332581"/>
              <a:gd name="connsiteY2" fmla="*/ 335964 h 336082"/>
              <a:gd name="connsiteX3" fmla="*/ 0 w 10332581"/>
              <a:gd name="connsiteY3" fmla="*/ 335964 h 336082"/>
              <a:gd name="connsiteX4" fmla="*/ 0 w 10332581"/>
              <a:gd name="connsiteY4" fmla="*/ 0 h 336082"/>
              <a:gd name="connsiteX5" fmla="*/ 0 w 10332581"/>
              <a:gd name="connsiteY5" fmla="*/ 0 h 336082"/>
              <a:gd name="connsiteX6" fmla="*/ 739665 w 10332581"/>
              <a:gd name="connsiteY6" fmla="*/ 0 h 336082"/>
              <a:gd name="connsiteX7" fmla="*/ 9798039 w 10332581"/>
              <a:gd name="connsiteY7" fmla="*/ 3175 h 336082"/>
              <a:gd name="connsiteX8" fmla="*/ 9333854 w 10332581"/>
              <a:gd name="connsiteY8" fmla="*/ 243254 h 336082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739665 w 10410875"/>
              <a:gd name="connsiteY6" fmla="*/ 0 h 338504"/>
              <a:gd name="connsiteX7" fmla="*/ 9798039 w 10410875"/>
              <a:gd name="connsiteY7" fmla="*/ 3175 h 338504"/>
              <a:gd name="connsiteX8" fmla="*/ 9616429 w 10410875"/>
              <a:gd name="connsiteY8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9798039"/>
              <a:gd name="connsiteY0" fmla="*/ 0 h 335964"/>
              <a:gd name="connsiteX1" fmla="*/ 0 w 9798039"/>
              <a:gd name="connsiteY1" fmla="*/ 0 h 335964"/>
              <a:gd name="connsiteX2" fmla="*/ 4450166 w 9798039"/>
              <a:gd name="connsiteY2" fmla="*/ 331176 h 335964"/>
              <a:gd name="connsiteX3" fmla="*/ 0 w 9798039"/>
              <a:gd name="connsiteY3" fmla="*/ 335964 h 335964"/>
              <a:gd name="connsiteX4" fmla="*/ 0 w 9798039"/>
              <a:gd name="connsiteY4" fmla="*/ 0 h 335964"/>
              <a:gd name="connsiteX5" fmla="*/ 0 w 9798039"/>
              <a:gd name="connsiteY5" fmla="*/ 0 h 335964"/>
              <a:gd name="connsiteX6" fmla="*/ 9798039 w 9798039"/>
              <a:gd name="connsiteY6" fmla="*/ 3175 h 335964"/>
              <a:gd name="connsiteX0" fmla="*/ 0 w 4808553"/>
              <a:gd name="connsiteY0" fmla="*/ 0 h 335964"/>
              <a:gd name="connsiteX1" fmla="*/ 0 w 4808553"/>
              <a:gd name="connsiteY1" fmla="*/ 0 h 335964"/>
              <a:gd name="connsiteX2" fmla="*/ 4450166 w 4808553"/>
              <a:gd name="connsiteY2" fmla="*/ 331176 h 335964"/>
              <a:gd name="connsiteX3" fmla="*/ 0 w 4808553"/>
              <a:gd name="connsiteY3" fmla="*/ 335964 h 335964"/>
              <a:gd name="connsiteX4" fmla="*/ 0 w 4808553"/>
              <a:gd name="connsiteY4" fmla="*/ 0 h 335964"/>
              <a:gd name="connsiteX0" fmla="*/ 77078 w 4528022"/>
              <a:gd name="connsiteY0" fmla="*/ 10269 h 365804"/>
              <a:gd name="connsiteX1" fmla="*/ 77078 w 4528022"/>
              <a:gd name="connsiteY1" fmla="*/ 10269 h 365804"/>
              <a:gd name="connsiteX2" fmla="*/ 436136 w 4528022"/>
              <a:gd name="connsiteY2" fmla="*/ 29857 h 365804"/>
              <a:gd name="connsiteX3" fmla="*/ 4527244 w 4528022"/>
              <a:gd name="connsiteY3" fmla="*/ 341445 h 365804"/>
              <a:gd name="connsiteX4" fmla="*/ 77078 w 4528022"/>
              <a:gd name="connsiteY4" fmla="*/ 346233 h 365804"/>
              <a:gd name="connsiteX5" fmla="*/ 77078 w 4528022"/>
              <a:gd name="connsiteY5" fmla="*/ 10269 h 365804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973015"/>
              <a:gd name="connsiteY0" fmla="*/ 0 h 356920"/>
              <a:gd name="connsiteX1" fmla="*/ 0 w 4973015"/>
              <a:gd name="connsiteY1" fmla="*/ 0 h 356920"/>
              <a:gd name="connsiteX2" fmla="*/ 4035808 w 4973015"/>
              <a:gd name="connsiteY2" fmla="*/ 48312 h 356920"/>
              <a:gd name="connsiteX3" fmla="*/ 4673465 w 4973015"/>
              <a:gd name="connsiteY3" fmla="*/ 335963 h 356920"/>
              <a:gd name="connsiteX4" fmla="*/ 0 w 4973015"/>
              <a:gd name="connsiteY4" fmla="*/ 335964 h 356920"/>
              <a:gd name="connsiteX5" fmla="*/ 0 w 4973015"/>
              <a:gd name="connsiteY5" fmla="*/ 0 h 356920"/>
              <a:gd name="connsiteX0" fmla="*/ 0 w 4971985"/>
              <a:gd name="connsiteY0" fmla="*/ 0 h 339915"/>
              <a:gd name="connsiteX1" fmla="*/ 0 w 4971985"/>
              <a:gd name="connsiteY1" fmla="*/ 0 h 339915"/>
              <a:gd name="connsiteX2" fmla="*/ 4035808 w 4971985"/>
              <a:gd name="connsiteY2" fmla="*/ 48312 h 339915"/>
              <a:gd name="connsiteX3" fmla="*/ 4673465 w 4971985"/>
              <a:gd name="connsiteY3" fmla="*/ 335963 h 339915"/>
              <a:gd name="connsiteX4" fmla="*/ 0 w 4971985"/>
              <a:gd name="connsiteY4" fmla="*/ 335964 h 339915"/>
              <a:gd name="connsiteX5" fmla="*/ 0 w 4971985"/>
              <a:gd name="connsiteY5" fmla="*/ 0 h 339915"/>
              <a:gd name="connsiteX0" fmla="*/ 0 w 4977139"/>
              <a:gd name="connsiteY0" fmla="*/ 0 h 335964"/>
              <a:gd name="connsiteX1" fmla="*/ 0 w 4977139"/>
              <a:gd name="connsiteY1" fmla="*/ 0 h 335964"/>
              <a:gd name="connsiteX2" fmla="*/ 4035808 w 4977139"/>
              <a:gd name="connsiteY2" fmla="*/ 48312 h 335964"/>
              <a:gd name="connsiteX3" fmla="*/ 4673465 w 4977139"/>
              <a:gd name="connsiteY3" fmla="*/ 335963 h 335964"/>
              <a:gd name="connsiteX4" fmla="*/ 0 w 4977139"/>
              <a:gd name="connsiteY4" fmla="*/ 335964 h 335964"/>
              <a:gd name="connsiteX5" fmla="*/ 0 w 4977139"/>
              <a:gd name="connsiteY5" fmla="*/ 0 h 335964"/>
              <a:gd name="connsiteX0" fmla="*/ 0 w 4680500"/>
              <a:gd name="connsiteY0" fmla="*/ 0 h 335993"/>
              <a:gd name="connsiteX1" fmla="*/ 0 w 4680500"/>
              <a:gd name="connsiteY1" fmla="*/ 0 h 335993"/>
              <a:gd name="connsiteX2" fmla="*/ 4035808 w 4680500"/>
              <a:gd name="connsiteY2" fmla="*/ 48312 h 335993"/>
              <a:gd name="connsiteX3" fmla="*/ 4673465 w 4680500"/>
              <a:gd name="connsiteY3" fmla="*/ 335963 h 335993"/>
              <a:gd name="connsiteX4" fmla="*/ 0 w 4680500"/>
              <a:gd name="connsiteY4" fmla="*/ 335964 h 335993"/>
              <a:gd name="connsiteX5" fmla="*/ 0 w 4680500"/>
              <a:gd name="connsiteY5" fmla="*/ 0 h 335993"/>
              <a:gd name="connsiteX0" fmla="*/ 0 w 4673495"/>
              <a:gd name="connsiteY0" fmla="*/ 0 h 335993"/>
              <a:gd name="connsiteX1" fmla="*/ 0 w 4673495"/>
              <a:gd name="connsiteY1" fmla="*/ 0 h 335993"/>
              <a:gd name="connsiteX2" fmla="*/ 4035808 w 4673495"/>
              <a:gd name="connsiteY2" fmla="*/ 48312 h 335993"/>
              <a:gd name="connsiteX3" fmla="*/ 4673465 w 4673495"/>
              <a:gd name="connsiteY3" fmla="*/ 335963 h 335993"/>
              <a:gd name="connsiteX4" fmla="*/ 0 w 4673495"/>
              <a:gd name="connsiteY4" fmla="*/ 335964 h 335993"/>
              <a:gd name="connsiteX5" fmla="*/ 0 w 4673495"/>
              <a:gd name="connsiteY5" fmla="*/ 0 h 335993"/>
              <a:gd name="connsiteX0" fmla="*/ 0 w 5049349"/>
              <a:gd name="connsiteY0" fmla="*/ 0 h 360817"/>
              <a:gd name="connsiteX1" fmla="*/ 0 w 5049349"/>
              <a:gd name="connsiteY1" fmla="*/ 0 h 360817"/>
              <a:gd name="connsiteX2" fmla="*/ 4752225 w 5049349"/>
              <a:gd name="connsiteY2" fmla="*/ 438 h 360817"/>
              <a:gd name="connsiteX3" fmla="*/ 4673465 w 5049349"/>
              <a:gd name="connsiteY3" fmla="*/ 335963 h 360817"/>
              <a:gd name="connsiteX4" fmla="*/ 0 w 5049349"/>
              <a:gd name="connsiteY4" fmla="*/ 335964 h 360817"/>
              <a:gd name="connsiteX5" fmla="*/ 0 w 5049349"/>
              <a:gd name="connsiteY5" fmla="*/ 0 h 360817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317112"/>
              <a:gd name="connsiteY0" fmla="*/ 0 h 354433"/>
              <a:gd name="connsiteX1" fmla="*/ 0 w 5317112"/>
              <a:gd name="connsiteY1" fmla="*/ 0 h 354433"/>
              <a:gd name="connsiteX2" fmla="*/ 4775485 w 5317112"/>
              <a:gd name="connsiteY2" fmla="*/ 86612 h 354433"/>
              <a:gd name="connsiteX3" fmla="*/ 4673465 w 5317112"/>
              <a:gd name="connsiteY3" fmla="*/ 335963 h 354433"/>
              <a:gd name="connsiteX4" fmla="*/ 0 w 5317112"/>
              <a:gd name="connsiteY4" fmla="*/ 335964 h 354433"/>
              <a:gd name="connsiteX5" fmla="*/ 0 w 5317112"/>
              <a:gd name="connsiteY5" fmla="*/ 0 h 354433"/>
              <a:gd name="connsiteX0" fmla="*/ 0 w 5286704"/>
              <a:gd name="connsiteY0" fmla="*/ 0 h 354433"/>
              <a:gd name="connsiteX1" fmla="*/ 0 w 5286704"/>
              <a:gd name="connsiteY1" fmla="*/ 0 h 354433"/>
              <a:gd name="connsiteX2" fmla="*/ 4775485 w 5286704"/>
              <a:gd name="connsiteY2" fmla="*/ 86612 h 354433"/>
              <a:gd name="connsiteX3" fmla="*/ 4673465 w 5286704"/>
              <a:gd name="connsiteY3" fmla="*/ 335963 h 354433"/>
              <a:gd name="connsiteX4" fmla="*/ 0 w 5286704"/>
              <a:gd name="connsiteY4" fmla="*/ 335964 h 354433"/>
              <a:gd name="connsiteX5" fmla="*/ 0 w 5286704"/>
              <a:gd name="connsiteY5" fmla="*/ 0 h 354433"/>
              <a:gd name="connsiteX0" fmla="*/ 0 w 5097113"/>
              <a:gd name="connsiteY0" fmla="*/ 0 h 354433"/>
              <a:gd name="connsiteX1" fmla="*/ 0 w 5097113"/>
              <a:gd name="connsiteY1" fmla="*/ 0 h 354433"/>
              <a:gd name="connsiteX2" fmla="*/ 4775485 w 5097113"/>
              <a:gd name="connsiteY2" fmla="*/ 86612 h 354433"/>
              <a:gd name="connsiteX3" fmla="*/ 4673465 w 5097113"/>
              <a:gd name="connsiteY3" fmla="*/ 335963 h 354433"/>
              <a:gd name="connsiteX4" fmla="*/ 0 w 5097113"/>
              <a:gd name="connsiteY4" fmla="*/ 335964 h 354433"/>
              <a:gd name="connsiteX5" fmla="*/ 0 w 5097113"/>
              <a:gd name="connsiteY5" fmla="*/ 0 h 354433"/>
              <a:gd name="connsiteX0" fmla="*/ 0 w 5059613"/>
              <a:gd name="connsiteY0" fmla="*/ 269184 h 623617"/>
              <a:gd name="connsiteX1" fmla="*/ 0 w 5059613"/>
              <a:gd name="connsiteY1" fmla="*/ 269184 h 623617"/>
              <a:gd name="connsiteX2" fmla="*/ 4775485 w 5059613"/>
              <a:gd name="connsiteY2" fmla="*/ 355796 h 623617"/>
              <a:gd name="connsiteX3" fmla="*/ 4673465 w 5059613"/>
              <a:gd name="connsiteY3" fmla="*/ 605147 h 623617"/>
              <a:gd name="connsiteX4" fmla="*/ 0 w 5059613"/>
              <a:gd name="connsiteY4" fmla="*/ 605148 h 623617"/>
              <a:gd name="connsiteX5" fmla="*/ 0 w 5059613"/>
              <a:gd name="connsiteY5" fmla="*/ 269184 h 623617"/>
              <a:gd name="connsiteX0" fmla="*/ 0 w 5080032"/>
              <a:gd name="connsiteY0" fmla="*/ 0 h 606920"/>
              <a:gd name="connsiteX1" fmla="*/ 0 w 5080032"/>
              <a:gd name="connsiteY1" fmla="*/ 0 h 606920"/>
              <a:gd name="connsiteX2" fmla="*/ 4775485 w 5080032"/>
              <a:gd name="connsiteY2" fmla="*/ 86612 h 606920"/>
              <a:gd name="connsiteX3" fmla="*/ 4673465 w 5080032"/>
              <a:gd name="connsiteY3" fmla="*/ 335963 h 606920"/>
              <a:gd name="connsiteX4" fmla="*/ 0 w 5080032"/>
              <a:gd name="connsiteY4" fmla="*/ 335964 h 606920"/>
              <a:gd name="connsiteX5" fmla="*/ 0 w 5080032"/>
              <a:gd name="connsiteY5" fmla="*/ 0 h 606920"/>
              <a:gd name="connsiteX0" fmla="*/ 0 w 5042821"/>
              <a:gd name="connsiteY0" fmla="*/ 38486 h 645406"/>
              <a:gd name="connsiteX1" fmla="*/ 0 w 5042821"/>
              <a:gd name="connsiteY1" fmla="*/ 38486 h 645406"/>
              <a:gd name="connsiteX2" fmla="*/ 4775485 w 5042821"/>
              <a:gd name="connsiteY2" fmla="*/ 125098 h 645406"/>
              <a:gd name="connsiteX3" fmla="*/ 4673465 w 5042821"/>
              <a:gd name="connsiteY3" fmla="*/ 374449 h 645406"/>
              <a:gd name="connsiteX4" fmla="*/ 0 w 5042821"/>
              <a:gd name="connsiteY4" fmla="*/ 374450 h 645406"/>
              <a:gd name="connsiteX5" fmla="*/ 0 w 5042821"/>
              <a:gd name="connsiteY5" fmla="*/ 38486 h 645406"/>
              <a:gd name="connsiteX0" fmla="*/ 0 w 5185081"/>
              <a:gd name="connsiteY0" fmla="*/ 0 h 606920"/>
              <a:gd name="connsiteX1" fmla="*/ 0 w 5185081"/>
              <a:gd name="connsiteY1" fmla="*/ 0 h 606920"/>
              <a:gd name="connsiteX2" fmla="*/ 4775485 w 5185081"/>
              <a:gd name="connsiteY2" fmla="*/ 86612 h 606920"/>
              <a:gd name="connsiteX3" fmla="*/ 4673465 w 5185081"/>
              <a:gd name="connsiteY3" fmla="*/ 335963 h 606920"/>
              <a:gd name="connsiteX4" fmla="*/ 0 w 5185081"/>
              <a:gd name="connsiteY4" fmla="*/ 335964 h 606920"/>
              <a:gd name="connsiteX5" fmla="*/ 0 w 5185081"/>
              <a:gd name="connsiteY5" fmla="*/ 0 h 606920"/>
              <a:gd name="connsiteX0" fmla="*/ 0 w 5185081"/>
              <a:gd name="connsiteY0" fmla="*/ 0 h 354433"/>
              <a:gd name="connsiteX1" fmla="*/ 0 w 5185081"/>
              <a:gd name="connsiteY1" fmla="*/ 0 h 354433"/>
              <a:gd name="connsiteX2" fmla="*/ 4775485 w 5185081"/>
              <a:gd name="connsiteY2" fmla="*/ 86612 h 354433"/>
              <a:gd name="connsiteX3" fmla="*/ 4673465 w 5185081"/>
              <a:gd name="connsiteY3" fmla="*/ 335963 h 354433"/>
              <a:gd name="connsiteX4" fmla="*/ 0 w 5185081"/>
              <a:gd name="connsiteY4" fmla="*/ 335964 h 354433"/>
              <a:gd name="connsiteX5" fmla="*/ 0 w 5185081"/>
              <a:gd name="connsiteY5" fmla="*/ 0 h 354433"/>
              <a:gd name="connsiteX0" fmla="*/ 0 w 5056051"/>
              <a:gd name="connsiteY0" fmla="*/ 0 h 354433"/>
              <a:gd name="connsiteX1" fmla="*/ 0 w 5056051"/>
              <a:gd name="connsiteY1" fmla="*/ 0 h 354433"/>
              <a:gd name="connsiteX2" fmla="*/ 4775485 w 5056051"/>
              <a:gd name="connsiteY2" fmla="*/ 86612 h 354433"/>
              <a:gd name="connsiteX3" fmla="*/ 4673465 w 5056051"/>
              <a:gd name="connsiteY3" fmla="*/ 335963 h 354433"/>
              <a:gd name="connsiteX4" fmla="*/ 0 w 5056051"/>
              <a:gd name="connsiteY4" fmla="*/ 335964 h 354433"/>
              <a:gd name="connsiteX5" fmla="*/ 0 w 5056051"/>
              <a:gd name="connsiteY5" fmla="*/ 0 h 354433"/>
              <a:gd name="connsiteX0" fmla="*/ 0 w 4775496"/>
              <a:gd name="connsiteY0" fmla="*/ 0 h 354433"/>
              <a:gd name="connsiteX1" fmla="*/ 0 w 4775496"/>
              <a:gd name="connsiteY1" fmla="*/ 0 h 354433"/>
              <a:gd name="connsiteX2" fmla="*/ 4775485 w 4775496"/>
              <a:gd name="connsiteY2" fmla="*/ 86612 h 354433"/>
              <a:gd name="connsiteX3" fmla="*/ 4673465 w 4775496"/>
              <a:gd name="connsiteY3" fmla="*/ 335963 h 354433"/>
              <a:gd name="connsiteX4" fmla="*/ 0 w 4775496"/>
              <a:gd name="connsiteY4" fmla="*/ 335964 h 354433"/>
              <a:gd name="connsiteX5" fmla="*/ 0 w 4775496"/>
              <a:gd name="connsiteY5" fmla="*/ 0 h 354433"/>
              <a:gd name="connsiteX0" fmla="*/ 0 w 4775496"/>
              <a:gd name="connsiteY0" fmla="*/ 0 h 335964"/>
              <a:gd name="connsiteX1" fmla="*/ 0 w 4775496"/>
              <a:gd name="connsiteY1" fmla="*/ 0 h 335964"/>
              <a:gd name="connsiteX2" fmla="*/ 4775485 w 4775496"/>
              <a:gd name="connsiteY2" fmla="*/ 86612 h 335964"/>
              <a:gd name="connsiteX3" fmla="*/ 4673465 w 4775496"/>
              <a:gd name="connsiteY3" fmla="*/ 335963 h 335964"/>
              <a:gd name="connsiteX4" fmla="*/ 0 w 4775496"/>
              <a:gd name="connsiteY4" fmla="*/ 335964 h 335964"/>
              <a:gd name="connsiteX5" fmla="*/ 0 w 4775496"/>
              <a:gd name="connsiteY5" fmla="*/ 0 h 335964"/>
              <a:gd name="connsiteX0" fmla="*/ 0 w 4759216"/>
              <a:gd name="connsiteY0" fmla="*/ 0 h 335964"/>
              <a:gd name="connsiteX1" fmla="*/ 0 w 4759216"/>
              <a:gd name="connsiteY1" fmla="*/ 0 h 335964"/>
              <a:gd name="connsiteX2" fmla="*/ 4759203 w 4759216"/>
              <a:gd name="connsiteY2" fmla="*/ 5225 h 335964"/>
              <a:gd name="connsiteX3" fmla="*/ 4673465 w 4759216"/>
              <a:gd name="connsiteY3" fmla="*/ 335963 h 335964"/>
              <a:gd name="connsiteX4" fmla="*/ 0 w 4759216"/>
              <a:gd name="connsiteY4" fmla="*/ 335964 h 335964"/>
              <a:gd name="connsiteX5" fmla="*/ 0 w 4759216"/>
              <a:gd name="connsiteY5" fmla="*/ 0 h 335964"/>
              <a:gd name="connsiteX0" fmla="*/ 0 w 4759208"/>
              <a:gd name="connsiteY0" fmla="*/ 0 h 335964"/>
              <a:gd name="connsiteX1" fmla="*/ 0 w 4759208"/>
              <a:gd name="connsiteY1" fmla="*/ 0 h 335964"/>
              <a:gd name="connsiteX2" fmla="*/ 4759203 w 4759208"/>
              <a:gd name="connsiteY2" fmla="*/ 5225 h 335964"/>
              <a:gd name="connsiteX3" fmla="*/ 4559490 w 4759208"/>
              <a:gd name="connsiteY3" fmla="*/ 206702 h 335964"/>
              <a:gd name="connsiteX4" fmla="*/ 0 w 4759208"/>
              <a:gd name="connsiteY4" fmla="*/ 335964 h 335964"/>
              <a:gd name="connsiteX5" fmla="*/ 0 w 4759208"/>
              <a:gd name="connsiteY5" fmla="*/ 0 h 335964"/>
              <a:gd name="connsiteX0" fmla="*/ 0 w 4759215"/>
              <a:gd name="connsiteY0" fmla="*/ 0 h 335964"/>
              <a:gd name="connsiteX1" fmla="*/ 0 w 4759215"/>
              <a:gd name="connsiteY1" fmla="*/ 0 h 335964"/>
              <a:gd name="connsiteX2" fmla="*/ 4759203 w 4759215"/>
              <a:gd name="connsiteY2" fmla="*/ 5225 h 335964"/>
              <a:gd name="connsiteX3" fmla="*/ 4668814 w 4759215"/>
              <a:gd name="connsiteY3" fmla="*/ 335963 h 335964"/>
              <a:gd name="connsiteX4" fmla="*/ 0 w 4759215"/>
              <a:gd name="connsiteY4" fmla="*/ 335964 h 335964"/>
              <a:gd name="connsiteX5" fmla="*/ 0 w 4759215"/>
              <a:gd name="connsiteY5" fmla="*/ 0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9215" h="335964">
                <a:moveTo>
                  <a:pt x="0" y="0"/>
                </a:moveTo>
                <a:lnTo>
                  <a:pt x="0" y="0"/>
                </a:lnTo>
                <a:lnTo>
                  <a:pt x="4759203" y="5225"/>
                </a:lnTo>
                <a:cubicBezTo>
                  <a:pt x="4760433" y="13511"/>
                  <a:pt x="4673878" y="332704"/>
                  <a:pt x="4668814" y="335963"/>
                </a:cubicBezTo>
                <a:cubicBezTo>
                  <a:pt x="4670728" y="334435"/>
                  <a:pt x="1557822" y="335964"/>
                  <a:pt x="0" y="3359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54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4217412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2 columns with a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337159"/>
            <a:ext cx="7127143" cy="1296000"/>
          </a:xfrm>
        </p:spPr>
        <p:txBody>
          <a:bodyPr/>
          <a:lstStyle>
            <a:lvl1pPr>
              <a:defRPr sz="2400"/>
            </a:lvl1pPr>
            <a:lvl2pPr>
              <a:buNone/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Espace réservé du texte 10">
            <a:extLst>
              <a:ext uri="{FF2B5EF4-FFF2-40B4-BE49-F238E27FC236}">
                <a16:creationId xmlns:a16="http://schemas.microsoft.com/office/drawing/2014/main" id="{66ED2081-D062-47AE-9D57-77E330A954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" y="2690848"/>
            <a:ext cx="3528000" cy="3383381"/>
          </a:xfrm>
        </p:spPr>
        <p:txBody>
          <a:bodyPr/>
          <a:lstStyle>
            <a:lvl1pPr>
              <a:defRPr sz="1900"/>
            </a:lvl1pPr>
            <a:lvl2pPr>
              <a:defRPr sz="19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A24175A2-B90D-4CD9-8997-CD3D3F9914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35543" y="2690848"/>
            <a:ext cx="3528000" cy="3383381"/>
          </a:xfrm>
        </p:spPr>
        <p:txBody>
          <a:bodyPr/>
          <a:lstStyle>
            <a:lvl1pPr>
              <a:defRPr sz="1900"/>
            </a:lvl1pPr>
            <a:lvl2pPr>
              <a:defRPr sz="19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7EDC22B2-698E-4E5B-A0AD-BAE9A52C79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17908" y="1288067"/>
            <a:ext cx="3656872" cy="4868893"/>
          </a:xfrm>
          <a:custGeom>
            <a:avLst/>
            <a:gdLst>
              <a:gd name="connsiteX0" fmla="*/ 0 w 3656872"/>
              <a:gd name="connsiteY0" fmla="*/ 0 h 4868893"/>
              <a:gd name="connsiteX1" fmla="*/ 3656872 w 3656872"/>
              <a:gd name="connsiteY1" fmla="*/ 0 h 4868893"/>
              <a:gd name="connsiteX2" fmla="*/ 3656872 w 3656872"/>
              <a:gd name="connsiteY2" fmla="*/ 4868893 h 4868893"/>
              <a:gd name="connsiteX3" fmla="*/ 0 w 3656872"/>
              <a:gd name="connsiteY3" fmla="*/ 4868893 h 486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6872" h="4868893">
                <a:moveTo>
                  <a:pt x="0" y="0"/>
                </a:moveTo>
                <a:lnTo>
                  <a:pt x="3656872" y="0"/>
                </a:lnTo>
                <a:lnTo>
                  <a:pt x="3656872" y="4868893"/>
                </a:lnTo>
                <a:lnTo>
                  <a:pt x="0" y="486889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88000" tIns="288000" rIns="288000" bIns="288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7B4C1293-FFAD-77B0-06A2-4C97EB91E39E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-1" y="449848"/>
            <a:ext cx="9795419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9609373 w 9683261"/>
              <a:gd name="connsiteY23" fmla="*/ 50961 h 335964"/>
              <a:gd name="connsiteX24" fmla="*/ 0 w 9683261"/>
              <a:gd name="connsiteY24" fmla="*/ 0 h 335964"/>
              <a:gd name="connsiteX25" fmla="*/ 739665 w 9683261"/>
              <a:gd name="connsiteY25" fmla="*/ 0 h 335964"/>
              <a:gd name="connsiteX26" fmla="*/ 9540864 w 9683261"/>
              <a:gd name="connsiteY26" fmla="*/ 0 h 335964"/>
              <a:gd name="connsiteX27" fmla="*/ 9568541 w 9683261"/>
              <a:gd name="connsiteY27" fmla="*/ 27997 h 335964"/>
              <a:gd name="connsiteX28" fmla="*/ 9540864 w 9683261"/>
              <a:gd name="connsiteY28" fmla="*/ 55995 h 335964"/>
              <a:gd name="connsiteX29" fmla="*/ 9522411 w 9683261"/>
              <a:gd name="connsiteY29" fmla="*/ 74659 h 335964"/>
              <a:gd name="connsiteX30" fmla="*/ 9540864 w 9683261"/>
              <a:gd name="connsiteY30" fmla="*/ 97990 h 335964"/>
              <a:gd name="connsiteX31" fmla="*/ 9568541 w 9683261"/>
              <a:gd name="connsiteY31" fmla="*/ 121320 h 335964"/>
              <a:gd name="connsiteX32" fmla="*/ 9545478 w 9683261"/>
              <a:gd name="connsiteY32" fmla="*/ 149317 h 335964"/>
              <a:gd name="connsiteX33" fmla="*/ 9540864 w 9683261"/>
              <a:gd name="connsiteY33" fmla="*/ 149317 h 335964"/>
              <a:gd name="connsiteX34" fmla="*/ 9522411 w 9683261"/>
              <a:gd name="connsiteY34" fmla="*/ 167982 h 335964"/>
              <a:gd name="connsiteX35" fmla="*/ 9540864 w 9683261"/>
              <a:gd name="connsiteY35" fmla="*/ 191313 h 335964"/>
              <a:gd name="connsiteX36" fmla="*/ 9568541 w 9683261"/>
              <a:gd name="connsiteY36" fmla="*/ 214644 h 335964"/>
              <a:gd name="connsiteX37" fmla="*/ 9540864 w 9683261"/>
              <a:gd name="connsiteY37" fmla="*/ 242641 h 335964"/>
              <a:gd name="connsiteX38" fmla="*/ 9522411 w 9683261"/>
              <a:gd name="connsiteY38" fmla="*/ 265971 h 335964"/>
              <a:gd name="connsiteX39" fmla="*/ 9540864 w 9683261"/>
              <a:gd name="connsiteY39" fmla="*/ 284636 h 335964"/>
              <a:gd name="connsiteX40" fmla="*/ 9568541 w 9683261"/>
              <a:gd name="connsiteY40" fmla="*/ 312633 h 335964"/>
              <a:gd name="connsiteX41" fmla="*/ 9540864 w 9683261"/>
              <a:gd name="connsiteY41" fmla="*/ 335964 h 335964"/>
              <a:gd name="connsiteX42" fmla="*/ 845227 w 9683261"/>
              <a:gd name="connsiteY42" fmla="*/ 335964 h 335964"/>
              <a:gd name="connsiteX43" fmla="*/ 0 w 9683261"/>
              <a:gd name="connsiteY43" fmla="*/ 335964 h 335964"/>
              <a:gd name="connsiteX44" fmla="*/ 0 w 9683261"/>
              <a:gd name="connsiteY44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586041 w 9683261"/>
              <a:gd name="connsiteY20" fmla="*/ 74501 h 335964"/>
              <a:gd name="connsiteX21" fmla="*/ 9609373 w 9683261"/>
              <a:gd name="connsiteY21" fmla="*/ 98043 h 335964"/>
              <a:gd name="connsiteX22" fmla="*/ 9586041 w 9683261"/>
              <a:gd name="connsiteY22" fmla="*/ 74501 h 335964"/>
              <a:gd name="connsiteX23" fmla="*/ 0 w 9683261"/>
              <a:gd name="connsiteY23" fmla="*/ 0 h 335964"/>
              <a:gd name="connsiteX24" fmla="*/ 739665 w 9683261"/>
              <a:gd name="connsiteY24" fmla="*/ 0 h 335964"/>
              <a:gd name="connsiteX25" fmla="*/ 9540864 w 9683261"/>
              <a:gd name="connsiteY25" fmla="*/ 0 h 335964"/>
              <a:gd name="connsiteX26" fmla="*/ 9568541 w 9683261"/>
              <a:gd name="connsiteY26" fmla="*/ 27997 h 335964"/>
              <a:gd name="connsiteX27" fmla="*/ 9540864 w 9683261"/>
              <a:gd name="connsiteY27" fmla="*/ 55995 h 335964"/>
              <a:gd name="connsiteX28" fmla="*/ 9522411 w 9683261"/>
              <a:gd name="connsiteY28" fmla="*/ 74659 h 335964"/>
              <a:gd name="connsiteX29" fmla="*/ 9540864 w 9683261"/>
              <a:gd name="connsiteY29" fmla="*/ 97990 h 335964"/>
              <a:gd name="connsiteX30" fmla="*/ 9568541 w 9683261"/>
              <a:gd name="connsiteY30" fmla="*/ 121320 h 335964"/>
              <a:gd name="connsiteX31" fmla="*/ 9545478 w 9683261"/>
              <a:gd name="connsiteY31" fmla="*/ 149317 h 335964"/>
              <a:gd name="connsiteX32" fmla="*/ 9540864 w 9683261"/>
              <a:gd name="connsiteY32" fmla="*/ 149317 h 335964"/>
              <a:gd name="connsiteX33" fmla="*/ 9522411 w 9683261"/>
              <a:gd name="connsiteY33" fmla="*/ 167982 h 335964"/>
              <a:gd name="connsiteX34" fmla="*/ 9540864 w 9683261"/>
              <a:gd name="connsiteY34" fmla="*/ 191313 h 335964"/>
              <a:gd name="connsiteX35" fmla="*/ 9568541 w 9683261"/>
              <a:gd name="connsiteY35" fmla="*/ 214644 h 335964"/>
              <a:gd name="connsiteX36" fmla="*/ 9540864 w 9683261"/>
              <a:gd name="connsiteY36" fmla="*/ 242641 h 335964"/>
              <a:gd name="connsiteX37" fmla="*/ 9522411 w 9683261"/>
              <a:gd name="connsiteY37" fmla="*/ 265971 h 335964"/>
              <a:gd name="connsiteX38" fmla="*/ 9540864 w 9683261"/>
              <a:gd name="connsiteY38" fmla="*/ 284636 h 335964"/>
              <a:gd name="connsiteX39" fmla="*/ 9568541 w 9683261"/>
              <a:gd name="connsiteY39" fmla="*/ 312633 h 335964"/>
              <a:gd name="connsiteX40" fmla="*/ 9540864 w 9683261"/>
              <a:gd name="connsiteY40" fmla="*/ 335964 h 335964"/>
              <a:gd name="connsiteX41" fmla="*/ 845227 w 9683261"/>
              <a:gd name="connsiteY41" fmla="*/ 335964 h 335964"/>
              <a:gd name="connsiteX42" fmla="*/ 0 w 9683261"/>
              <a:gd name="connsiteY42" fmla="*/ 335964 h 335964"/>
              <a:gd name="connsiteX43" fmla="*/ 0 w 9683261"/>
              <a:gd name="connsiteY43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0 w 9683261"/>
              <a:gd name="connsiteY20" fmla="*/ 0 h 335964"/>
              <a:gd name="connsiteX21" fmla="*/ 739665 w 9683261"/>
              <a:gd name="connsiteY21" fmla="*/ 0 h 335964"/>
              <a:gd name="connsiteX22" fmla="*/ 9540864 w 9683261"/>
              <a:gd name="connsiteY22" fmla="*/ 0 h 335964"/>
              <a:gd name="connsiteX23" fmla="*/ 9568541 w 9683261"/>
              <a:gd name="connsiteY23" fmla="*/ 27997 h 335964"/>
              <a:gd name="connsiteX24" fmla="*/ 9540864 w 9683261"/>
              <a:gd name="connsiteY24" fmla="*/ 55995 h 335964"/>
              <a:gd name="connsiteX25" fmla="*/ 9522411 w 9683261"/>
              <a:gd name="connsiteY25" fmla="*/ 74659 h 335964"/>
              <a:gd name="connsiteX26" fmla="*/ 9540864 w 9683261"/>
              <a:gd name="connsiteY26" fmla="*/ 97990 h 335964"/>
              <a:gd name="connsiteX27" fmla="*/ 9568541 w 9683261"/>
              <a:gd name="connsiteY27" fmla="*/ 121320 h 335964"/>
              <a:gd name="connsiteX28" fmla="*/ 9545478 w 9683261"/>
              <a:gd name="connsiteY28" fmla="*/ 149317 h 335964"/>
              <a:gd name="connsiteX29" fmla="*/ 9540864 w 9683261"/>
              <a:gd name="connsiteY29" fmla="*/ 149317 h 335964"/>
              <a:gd name="connsiteX30" fmla="*/ 9522411 w 9683261"/>
              <a:gd name="connsiteY30" fmla="*/ 167982 h 335964"/>
              <a:gd name="connsiteX31" fmla="*/ 9540864 w 9683261"/>
              <a:gd name="connsiteY31" fmla="*/ 191313 h 335964"/>
              <a:gd name="connsiteX32" fmla="*/ 9568541 w 9683261"/>
              <a:gd name="connsiteY32" fmla="*/ 214644 h 335964"/>
              <a:gd name="connsiteX33" fmla="*/ 9540864 w 9683261"/>
              <a:gd name="connsiteY33" fmla="*/ 242641 h 335964"/>
              <a:gd name="connsiteX34" fmla="*/ 9522411 w 9683261"/>
              <a:gd name="connsiteY34" fmla="*/ 265971 h 335964"/>
              <a:gd name="connsiteX35" fmla="*/ 9540864 w 9683261"/>
              <a:gd name="connsiteY35" fmla="*/ 284636 h 335964"/>
              <a:gd name="connsiteX36" fmla="*/ 9568541 w 9683261"/>
              <a:gd name="connsiteY36" fmla="*/ 312633 h 335964"/>
              <a:gd name="connsiteX37" fmla="*/ 9540864 w 9683261"/>
              <a:gd name="connsiteY37" fmla="*/ 335964 h 335964"/>
              <a:gd name="connsiteX38" fmla="*/ 845227 w 9683261"/>
              <a:gd name="connsiteY38" fmla="*/ 335964 h 335964"/>
              <a:gd name="connsiteX39" fmla="*/ 0 w 9683261"/>
              <a:gd name="connsiteY39" fmla="*/ 335964 h 335964"/>
              <a:gd name="connsiteX40" fmla="*/ 0 w 9683261"/>
              <a:gd name="connsiteY40" fmla="*/ 0 h 335964"/>
              <a:gd name="connsiteX0" fmla="*/ 9609373 w 9683639"/>
              <a:gd name="connsiteY0" fmla="*/ 237817 h 335964"/>
              <a:gd name="connsiteX1" fmla="*/ 9632706 w 9683639"/>
              <a:gd name="connsiteY1" fmla="*/ 261358 h 335964"/>
              <a:gd name="connsiteX2" fmla="*/ 9609373 w 9683639"/>
              <a:gd name="connsiteY2" fmla="*/ 284899 h 335964"/>
              <a:gd name="connsiteX3" fmla="*/ 9586041 w 9683639"/>
              <a:gd name="connsiteY3" fmla="*/ 261358 h 335964"/>
              <a:gd name="connsiteX4" fmla="*/ 9609373 w 9683639"/>
              <a:gd name="connsiteY4" fmla="*/ 237817 h 335964"/>
              <a:gd name="connsiteX5" fmla="*/ 9669650 w 9683639"/>
              <a:gd name="connsiteY5" fmla="*/ 200069 h 335964"/>
              <a:gd name="connsiteX6" fmla="*/ 9683261 w 9683639"/>
              <a:gd name="connsiteY6" fmla="*/ 212909 h 335964"/>
              <a:gd name="connsiteX7" fmla="*/ 9669650 w 9683639"/>
              <a:gd name="connsiteY7" fmla="*/ 225749 h 335964"/>
              <a:gd name="connsiteX8" fmla="*/ 9656038 w 9683639"/>
              <a:gd name="connsiteY8" fmla="*/ 212909 h 335964"/>
              <a:gd name="connsiteX9" fmla="*/ 9669650 w 9683639"/>
              <a:gd name="connsiteY9" fmla="*/ 200069 h 335964"/>
              <a:gd name="connsiteX10" fmla="*/ 9609373 w 9683639"/>
              <a:gd name="connsiteY10" fmla="*/ 143445 h 335964"/>
              <a:gd name="connsiteX11" fmla="*/ 9632706 w 9683639"/>
              <a:gd name="connsiteY11" fmla="*/ 166987 h 335964"/>
              <a:gd name="connsiteX12" fmla="*/ 9609373 w 9683639"/>
              <a:gd name="connsiteY12" fmla="*/ 190527 h 335964"/>
              <a:gd name="connsiteX13" fmla="*/ 9586041 w 9683639"/>
              <a:gd name="connsiteY13" fmla="*/ 166987 h 335964"/>
              <a:gd name="connsiteX14" fmla="*/ 9609373 w 9683639"/>
              <a:gd name="connsiteY14" fmla="*/ 143445 h 335964"/>
              <a:gd name="connsiteX15" fmla="*/ 9656038 w 9683639"/>
              <a:gd name="connsiteY15" fmla="*/ 114762 h 335964"/>
              <a:gd name="connsiteX16" fmla="*/ 9683261 w 9683639"/>
              <a:gd name="connsiteY16" fmla="*/ 114762 h 335964"/>
              <a:gd name="connsiteX17" fmla="*/ 9669650 w 9683639"/>
              <a:gd name="connsiteY17" fmla="*/ 127602 h 335964"/>
              <a:gd name="connsiteX18" fmla="*/ 9656038 w 9683639"/>
              <a:gd name="connsiteY18" fmla="*/ 114762 h 335964"/>
              <a:gd name="connsiteX19" fmla="*/ 0 w 9683639"/>
              <a:gd name="connsiteY19" fmla="*/ 0 h 335964"/>
              <a:gd name="connsiteX20" fmla="*/ 739665 w 9683639"/>
              <a:gd name="connsiteY20" fmla="*/ 0 h 335964"/>
              <a:gd name="connsiteX21" fmla="*/ 9540864 w 9683639"/>
              <a:gd name="connsiteY21" fmla="*/ 0 h 335964"/>
              <a:gd name="connsiteX22" fmla="*/ 9568541 w 9683639"/>
              <a:gd name="connsiteY22" fmla="*/ 27997 h 335964"/>
              <a:gd name="connsiteX23" fmla="*/ 9540864 w 9683639"/>
              <a:gd name="connsiteY23" fmla="*/ 55995 h 335964"/>
              <a:gd name="connsiteX24" fmla="*/ 9522411 w 9683639"/>
              <a:gd name="connsiteY24" fmla="*/ 74659 h 335964"/>
              <a:gd name="connsiteX25" fmla="*/ 9540864 w 9683639"/>
              <a:gd name="connsiteY25" fmla="*/ 97990 h 335964"/>
              <a:gd name="connsiteX26" fmla="*/ 9568541 w 9683639"/>
              <a:gd name="connsiteY26" fmla="*/ 121320 h 335964"/>
              <a:gd name="connsiteX27" fmla="*/ 9545478 w 9683639"/>
              <a:gd name="connsiteY27" fmla="*/ 149317 h 335964"/>
              <a:gd name="connsiteX28" fmla="*/ 9540864 w 9683639"/>
              <a:gd name="connsiteY28" fmla="*/ 149317 h 335964"/>
              <a:gd name="connsiteX29" fmla="*/ 9522411 w 9683639"/>
              <a:gd name="connsiteY29" fmla="*/ 167982 h 335964"/>
              <a:gd name="connsiteX30" fmla="*/ 9540864 w 9683639"/>
              <a:gd name="connsiteY30" fmla="*/ 191313 h 335964"/>
              <a:gd name="connsiteX31" fmla="*/ 9568541 w 9683639"/>
              <a:gd name="connsiteY31" fmla="*/ 214644 h 335964"/>
              <a:gd name="connsiteX32" fmla="*/ 9540864 w 9683639"/>
              <a:gd name="connsiteY32" fmla="*/ 242641 h 335964"/>
              <a:gd name="connsiteX33" fmla="*/ 9522411 w 9683639"/>
              <a:gd name="connsiteY33" fmla="*/ 265971 h 335964"/>
              <a:gd name="connsiteX34" fmla="*/ 9540864 w 9683639"/>
              <a:gd name="connsiteY34" fmla="*/ 284636 h 335964"/>
              <a:gd name="connsiteX35" fmla="*/ 9568541 w 9683639"/>
              <a:gd name="connsiteY35" fmla="*/ 312633 h 335964"/>
              <a:gd name="connsiteX36" fmla="*/ 9540864 w 9683639"/>
              <a:gd name="connsiteY36" fmla="*/ 335964 h 335964"/>
              <a:gd name="connsiteX37" fmla="*/ 845227 w 9683639"/>
              <a:gd name="connsiteY37" fmla="*/ 335964 h 335964"/>
              <a:gd name="connsiteX38" fmla="*/ 0 w 9683639"/>
              <a:gd name="connsiteY38" fmla="*/ 335964 h 335964"/>
              <a:gd name="connsiteX39" fmla="*/ 0 w 9683639"/>
              <a:gd name="connsiteY39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56038 w 9683261"/>
              <a:gd name="connsiteY15" fmla="*/ 114762 h 335964"/>
              <a:gd name="connsiteX16" fmla="*/ 9669650 w 9683261"/>
              <a:gd name="connsiteY16" fmla="*/ 127602 h 335964"/>
              <a:gd name="connsiteX17" fmla="*/ 9656038 w 9683261"/>
              <a:gd name="connsiteY17" fmla="*/ 114762 h 335964"/>
              <a:gd name="connsiteX18" fmla="*/ 0 w 9683261"/>
              <a:gd name="connsiteY18" fmla="*/ 0 h 335964"/>
              <a:gd name="connsiteX19" fmla="*/ 739665 w 9683261"/>
              <a:gd name="connsiteY19" fmla="*/ 0 h 335964"/>
              <a:gd name="connsiteX20" fmla="*/ 9540864 w 9683261"/>
              <a:gd name="connsiteY20" fmla="*/ 0 h 335964"/>
              <a:gd name="connsiteX21" fmla="*/ 9568541 w 9683261"/>
              <a:gd name="connsiteY21" fmla="*/ 27997 h 335964"/>
              <a:gd name="connsiteX22" fmla="*/ 9540864 w 9683261"/>
              <a:gd name="connsiteY22" fmla="*/ 55995 h 335964"/>
              <a:gd name="connsiteX23" fmla="*/ 9522411 w 9683261"/>
              <a:gd name="connsiteY23" fmla="*/ 74659 h 335964"/>
              <a:gd name="connsiteX24" fmla="*/ 9540864 w 9683261"/>
              <a:gd name="connsiteY24" fmla="*/ 97990 h 335964"/>
              <a:gd name="connsiteX25" fmla="*/ 9568541 w 9683261"/>
              <a:gd name="connsiteY25" fmla="*/ 121320 h 335964"/>
              <a:gd name="connsiteX26" fmla="*/ 9545478 w 9683261"/>
              <a:gd name="connsiteY26" fmla="*/ 149317 h 335964"/>
              <a:gd name="connsiteX27" fmla="*/ 9540864 w 9683261"/>
              <a:gd name="connsiteY27" fmla="*/ 149317 h 335964"/>
              <a:gd name="connsiteX28" fmla="*/ 9522411 w 9683261"/>
              <a:gd name="connsiteY28" fmla="*/ 167982 h 335964"/>
              <a:gd name="connsiteX29" fmla="*/ 9540864 w 9683261"/>
              <a:gd name="connsiteY29" fmla="*/ 191313 h 335964"/>
              <a:gd name="connsiteX30" fmla="*/ 9568541 w 9683261"/>
              <a:gd name="connsiteY30" fmla="*/ 214644 h 335964"/>
              <a:gd name="connsiteX31" fmla="*/ 9540864 w 9683261"/>
              <a:gd name="connsiteY31" fmla="*/ 242641 h 335964"/>
              <a:gd name="connsiteX32" fmla="*/ 9522411 w 9683261"/>
              <a:gd name="connsiteY32" fmla="*/ 265971 h 335964"/>
              <a:gd name="connsiteX33" fmla="*/ 9540864 w 9683261"/>
              <a:gd name="connsiteY33" fmla="*/ 284636 h 335964"/>
              <a:gd name="connsiteX34" fmla="*/ 9568541 w 9683261"/>
              <a:gd name="connsiteY34" fmla="*/ 312633 h 335964"/>
              <a:gd name="connsiteX35" fmla="*/ 9540864 w 9683261"/>
              <a:gd name="connsiteY35" fmla="*/ 335964 h 335964"/>
              <a:gd name="connsiteX36" fmla="*/ 845227 w 9683261"/>
              <a:gd name="connsiteY36" fmla="*/ 335964 h 335964"/>
              <a:gd name="connsiteX37" fmla="*/ 0 w 9683261"/>
              <a:gd name="connsiteY37" fmla="*/ 335964 h 335964"/>
              <a:gd name="connsiteX38" fmla="*/ 0 w 9683261"/>
              <a:gd name="connsiteY38" fmla="*/ 0 h 335964"/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0 w 9683261"/>
              <a:gd name="connsiteY15" fmla="*/ 0 h 335964"/>
              <a:gd name="connsiteX16" fmla="*/ 739665 w 9683261"/>
              <a:gd name="connsiteY16" fmla="*/ 0 h 335964"/>
              <a:gd name="connsiteX17" fmla="*/ 9540864 w 9683261"/>
              <a:gd name="connsiteY17" fmla="*/ 0 h 335964"/>
              <a:gd name="connsiteX18" fmla="*/ 9568541 w 9683261"/>
              <a:gd name="connsiteY18" fmla="*/ 27997 h 335964"/>
              <a:gd name="connsiteX19" fmla="*/ 9540864 w 9683261"/>
              <a:gd name="connsiteY19" fmla="*/ 55995 h 335964"/>
              <a:gd name="connsiteX20" fmla="*/ 9522411 w 9683261"/>
              <a:gd name="connsiteY20" fmla="*/ 74659 h 335964"/>
              <a:gd name="connsiteX21" fmla="*/ 9540864 w 9683261"/>
              <a:gd name="connsiteY21" fmla="*/ 97990 h 335964"/>
              <a:gd name="connsiteX22" fmla="*/ 9568541 w 9683261"/>
              <a:gd name="connsiteY22" fmla="*/ 121320 h 335964"/>
              <a:gd name="connsiteX23" fmla="*/ 9545478 w 9683261"/>
              <a:gd name="connsiteY23" fmla="*/ 149317 h 335964"/>
              <a:gd name="connsiteX24" fmla="*/ 9540864 w 9683261"/>
              <a:gd name="connsiteY24" fmla="*/ 149317 h 335964"/>
              <a:gd name="connsiteX25" fmla="*/ 9522411 w 9683261"/>
              <a:gd name="connsiteY25" fmla="*/ 167982 h 335964"/>
              <a:gd name="connsiteX26" fmla="*/ 9540864 w 9683261"/>
              <a:gd name="connsiteY26" fmla="*/ 191313 h 335964"/>
              <a:gd name="connsiteX27" fmla="*/ 9568541 w 9683261"/>
              <a:gd name="connsiteY27" fmla="*/ 214644 h 335964"/>
              <a:gd name="connsiteX28" fmla="*/ 9540864 w 9683261"/>
              <a:gd name="connsiteY28" fmla="*/ 242641 h 335964"/>
              <a:gd name="connsiteX29" fmla="*/ 9522411 w 9683261"/>
              <a:gd name="connsiteY29" fmla="*/ 265971 h 335964"/>
              <a:gd name="connsiteX30" fmla="*/ 9540864 w 9683261"/>
              <a:gd name="connsiteY30" fmla="*/ 284636 h 335964"/>
              <a:gd name="connsiteX31" fmla="*/ 9568541 w 9683261"/>
              <a:gd name="connsiteY31" fmla="*/ 312633 h 335964"/>
              <a:gd name="connsiteX32" fmla="*/ 9540864 w 9683261"/>
              <a:gd name="connsiteY32" fmla="*/ 335964 h 335964"/>
              <a:gd name="connsiteX33" fmla="*/ 845227 w 9683261"/>
              <a:gd name="connsiteY33" fmla="*/ 335964 h 335964"/>
              <a:gd name="connsiteX34" fmla="*/ 0 w 9683261"/>
              <a:gd name="connsiteY34" fmla="*/ 335964 h 335964"/>
              <a:gd name="connsiteX35" fmla="*/ 0 w 9683261"/>
              <a:gd name="connsiteY35" fmla="*/ 0 h 335964"/>
              <a:gd name="connsiteX0" fmla="*/ 9609373 w 9786569"/>
              <a:gd name="connsiteY0" fmla="*/ 237817 h 335964"/>
              <a:gd name="connsiteX1" fmla="*/ 9632706 w 9786569"/>
              <a:gd name="connsiteY1" fmla="*/ 261358 h 335964"/>
              <a:gd name="connsiteX2" fmla="*/ 9609373 w 9786569"/>
              <a:gd name="connsiteY2" fmla="*/ 284899 h 335964"/>
              <a:gd name="connsiteX3" fmla="*/ 9586041 w 9786569"/>
              <a:gd name="connsiteY3" fmla="*/ 261358 h 335964"/>
              <a:gd name="connsiteX4" fmla="*/ 9609373 w 9786569"/>
              <a:gd name="connsiteY4" fmla="*/ 237817 h 335964"/>
              <a:gd name="connsiteX5" fmla="*/ 9669650 w 9786569"/>
              <a:gd name="connsiteY5" fmla="*/ 200069 h 335964"/>
              <a:gd name="connsiteX6" fmla="*/ 9683261 w 9786569"/>
              <a:gd name="connsiteY6" fmla="*/ 212909 h 335964"/>
              <a:gd name="connsiteX7" fmla="*/ 9669650 w 9786569"/>
              <a:gd name="connsiteY7" fmla="*/ 225749 h 335964"/>
              <a:gd name="connsiteX8" fmla="*/ 9656038 w 9786569"/>
              <a:gd name="connsiteY8" fmla="*/ 212909 h 335964"/>
              <a:gd name="connsiteX9" fmla="*/ 9669650 w 9786569"/>
              <a:gd name="connsiteY9" fmla="*/ 200069 h 335964"/>
              <a:gd name="connsiteX10" fmla="*/ 9609373 w 9786569"/>
              <a:gd name="connsiteY10" fmla="*/ 143445 h 335964"/>
              <a:gd name="connsiteX11" fmla="*/ 9632706 w 9786569"/>
              <a:gd name="connsiteY11" fmla="*/ 166987 h 335964"/>
              <a:gd name="connsiteX12" fmla="*/ 9609373 w 9786569"/>
              <a:gd name="connsiteY12" fmla="*/ 190527 h 335964"/>
              <a:gd name="connsiteX13" fmla="*/ 9586041 w 9786569"/>
              <a:gd name="connsiteY13" fmla="*/ 166987 h 335964"/>
              <a:gd name="connsiteX14" fmla="*/ 9609373 w 9786569"/>
              <a:gd name="connsiteY14" fmla="*/ 143445 h 335964"/>
              <a:gd name="connsiteX15" fmla="*/ 0 w 9786569"/>
              <a:gd name="connsiteY15" fmla="*/ 0 h 335964"/>
              <a:gd name="connsiteX16" fmla="*/ 739665 w 9786569"/>
              <a:gd name="connsiteY16" fmla="*/ 0 h 335964"/>
              <a:gd name="connsiteX17" fmla="*/ 9785339 w 9786569"/>
              <a:gd name="connsiteY17" fmla="*/ 3175 h 335964"/>
              <a:gd name="connsiteX18" fmla="*/ 9568541 w 9786569"/>
              <a:gd name="connsiteY18" fmla="*/ 27997 h 335964"/>
              <a:gd name="connsiteX19" fmla="*/ 9540864 w 9786569"/>
              <a:gd name="connsiteY19" fmla="*/ 55995 h 335964"/>
              <a:gd name="connsiteX20" fmla="*/ 9522411 w 9786569"/>
              <a:gd name="connsiteY20" fmla="*/ 74659 h 335964"/>
              <a:gd name="connsiteX21" fmla="*/ 9540864 w 9786569"/>
              <a:gd name="connsiteY21" fmla="*/ 97990 h 335964"/>
              <a:gd name="connsiteX22" fmla="*/ 9568541 w 9786569"/>
              <a:gd name="connsiteY22" fmla="*/ 121320 h 335964"/>
              <a:gd name="connsiteX23" fmla="*/ 9545478 w 9786569"/>
              <a:gd name="connsiteY23" fmla="*/ 149317 h 335964"/>
              <a:gd name="connsiteX24" fmla="*/ 9540864 w 9786569"/>
              <a:gd name="connsiteY24" fmla="*/ 149317 h 335964"/>
              <a:gd name="connsiteX25" fmla="*/ 9522411 w 9786569"/>
              <a:gd name="connsiteY25" fmla="*/ 167982 h 335964"/>
              <a:gd name="connsiteX26" fmla="*/ 9540864 w 9786569"/>
              <a:gd name="connsiteY26" fmla="*/ 191313 h 335964"/>
              <a:gd name="connsiteX27" fmla="*/ 9568541 w 9786569"/>
              <a:gd name="connsiteY27" fmla="*/ 214644 h 335964"/>
              <a:gd name="connsiteX28" fmla="*/ 9540864 w 9786569"/>
              <a:gd name="connsiteY28" fmla="*/ 242641 h 335964"/>
              <a:gd name="connsiteX29" fmla="*/ 9522411 w 9786569"/>
              <a:gd name="connsiteY29" fmla="*/ 265971 h 335964"/>
              <a:gd name="connsiteX30" fmla="*/ 9540864 w 9786569"/>
              <a:gd name="connsiteY30" fmla="*/ 284636 h 335964"/>
              <a:gd name="connsiteX31" fmla="*/ 9568541 w 9786569"/>
              <a:gd name="connsiteY31" fmla="*/ 312633 h 335964"/>
              <a:gd name="connsiteX32" fmla="*/ 9540864 w 9786569"/>
              <a:gd name="connsiteY32" fmla="*/ 335964 h 335964"/>
              <a:gd name="connsiteX33" fmla="*/ 845227 w 9786569"/>
              <a:gd name="connsiteY33" fmla="*/ 335964 h 335964"/>
              <a:gd name="connsiteX34" fmla="*/ 0 w 9786569"/>
              <a:gd name="connsiteY34" fmla="*/ 335964 h 335964"/>
              <a:gd name="connsiteX35" fmla="*/ 0 w 9786569"/>
              <a:gd name="connsiteY35" fmla="*/ 0 h 335964"/>
              <a:gd name="connsiteX0" fmla="*/ 9609373 w 9786569"/>
              <a:gd name="connsiteY0" fmla="*/ 237817 h 339139"/>
              <a:gd name="connsiteX1" fmla="*/ 9632706 w 9786569"/>
              <a:gd name="connsiteY1" fmla="*/ 261358 h 339139"/>
              <a:gd name="connsiteX2" fmla="*/ 9609373 w 9786569"/>
              <a:gd name="connsiteY2" fmla="*/ 284899 h 339139"/>
              <a:gd name="connsiteX3" fmla="*/ 9586041 w 9786569"/>
              <a:gd name="connsiteY3" fmla="*/ 261358 h 339139"/>
              <a:gd name="connsiteX4" fmla="*/ 9609373 w 9786569"/>
              <a:gd name="connsiteY4" fmla="*/ 237817 h 339139"/>
              <a:gd name="connsiteX5" fmla="*/ 9669650 w 9786569"/>
              <a:gd name="connsiteY5" fmla="*/ 200069 h 339139"/>
              <a:gd name="connsiteX6" fmla="*/ 9683261 w 9786569"/>
              <a:gd name="connsiteY6" fmla="*/ 212909 h 339139"/>
              <a:gd name="connsiteX7" fmla="*/ 9669650 w 9786569"/>
              <a:gd name="connsiteY7" fmla="*/ 225749 h 339139"/>
              <a:gd name="connsiteX8" fmla="*/ 9656038 w 9786569"/>
              <a:gd name="connsiteY8" fmla="*/ 212909 h 339139"/>
              <a:gd name="connsiteX9" fmla="*/ 9669650 w 9786569"/>
              <a:gd name="connsiteY9" fmla="*/ 200069 h 339139"/>
              <a:gd name="connsiteX10" fmla="*/ 9609373 w 9786569"/>
              <a:gd name="connsiteY10" fmla="*/ 143445 h 339139"/>
              <a:gd name="connsiteX11" fmla="*/ 9632706 w 9786569"/>
              <a:gd name="connsiteY11" fmla="*/ 166987 h 339139"/>
              <a:gd name="connsiteX12" fmla="*/ 9609373 w 9786569"/>
              <a:gd name="connsiteY12" fmla="*/ 190527 h 339139"/>
              <a:gd name="connsiteX13" fmla="*/ 9586041 w 9786569"/>
              <a:gd name="connsiteY13" fmla="*/ 166987 h 339139"/>
              <a:gd name="connsiteX14" fmla="*/ 9609373 w 9786569"/>
              <a:gd name="connsiteY14" fmla="*/ 143445 h 339139"/>
              <a:gd name="connsiteX15" fmla="*/ 0 w 9786569"/>
              <a:gd name="connsiteY15" fmla="*/ 0 h 339139"/>
              <a:gd name="connsiteX16" fmla="*/ 739665 w 9786569"/>
              <a:gd name="connsiteY16" fmla="*/ 0 h 339139"/>
              <a:gd name="connsiteX17" fmla="*/ 9785339 w 9786569"/>
              <a:gd name="connsiteY17" fmla="*/ 3175 h 339139"/>
              <a:gd name="connsiteX18" fmla="*/ 9568541 w 9786569"/>
              <a:gd name="connsiteY18" fmla="*/ 27997 h 339139"/>
              <a:gd name="connsiteX19" fmla="*/ 9540864 w 9786569"/>
              <a:gd name="connsiteY19" fmla="*/ 55995 h 339139"/>
              <a:gd name="connsiteX20" fmla="*/ 9522411 w 9786569"/>
              <a:gd name="connsiteY20" fmla="*/ 74659 h 339139"/>
              <a:gd name="connsiteX21" fmla="*/ 9540864 w 9786569"/>
              <a:gd name="connsiteY21" fmla="*/ 97990 h 339139"/>
              <a:gd name="connsiteX22" fmla="*/ 9568541 w 9786569"/>
              <a:gd name="connsiteY22" fmla="*/ 121320 h 339139"/>
              <a:gd name="connsiteX23" fmla="*/ 9545478 w 9786569"/>
              <a:gd name="connsiteY23" fmla="*/ 149317 h 339139"/>
              <a:gd name="connsiteX24" fmla="*/ 9540864 w 9786569"/>
              <a:gd name="connsiteY24" fmla="*/ 149317 h 339139"/>
              <a:gd name="connsiteX25" fmla="*/ 9522411 w 9786569"/>
              <a:gd name="connsiteY25" fmla="*/ 167982 h 339139"/>
              <a:gd name="connsiteX26" fmla="*/ 9540864 w 9786569"/>
              <a:gd name="connsiteY26" fmla="*/ 191313 h 339139"/>
              <a:gd name="connsiteX27" fmla="*/ 9568541 w 9786569"/>
              <a:gd name="connsiteY27" fmla="*/ 214644 h 339139"/>
              <a:gd name="connsiteX28" fmla="*/ 9540864 w 9786569"/>
              <a:gd name="connsiteY28" fmla="*/ 242641 h 339139"/>
              <a:gd name="connsiteX29" fmla="*/ 9522411 w 9786569"/>
              <a:gd name="connsiteY29" fmla="*/ 265971 h 339139"/>
              <a:gd name="connsiteX30" fmla="*/ 9540864 w 9786569"/>
              <a:gd name="connsiteY30" fmla="*/ 284636 h 339139"/>
              <a:gd name="connsiteX31" fmla="*/ 9568541 w 9786569"/>
              <a:gd name="connsiteY31" fmla="*/ 312633 h 339139"/>
              <a:gd name="connsiteX32" fmla="*/ 9598014 w 9786569"/>
              <a:gd name="connsiteY32" fmla="*/ 339139 h 339139"/>
              <a:gd name="connsiteX33" fmla="*/ 845227 w 9786569"/>
              <a:gd name="connsiteY33" fmla="*/ 335964 h 339139"/>
              <a:gd name="connsiteX34" fmla="*/ 0 w 9786569"/>
              <a:gd name="connsiteY34" fmla="*/ 335964 h 339139"/>
              <a:gd name="connsiteX35" fmla="*/ 0 w 9786569"/>
              <a:gd name="connsiteY35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230346"/>
              <a:gd name="connsiteY0" fmla="*/ 237817 h 339139"/>
              <a:gd name="connsiteX1" fmla="*/ 9632706 w 10230346"/>
              <a:gd name="connsiteY1" fmla="*/ 261358 h 339139"/>
              <a:gd name="connsiteX2" fmla="*/ 9609373 w 10230346"/>
              <a:gd name="connsiteY2" fmla="*/ 284899 h 339139"/>
              <a:gd name="connsiteX3" fmla="*/ 9586041 w 10230346"/>
              <a:gd name="connsiteY3" fmla="*/ 261358 h 339139"/>
              <a:gd name="connsiteX4" fmla="*/ 9609373 w 10230346"/>
              <a:gd name="connsiteY4" fmla="*/ 237817 h 339139"/>
              <a:gd name="connsiteX5" fmla="*/ 9669650 w 10230346"/>
              <a:gd name="connsiteY5" fmla="*/ 200069 h 339139"/>
              <a:gd name="connsiteX6" fmla="*/ 9683261 w 10230346"/>
              <a:gd name="connsiteY6" fmla="*/ 212909 h 339139"/>
              <a:gd name="connsiteX7" fmla="*/ 9669650 w 10230346"/>
              <a:gd name="connsiteY7" fmla="*/ 225749 h 339139"/>
              <a:gd name="connsiteX8" fmla="*/ 9656038 w 10230346"/>
              <a:gd name="connsiteY8" fmla="*/ 212909 h 339139"/>
              <a:gd name="connsiteX9" fmla="*/ 9669650 w 10230346"/>
              <a:gd name="connsiteY9" fmla="*/ 200069 h 339139"/>
              <a:gd name="connsiteX10" fmla="*/ 9609373 w 10230346"/>
              <a:gd name="connsiteY10" fmla="*/ 143445 h 339139"/>
              <a:gd name="connsiteX11" fmla="*/ 9632706 w 10230346"/>
              <a:gd name="connsiteY11" fmla="*/ 166987 h 339139"/>
              <a:gd name="connsiteX12" fmla="*/ 9609373 w 10230346"/>
              <a:gd name="connsiteY12" fmla="*/ 190527 h 339139"/>
              <a:gd name="connsiteX13" fmla="*/ 9586041 w 10230346"/>
              <a:gd name="connsiteY13" fmla="*/ 166987 h 339139"/>
              <a:gd name="connsiteX14" fmla="*/ 9609373 w 10230346"/>
              <a:gd name="connsiteY14" fmla="*/ 143445 h 339139"/>
              <a:gd name="connsiteX15" fmla="*/ 0 w 10230346"/>
              <a:gd name="connsiteY15" fmla="*/ 0 h 339139"/>
              <a:gd name="connsiteX16" fmla="*/ 739665 w 10230346"/>
              <a:gd name="connsiteY16" fmla="*/ 0 h 339139"/>
              <a:gd name="connsiteX17" fmla="*/ 9785339 w 10230346"/>
              <a:gd name="connsiteY17" fmla="*/ 3175 h 339139"/>
              <a:gd name="connsiteX18" fmla="*/ 9568541 w 10230346"/>
              <a:gd name="connsiteY18" fmla="*/ 27997 h 339139"/>
              <a:gd name="connsiteX19" fmla="*/ 9540864 w 10230346"/>
              <a:gd name="connsiteY19" fmla="*/ 55995 h 339139"/>
              <a:gd name="connsiteX20" fmla="*/ 9522411 w 10230346"/>
              <a:gd name="connsiteY20" fmla="*/ 74659 h 339139"/>
              <a:gd name="connsiteX21" fmla="*/ 9540864 w 10230346"/>
              <a:gd name="connsiteY21" fmla="*/ 97990 h 339139"/>
              <a:gd name="connsiteX22" fmla="*/ 9568541 w 10230346"/>
              <a:gd name="connsiteY22" fmla="*/ 121320 h 339139"/>
              <a:gd name="connsiteX23" fmla="*/ 9545478 w 10230346"/>
              <a:gd name="connsiteY23" fmla="*/ 149317 h 339139"/>
              <a:gd name="connsiteX24" fmla="*/ 9540864 w 10230346"/>
              <a:gd name="connsiteY24" fmla="*/ 149317 h 339139"/>
              <a:gd name="connsiteX25" fmla="*/ 9522411 w 10230346"/>
              <a:gd name="connsiteY25" fmla="*/ 167982 h 339139"/>
              <a:gd name="connsiteX26" fmla="*/ 9540864 w 10230346"/>
              <a:gd name="connsiteY26" fmla="*/ 191313 h 339139"/>
              <a:gd name="connsiteX27" fmla="*/ 9568541 w 10230346"/>
              <a:gd name="connsiteY27" fmla="*/ 214644 h 339139"/>
              <a:gd name="connsiteX28" fmla="*/ 9540864 w 10230346"/>
              <a:gd name="connsiteY28" fmla="*/ 242641 h 339139"/>
              <a:gd name="connsiteX29" fmla="*/ 9522411 w 10230346"/>
              <a:gd name="connsiteY29" fmla="*/ 265971 h 339139"/>
              <a:gd name="connsiteX30" fmla="*/ 9540864 w 10230346"/>
              <a:gd name="connsiteY30" fmla="*/ 284636 h 339139"/>
              <a:gd name="connsiteX31" fmla="*/ 9598014 w 10230346"/>
              <a:gd name="connsiteY31" fmla="*/ 339139 h 339139"/>
              <a:gd name="connsiteX32" fmla="*/ 845227 w 10230346"/>
              <a:gd name="connsiteY32" fmla="*/ 335964 h 339139"/>
              <a:gd name="connsiteX33" fmla="*/ 0 w 10230346"/>
              <a:gd name="connsiteY33" fmla="*/ 335964 h 339139"/>
              <a:gd name="connsiteX34" fmla="*/ 0 w 10230346"/>
              <a:gd name="connsiteY34" fmla="*/ 0 h 339139"/>
              <a:gd name="connsiteX0" fmla="*/ 9609373 w 10882821"/>
              <a:gd name="connsiteY0" fmla="*/ 237817 h 339158"/>
              <a:gd name="connsiteX1" fmla="*/ 9632706 w 10882821"/>
              <a:gd name="connsiteY1" fmla="*/ 261358 h 339158"/>
              <a:gd name="connsiteX2" fmla="*/ 9609373 w 10882821"/>
              <a:gd name="connsiteY2" fmla="*/ 284899 h 339158"/>
              <a:gd name="connsiteX3" fmla="*/ 9586041 w 10882821"/>
              <a:gd name="connsiteY3" fmla="*/ 261358 h 339158"/>
              <a:gd name="connsiteX4" fmla="*/ 9609373 w 10882821"/>
              <a:gd name="connsiteY4" fmla="*/ 237817 h 339158"/>
              <a:gd name="connsiteX5" fmla="*/ 9669650 w 10882821"/>
              <a:gd name="connsiteY5" fmla="*/ 200069 h 339158"/>
              <a:gd name="connsiteX6" fmla="*/ 9683261 w 10882821"/>
              <a:gd name="connsiteY6" fmla="*/ 212909 h 339158"/>
              <a:gd name="connsiteX7" fmla="*/ 9669650 w 10882821"/>
              <a:gd name="connsiteY7" fmla="*/ 225749 h 339158"/>
              <a:gd name="connsiteX8" fmla="*/ 9656038 w 10882821"/>
              <a:gd name="connsiteY8" fmla="*/ 212909 h 339158"/>
              <a:gd name="connsiteX9" fmla="*/ 9669650 w 10882821"/>
              <a:gd name="connsiteY9" fmla="*/ 200069 h 339158"/>
              <a:gd name="connsiteX10" fmla="*/ 9609373 w 10882821"/>
              <a:gd name="connsiteY10" fmla="*/ 143445 h 339158"/>
              <a:gd name="connsiteX11" fmla="*/ 9632706 w 10882821"/>
              <a:gd name="connsiteY11" fmla="*/ 166987 h 339158"/>
              <a:gd name="connsiteX12" fmla="*/ 9609373 w 10882821"/>
              <a:gd name="connsiteY12" fmla="*/ 190527 h 339158"/>
              <a:gd name="connsiteX13" fmla="*/ 9586041 w 10882821"/>
              <a:gd name="connsiteY13" fmla="*/ 166987 h 339158"/>
              <a:gd name="connsiteX14" fmla="*/ 9609373 w 10882821"/>
              <a:gd name="connsiteY14" fmla="*/ 143445 h 339158"/>
              <a:gd name="connsiteX15" fmla="*/ 0 w 10882821"/>
              <a:gd name="connsiteY15" fmla="*/ 0 h 339158"/>
              <a:gd name="connsiteX16" fmla="*/ 739665 w 10882821"/>
              <a:gd name="connsiteY16" fmla="*/ 0 h 339158"/>
              <a:gd name="connsiteX17" fmla="*/ 9785339 w 10882821"/>
              <a:gd name="connsiteY17" fmla="*/ 3175 h 339158"/>
              <a:gd name="connsiteX18" fmla="*/ 9568541 w 10882821"/>
              <a:gd name="connsiteY18" fmla="*/ 27997 h 339158"/>
              <a:gd name="connsiteX19" fmla="*/ 9540864 w 10882821"/>
              <a:gd name="connsiteY19" fmla="*/ 55995 h 339158"/>
              <a:gd name="connsiteX20" fmla="*/ 9522411 w 10882821"/>
              <a:gd name="connsiteY20" fmla="*/ 74659 h 339158"/>
              <a:gd name="connsiteX21" fmla="*/ 9540864 w 10882821"/>
              <a:gd name="connsiteY21" fmla="*/ 97990 h 339158"/>
              <a:gd name="connsiteX22" fmla="*/ 9568541 w 10882821"/>
              <a:gd name="connsiteY22" fmla="*/ 121320 h 339158"/>
              <a:gd name="connsiteX23" fmla="*/ 9545478 w 10882821"/>
              <a:gd name="connsiteY23" fmla="*/ 149317 h 339158"/>
              <a:gd name="connsiteX24" fmla="*/ 9540864 w 10882821"/>
              <a:gd name="connsiteY24" fmla="*/ 149317 h 339158"/>
              <a:gd name="connsiteX25" fmla="*/ 9522411 w 10882821"/>
              <a:gd name="connsiteY25" fmla="*/ 167982 h 339158"/>
              <a:gd name="connsiteX26" fmla="*/ 9540864 w 10882821"/>
              <a:gd name="connsiteY26" fmla="*/ 191313 h 339158"/>
              <a:gd name="connsiteX27" fmla="*/ 9568541 w 10882821"/>
              <a:gd name="connsiteY27" fmla="*/ 214644 h 339158"/>
              <a:gd name="connsiteX28" fmla="*/ 9540864 w 10882821"/>
              <a:gd name="connsiteY28" fmla="*/ 242641 h 339158"/>
              <a:gd name="connsiteX29" fmla="*/ 9522411 w 10882821"/>
              <a:gd name="connsiteY29" fmla="*/ 265971 h 339158"/>
              <a:gd name="connsiteX30" fmla="*/ 9540864 w 10882821"/>
              <a:gd name="connsiteY30" fmla="*/ 284636 h 339158"/>
              <a:gd name="connsiteX31" fmla="*/ 9598014 w 10882821"/>
              <a:gd name="connsiteY31" fmla="*/ 339139 h 339158"/>
              <a:gd name="connsiteX32" fmla="*/ 845227 w 10882821"/>
              <a:gd name="connsiteY32" fmla="*/ 335964 h 339158"/>
              <a:gd name="connsiteX33" fmla="*/ 0 w 10882821"/>
              <a:gd name="connsiteY33" fmla="*/ 335964 h 339158"/>
              <a:gd name="connsiteX34" fmla="*/ 0 w 10882821"/>
              <a:gd name="connsiteY34" fmla="*/ 0 h 339158"/>
              <a:gd name="connsiteX0" fmla="*/ 9598014 w 10910786"/>
              <a:gd name="connsiteY0" fmla="*/ 339139 h 430579"/>
              <a:gd name="connsiteX1" fmla="*/ 845227 w 10910786"/>
              <a:gd name="connsiteY1" fmla="*/ 335964 h 430579"/>
              <a:gd name="connsiteX2" fmla="*/ 0 w 10910786"/>
              <a:gd name="connsiteY2" fmla="*/ 335964 h 430579"/>
              <a:gd name="connsiteX3" fmla="*/ 0 w 10910786"/>
              <a:gd name="connsiteY3" fmla="*/ 0 h 430579"/>
              <a:gd name="connsiteX4" fmla="*/ 9632706 w 10910786"/>
              <a:gd name="connsiteY4" fmla="*/ 261358 h 430579"/>
              <a:gd name="connsiteX5" fmla="*/ 9609373 w 10910786"/>
              <a:gd name="connsiteY5" fmla="*/ 284899 h 430579"/>
              <a:gd name="connsiteX6" fmla="*/ 9586041 w 10910786"/>
              <a:gd name="connsiteY6" fmla="*/ 261358 h 430579"/>
              <a:gd name="connsiteX7" fmla="*/ 9609373 w 10910786"/>
              <a:gd name="connsiteY7" fmla="*/ 237817 h 430579"/>
              <a:gd name="connsiteX8" fmla="*/ 9669650 w 10910786"/>
              <a:gd name="connsiteY8" fmla="*/ 200069 h 430579"/>
              <a:gd name="connsiteX9" fmla="*/ 9683261 w 10910786"/>
              <a:gd name="connsiteY9" fmla="*/ 212909 h 430579"/>
              <a:gd name="connsiteX10" fmla="*/ 9669650 w 10910786"/>
              <a:gd name="connsiteY10" fmla="*/ 225749 h 430579"/>
              <a:gd name="connsiteX11" fmla="*/ 9656038 w 10910786"/>
              <a:gd name="connsiteY11" fmla="*/ 212909 h 430579"/>
              <a:gd name="connsiteX12" fmla="*/ 9669650 w 10910786"/>
              <a:gd name="connsiteY12" fmla="*/ 200069 h 430579"/>
              <a:gd name="connsiteX13" fmla="*/ 9609373 w 10910786"/>
              <a:gd name="connsiteY13" fmla="*/ 143445 h 430579"/>
              <a:gd name="connsiteX14" fmla="*/ 9632706 w 10910786"/>
              <a:gd name="connsiteY14" fmla="*/ 166987 h 430579"/>
              <a:gd name="connsiteX15" fmla="*/ 9609373 w 10910786"/>
              <a:gd name="connsiteY15" fmla="*/ 190527 h 430579"/>
              <a:gd name="connsiteX16" fmla="*/ 9586041 w 10910786"/>
              <a:gd name="connsiteY16" fmla="*/ 166987 h 430579"/>
              <a:gd name="connsiteX17" fmla="*/ 9609373 w 10910786"/>
              <a:gd name="connsiteY17" fmla="*/ 143445 h 430579"/>
              <a:gd name="connsiteX18" fmla="*/ 0 w 10910786"/>
              <a:gd name="connsiteY18" fmla="*/ 0 h 430579"/>
              <a:gd name="connsiteX19" fmla="*/ 739665 w 10910786"/>
              <a:gd name="connsiteY19" fmla="*/ 0 h 430579"/>
              <a:gd name="connsiteX20" fmla="*/ 9785339 w 10910786"/>
              <a:gd name="connsiteY20" fmla="*/ 3175 h 430579"/>
              <a:gd name="connsiteX21" fmla="*/ 9568541 w 10910786"/>
              <a:gd name="connsiteY21" fmla="*/ 27997 h 430579"/>
              <a:gd name="connsiteX22" fmla="*/ 9540864 w 10910786"/>
              <a:gd name="connsiteY22" fmla="*/ 55995 h 430579"/>
              <a:gd name="connsiteX23" fmla="*/ 9522411 w 10910786"/>
              <a:gd name="connsiteY23" fmla="*/ 74659 h 430579"/>
              <a:gd name="connsiteX24" fmla="*/ 9540864 w 10910786"/>
              <a:gd name="connsiteY24" fmla="*/ 97990 h 430579"/>
              <a:gd name="connsiteX25" fmla="*/ 9568541 w 10910786"/>
              <a:gd name="connsiteY25" fmla="*/ 121320 h 430579"/>
              <a:gd name="connsiteX26" fmla="*/ 9545478 w 10910786"/>
              <a:gd name="connsiteY26" fmla="*/ 149317 h 430579"/>
              <a:gd name="connsiteX27" fmla="*/ 9540864 w 10910786"/>
              <a:gd name="connsiteY27" fmla="*/ 149317 h 430579"/>
              <a:gd name="connsiteX28" fmla="*/ 9522411 w 10910786"/>
              <a:gd name="connsiteY28" fmla="*/ 167982 h 430579"/>
              <a:gd name="connsiteX29" fmla="*/ 9540864 w 10910786"/>
              <a:gd name="connsiteY29" fmla="*/ 191313 h 430579"/>
              <a:gd name="connsiteX30" fmla="*/ 9568541 w 10910786"/>
              <a:gd name="connsiteY30" fmla="*/ 214644 h 430579"/>
              <a:gd name="connsiteX31" fmla="*/ 9540864 w 10910786"/>
              <a:gd name="connsiteY31" fmla="*/ 242641 h 430579"/>
              <a:gd name="connsiteX32" fmla="*/ 9522411 w 10910786"/>
              <a:gd name="connsiteY32" fmla="*/ 265971 h 430579"/>
              <a:gd name="connsiteX33" fmla="*/ 9540864 w 10910786"/>
              <a:gd name="connsiteY33" fmla="*/ 284636 h 430579"/>
              <a:gd name="connsiteX34" fmla="*/ 9689454 w 10910786"/>
              <a:gd name="connsiteY34" fmla="*/ 430579 h 43057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34" fmla="*/ 9540864 w 9786569"/>
              <a:gd name="connsiteY34" fmla="*/ 284636 h 339139"/>
              <a:gd name="connsiteX0" fmla="*/ 9598014 w 9786569"/>
              <a:gd name="connsiteY0" fmla="*/ 339139 h 339139"/>
              <a:gd name="connsiteX1" fmla="*/ 845227 w 9786569"/>
              <a:gd name="connsiteY1" fmla="*/ 335964 h 339139"/>
              <a:gd name="connsiteX2" fmla="*/ 0 w 9786569"/>
              <a:gd name="connsiteY2" fmla="*/ 335964 h 339139"/>
              <a:gd name="connsiteX3" fmla="*/ 0 w 9786569"/>
              <a:gd name="connsiteY3" fmla="*/ 0 h 339139"/>
              <a:gd name="connsiteX4" fmla="*/ 9632706 w 9786569"/>
              <a:gd name="connsiteY4" fmla="*/ 261358 h 339139"/>
              <a:gd name="connsiteX5" fmla="*/ 9609373 w 9786569"/>
              <a:gd name="connsiteY5" fmla="*/ 284899 h 339139"/>
              <a:gd name="connsiteX6" fmla="*/ 9586041 w 9786569"/>
              <a:gd name="connsiteY6" fmla="*/ 261358 h 339139"/>
              <a:gd name="connsiteX7" fmla="*/ 9609373 w 9786569"/>
              <a:gd name="connsiteY7" fmla="*/ 237817 h 339139"/>
              <a:gd name="connsiteX8" fmla="*/ 9598014 w 9786569"/>
              <a:gd name="connsiteY8" fmla="*/ 339139 h 339139"/>
              <a:gd name="connsiteX9" fmla="*/ 9669650 w 9786569"/>
              <a:gd name="connsiteY9" fmla="*/ 200069 h 339139"/>
              <a:gd name="connsiteX10" fmla="*/ 9683261 w 9786569"/>
              <a:gd name="connsiteY10" fmla="*/ 212909 h 339139"/>
              <a:gd name="connsiteX11" fmla="*/ 9669650 w 9786569"/>
              <a:gd name="connsiteY11" fmla="*/ 225749 h 339139"/>
              <a:gd name="connsiteX12" fmla="*/ 9656038 w 9786569"/>
              <a:gd name="connsiteY12" fmla="*/ 212909 h 339139"/>
              <a:gd name="connsiteX13" fmla="*/ 9669650 w 9786569"/>
              <a:gd name="connsiteY13" fmla="*/ 200069 h 339139"/>
              <a:gd name="connsiteX14" fmla="*/ 9609373 w 9786569"/>
              <a:gd name="connsiteY14" fmla="*/ 143445 h 339139"/>
              <a:gd name="connsiteX15" fmla="*/ 9632706 w 9786569"/>
              <a:gd name="connsiteY15" fmla="*/ 166987 h 339139"/>
              <a:gd name="connsiteX16" fmla="*/ 9609373 w 9786569"/>
              <a:gd name="connsiteY16" fmla="*/ 190527 h 339139"/>
              <a:gd name="connsiteX17" fmla="*/ 9586041 w 9786569"/>
              <a:gd name="connsiteY17" fmla="*/ 166987 h 339139"/>
              <a:gd name="connsiteX18" fmla="*/ 9609373 w 9786569"/>
              <a:gd name="connsiteY18" fmla="*/ 143445 h 339139"/>
              <a:gd name="connsiteX19" fmla="*/ 0 w 9786569"/>
              <a:gd name="connsiteY19" fmla="*/ 0 h 339139"/>
              <a:gd name="connsiteX20" fmla="*/ 739665 w 9786569"/>
              <a:gd name="connsiteY20" fmla="*/ 0 h 339139"/>
              <a:gd name="connsiteX21" fmla="*/ 9785339 w 9786569"/>
              <a:gd name="connsiteY21" fmla="*/ 3175 h 339139"/>
              <a:gd name="connsiteX22" fmla="*/ 9568541 w 9786569"/>
              <a:gd name="connsiteY22" fmla="*/ 27997 h 339139"/>
              <a:gd name="connsiteX23" fmla="*/ 9540864 w 9786569"/>
              <a:gd name="connsiteY23" fmla="*/ 55995 h 339139"/>
              <a:gd name="connsiteX24" fmla="*/ 9522411 w 9786569"/>
              <a:gd name="connsiteY24" fmla="*/ 74659 h 339139"/>
              <a:gd name="connsiteX25" fmla="*/ 9540864 w 9786569"/>
              <a:gd name="connsiteY25" fmla="*/ 97990 h 339139"/>
              <a:gd name="connsiteX26" fmla="*/ 9568541 w 9786569"/>
              <a:gd name="connsiteY26" fmla="*/ 121320 h 339139"/>
              <a:gd name="connsiteX27" fmla="*/ 9545478 w 9786569"/>
              <a:gd name="connsiteY27" fmla="*/ 149317 h 339139"/>
              <a:gd name="connsiteX28" fmla="*/ 9540864 w 9786569"/>
              <a:gd name="connsiteY28" fmla="*/ 149317 h 339139"/>
              <a:gd name="connsiteX29" fmla="*/ 9522411 w 9786569"/>
              <a:gd name="connsiteY29" fmla="*/ 167982 h 339139"/>
              <a:gd name="connsiteX30" fmla="*/ 9540864 w 9786569"/>
              <a:gd name="connsiteY30" fmla="*/ 191313 h 339139"/>
              <a:gd name="connsiteX31" fmla="*/ 9568541 w 9786569"/>
              <a:gd name="connsiteY31" fmla="*/ 214644 h 339139"/>
              <a:gd name="connsiteX32" fmla="*/ 9540864 w 9786569"/>
              <a:gd name="connsiteY32" fmla="*/ 242641 h 339139"/>
              <a:gd name="connsiteX33" fmla="*/ 9522411 w 9786569"/>
              <a:gd name="connsiteY33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87794"/>
              <a:gd name="connsiteY0" fmla="*/ 339139 h 339139"/>
              <a:gd name="connsiteX1" fmla="*/ 845227 w 10387794"/>
              <a:gd name="connsiteY1" fmla="*/ 335964 h 339139"/>
              <a:gd name="connsiteX2" fmla="*/ 0 w 10387794"/>
              <a:gd name="connsiteY2" fmla="*/ 335964 h 339139"/>
              <a:gd name="connsiteX3" fmla="*/ 0 w 10387794"/>
              <a:gd name="connsiteY3" fmla="*/ 0 h 339139"/>
              <a:gd name="connsiteX4" fmla="*/ 9632706 w 10387794"/>
              <a:gd name="connsiteY4" fmla="*/ 261358 h 339139"/>
              <a:gd name="connsiteX5" fmla="*/ 9609373 w 10387794"/>
              <a:gd name="connsiteY5" fmla="*/ 284899 h 339139"/>
              <a:gd name="connsiteX6" fmla="*/ 9586041 w 10387794"/>
              <a:gd name="connsiteY6" fmla="*/ 261358 h 339139"/>
              <a:gd name="connsiteX7" fmla="*/ 9609373 w 10387794"/>
              <a:gd name="connsiteY7" fmla="*/ 237817 h 339139"/>
              <a:gd name="connsiteX8" fmla="*/ 9598014 w 10387794"/>
              <a:gd name="connsiteY8" fmla="*/ 339139 h 339139"/>
              <a:gd name="connsiteX9" fmla="*/ 9669650 w 10387794"/>
              <a:gd name="connsiteY9" fmla="*/ 200069 h 339139"/>
              <a:gd name="connsiteX10" fmla="*/ 9683261 w 10387794"/>
              <a:gd name="connsiteY10" fmla="*/ 212909 h 339139"/>
              <a:gd name="connsiteX11" fmla="*/ 9669650 w 10387794"/>
              <a:gd name="connsiteY11" fmla="*/ 225749 h 339139"/>
              <a:gd name="connsiteX12" fmla="*/ 9656038 w 10387794"/>
              <a:gd name="connsiteY12" fmla="*/ 212909 h 339139"/>
              <a:gd name="connsiteX13" fmla="*/ 9669650 w 10387794"/>
              <a:gd name="connsiteY13" fmla="*/ 200069 h 339139"/>
              <a:gd name="connsiteX14" fmla="*/ 9609373 w 10387794"/>
              <a:gd name="connsiteY14" fmla="*/ 143445 h 339139"/>
              <a:gd name="connsiteX15" fmla="*/ 9632706 w 10387794"/>
              <a:gd name="connsiteY15" fmla="*/ 166987 h 339139"/>
              <a:gd name="connsiteX16" fmla="*/ 9609373 w 10387794"/>
              <a:gd name="connsiteY16" fmla="*/ 190527 h 339139"/>
              <a:gd name="connsiteX17" fmla="*/ 9586041 w 10387794"/>
              <a:gd name="connsiteY17" fmla="*/ 166987 h 339139"/>
              <a:gd name="connsiteX18" fmla="*/ 9609373 w 10387794"/>
              <a:gd name="connsiteY18" fmla="*/ 143445 h 339139"/>
              <a:gd name="connsiteX19" fmla="*/ 0 w 10387794"/>
              <a:gd name="connsiteY19" fmla="*/ 0 h 339139"/>
              <a:gd name="connsiteX20" fmla="*/ 739665 w 10387794"/>
              <a:gd name="connsiteY20" fmla="*/ 0 h 339139"/>
              <a:gd name="connsiteX21" fmla="*/ 9785339 w 10387794"/>
              <a:gd name="connsiteY21" fmla="*/ 3175 h 339139"/>
              <a:gd name="connsiteX22" fmla="*/ 9540864 w 10387794"/>
              <a:gd name="connsiteY22" fmla="*/ 55995 h 339139"/>
              <a:gd name="connsiteX23" fmla="*/ 9522411 w 10387794"/>
              <a:gd name="connsiteY23" fmla="*/ 74659 h 339139"/>
              <a:gd name="connsiteX24" fmla="*/ 9540864 w 10387794"/>
              <a:gd name="connsiteY24" fmla="*/ 97990 h 339139"/>
              <a:gd name="connsiteX25" fmla="*/ 9568541 w 10387794"/>
              <a:gd name="connsiteY25" fmla="*/ 121320 h 339139"/>
              <a:gd name="connsiteX26" fmla="*/ 9545478 w 10387794"/>
              <a:gd name="connsiteY26" fmla="*/ 149317 h 339139"/>
              <a:gd name="connsiteX27" fmla="*/ 9540864 w 10387794"/>
              <a:gd name="connsiteY27" fmla="*/ 149317 h 339139"/>
              <a:gd name="connsiteX28" fmla="*/ 9522411 w 10387794"/>
              <a:gd name="connsiteY28" fmla="*/ 167982 h 339139"/>
              <a:gd name="connsiteX29" fmla="*/ 9540864 w 10387794"/>
              <a:gd name="connsiteY29" fmla="*/ 191313 h 339139"/>
              <a:gd name="connsiteX30" fmla="*/ 9568541 w 10387794"/>
              <a:gd name="connsiteY30" fmla="*/ 214644 h 339139"/>
              <a:gd name="connsiteX31" fmla="*/ 9540864 w 10387794"/>
              <a:gd name="connsiteY31" fmla="*/ 242641 h 339139"/>
              <a:gd name="connsiteX32" fmla="*/ 9522411 w 10387794"/>
              <a:gd name="connsiteY32" fmla="*/ 265971 h 339139"/>
              <a:gd name="connsiteX0" fmla="*/ 9598014 w 10373768"/>
              <a:gd name="connsiteY0" fmla="*/ 418315 h 418315"/>
              <a:gd name="connsiteX1" fmla="*/ 845227 w 10373768"/>
              <a:gd name="connsiteY1" fmla="*/ 415140 h 418315"/>
              <a:gd name="connsiteX2" fmla="*/ 0 w 10373768"/>
              <a:gd name="connsiteY2" fmla="*/ 415140 h 418315"/>
              <a:gd name="connsiteX3" fmla="*/ 0 w 10373768"/>
              <a:gd name="connsiteY3" fmla="*/ 79176 h 418315"/>
              <a:gd name="connsiteX4" fmla="*/ 9632706 w 10373768"/>
              <a:gd name="connsiteY4" fmla="*/ 340534 h 418315"/>
              <a:gd name="connsiteX5" fmla="*/ 9609373 w 10373768"/>
              <a:gd name="connsiteY5" fmla="*/ 364075 h 418315"/>
              <a:gd name="connsiteX6" fmla="*/ 9586041 w 10373768"/>
              <a:gd name="connsiteY6" fmla="*/ 340534 h 418315"/>
              <a:gd name="connsiteX7" fmla="*/ 9609373 w 10373768"/>
              <a:gd name="connsiteY7" fmla="*/ 316993 h 418315"/>
              <a:gd name="connsiteX8" fmla="*/ 9598014 w 10373768"/>
              <a:gd name="connsiteY8" fmla="*/ 418315 h 418315"/>
              <a:gd name="connsiteX9" fmla="*/ 9669650 w 10373768"/>
              <a:gd name="connsiteY9" fmla="*/ 279245 h 418315"/>
              <a:gd name="connsiteX10" fmla="*/ 9683261 w 10373768"/>
              <a:gd name="connsiteY10" fmla="*/ 292085 h 418315"/>
              <a:gd name="connsiteX11" fmla="*/ 9669650 w 10373768"/>
              <a:gd name="connsiteY11" fmla="*/ 304925 h 418315"/>
              <a:gd name="connsiteX12" fmla="*/ 9656038 w 10373768"/>
              <a:gd name="connsiteY12" fmla="*/ 292085 h 418315"/>
              <a:gd name="connsiteX13" fmla="*/ 9669650 w 10373768"/>
              <a:gd name="connsiteY13" fmla="*/ 279245 h 418315"/>
              <a:gd name="connsiteX14" fmla="*/ 9609373 w 10373768"/>
              <a:gd name="connsiteY14" fmla="*/ 222621 h 418315"/>
              <a:gd name="connsiteX15" fmla="*/ 9632706 w 10373768"/>
              <a:gd name="connsiteY15" fmla="*/ 246163 h 418315"/>
              <a:gd name="connsiteX16" fmla="*/ 9609373 w 10373768"/>
              <a:gd name="connsiteY16" fmla="*/ 269703 h 418315"/>
              <a:gd name="connsiteX17" fmla="*/ 9586041 w 10373768"/>
              <a:gd name="connsiteY17" fmla="*/ 246163 h 418315"/>
              <a:gd name="connsiteX18" fmla="*/ 9609373 w 10373768"/>
              <a:gd name="connsiteY18" fmla="*/ 222621 h 418315"/>
              <a:gd name="connsiteX19" fmla="*/ 0 w 10373768"/>
              <a:gd name="connsiteY19" fmla="*/ 79176 h 418315"/>
              <a:gd name="connsiteX20" fmla="*/ 739665 w 10373768"/>
              <a:gd name="connsiteY20" fmla="*/ 79176 h 418315"/>
              <a:gd name="connsiteX21" fmla="*/ 9785339 w 10373768"/>
              <a:gd name="connsiteY21" fmla="*/ 82351 h 418315"/>
              <a:gd name="connsiteX22" fmla="*/ 9540864 w 10373768"/>
              <a:gd name="connsiteY22" fmla="*/ 135171 h 418315"/>
              <a:gd name="connsiteX23" fmla="*/ 9522411 w 10373768"/>
              <a:gd name="connsiteY23" fmla="*/ 153835 h 418315"/>
              <a:gd name="connsiteX24" fmla="*/ 9540864 w 10373768"/>
              <a:gd name="connsiteY24" fmla="*/ 177166 h 418315"/>
              <a:gd name="connsiteX25" fmla="*/ 9568541 w 10373768"/>
              <a:gd name="connsiteY25" fmla="*/ 200496 h 418315"/>
              <a:gd name="connsiteX26" fmla="*/ 9545478 w 10373768"/>
              <a:gd name="connsiteY26" fmla="*/ 228493 h 418315"/>
              <a:gd name="connsiteX27" fmla="*/ 9540864 w 10373768"/>
              <a:gd name="connsiteY27" fmla="*/ 228493 h 418315"/>
              <a:gd name="connsiteX28" fmla="*/ 9522411 w 10373768"/>
              <a:gd name="connsiteY28" fmla="*/ 247158 h 418315"/>
              <a:gd name="connsiteX29" fmla="*/ 9540864 w 10373768"/>
              <a:gd name="connsiteY29" fmla="*/ 270489 h 418315"/>
              <a:gd name="connsiteX30" fmla="*/ 9568541 w 10373768"/>
              <a:gd name="connsiteY30" fmla="*/ 293820 h 418315"/>
              <a:gd name="connsiteX31" fmla="*/ 9540864 w 10373768"/>
              <a:gd name="connsiteY31" fmla="*/ 321817 h 418315"/>
              <a:gd name="connsiteX32" fmla="*/ 9522411 w 10373768"/>
              <a:gd name="connsiteY32" fmla="*/ 345147 h 418315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40864 w 9785339"/>
              <a:gd name="connsiteY22" fmla="*/ 55995 h 339139"/>
              <a:gd name="connsiteX23" fmla="*/ 9522411 w 9785339"/>
              <a:gd name="connsiteY23" fmla="*/ 74659 h 339139"/>
              <a:gd name="connsiteX24" fmla="*/ 9540864 w 9785339"/>
              <a:gd name="connsiteY24" fmla="*/ 97990 h 339139"/>
              <a:gd name="connsiteX25" fmla="*/ 9568541 w 9785339"/>
              <a:gd name="connsiteY25" fmla="*/ 121320 h 339139"/>
              <a:gd name="connsiteX26" fmla="*/ 9545478 w 9785339"/>
              <a:gd name="connsiteY26" fmla="*/ 149317 h 339139"/>
              <a:gd name="connsiteX27" fmla="*/ 9540864 w 9785339"/>
              <a:gd name="connsiteY27" fmla="*/ 149317 h 339139"/>
              <a:gd name="connsiteX28" fmla="*/ 9522411 w 9785339"/>
              <a:gd name="connsiteY28" fmla="*/ 167982 h 339139"/>
              <a:gd name="connsiteX29" fmla="*/ 9540864 w 9785339"/>
              <a:gd name="connsiteY29" fmla="*/ 191313 h 339139"/>
              <a:gd name="connsiteX30" fmla="*/ 9568541 w 9785339"/>
              <a:gd name="connsiteY30" fmla="*/ 214644 h 339139"/>
              <a:gd name="connsiteX31" fmla="*/ 9540864 w 9785339"/>
              <a:gd name="connsiteY31" fmla="*/ 242641 h 339139"/>
              <a:gd name="connsiteX32" fmla="*/ 9522411 w 9785339"/>
              <a:gd name="connsiteY32" fmla="*/ 265971 h 339139"/>
              <a:gd name="connsiteX0" fmla="*/ 9598014 w 10504275"/>
              <a:gd name="connsiteY0" fmla="*/ 339139 h 339139"/>
              <a:gd name="connsiteX1" fmla="*/ 845227 w 10504275"/>
              <a:gd name="connsiteY1" fmla="*/ 335964 h 339139"/>
              <a:gd name="connsiteX2" fmla="*/ 0 w 10504275"/>
              <a:gd name="connsiteY2" fmla="*/ 335964 h 339139"/>
              <a:gd name="connsiteX3" fmla="*/ 0 w 10504275"/>
              <a:gd name="connsiteY3" fmla="*/ 0 h 339139"/>
              <a:gd name="connsiteX4" fmla="*/ 9632706 w 10504275"/>
              <a:gd name="connsiteY4" fmla="*/ 261358 h 339139"/>
              <a:gd name="connsiteX5" fmla="*/ 9609373 w 10504275"/>
              <a:gd name="connsiteY5" fmla="*/ 284899 h 339139"/>
              <a:gd name="connsiteX6" fmla="*/ 9586041 w 10504275"/>
              <a:gd name="connsiteY6" fmla="*/ 261358 h 339139"/>
              <a:gd name="connsiteX7" fmla="*/ 9609373 w 10504275"/>
              <a:gd name="connsiteY7" fmla="*/ 237817 h 339139"/>
              <a:gd name="connsiteX8" fmla="*/ 9598014 w 10504275"/>
              <a:gd name="connsiteY8" fmla="*/ 339139 h 339139"/>
              <a:gd name="connsiteX9" fmla="*/ 9669650 w 10504275"/>
              <a:gd name="connsiteY9" fmla="*/ 200069 h 339139"/>
              <a:gd name="connsiteX10" fmla="*/ 9683261 w 10504275"/>
              <a:gd name="connsiteY10" fmla="*/ 212909 h 339139"/>
              <a:gd name="connsiteX11" fmla="*/ 9669650 w 10504275"/>
              <a:gd name="connsiteY11" fmla="*/ 225749 h 339139"/>
              <a:gd name="connsiteX12" fmla="*/ 9656038 w 10504275"/>
              <a:gd name="connsiteY12" fmla="*/ 212909 h 339139"/>
              <a:gd name="connsiteX13" fmla="*/ 9669650 w 10504275"/>
              <a:gd name="connsiteY13" fmla="*/ 200069 h 339139"/>
              <a:gd name="connsiteX14" fmla="*/ 9609373 w 10504275"/>
              <a:gd name="connsiteY14" fmla="*/ 143445 h 339139"/>
              <a:gd name="connsiteX15" fmla="*/ 9632706 w 10504275"/>
              <a:gd name="connsiteY15" fmla="*/ 166987 h 339139"/>
              <a:gd name="connsiteX16" fmla="*/ 9609373 w 10504275"/>
              <a:gd name="connsiteY16" fmla="*/ 190527 h 339139"/>
              <a:gd name="connsiteX17" fmla="*/ 9586041 w 10504275"/>
              <a:gd name="connsiteY17" fmla="*/ 166987 h 339139"/>
              <a:gd name="connsiteX18" fmla="*/ 9609373 w 10504275"/>
              <a:gd name="connsiteY18" fmla="*/ 143445 h 339139"/>
              <a:gd name="connsiteX19" fmla="*/ 0 w 10504275"/>
              <a:gd name="connsiteY19" fmla="*/ 0 h 339139"/>
              <a:gd name="connsiteX20" fmla="*/ 739665 w 10504275"/>
              <a:gd name="connsiteY20" fmla="*/ 0 h 339139"/>
              <a:gd name="connsiteX21" fmla="*/ 9785339 w 10504275"/>
              <a:gd name="connsiteY21" fmla="*/ 3175 h 339139"/>
              <a:gd name="connsiteX22" fmla="*/ 9896464 w 10504275"/>
              <a:gd name="connsiteY22" fmla="*/ 294120 h 339139"/>
              <a:gd name="connsiteX23" fmla="*/ 9522411 w 10504275"/>
              <a:gd name="connsiteY23" fmla="*/ 74659 h 339139"/>
              <a:gd name="connsiteX24" fmla="*/ 9540864 w 10504275"/>
              <a:gd name="connsiteY24" fmla="*/ 97990 h 339139"/>
              <a:gd name="connsiteX25" fmla="*/ 9568541 w 10504275"/>
              <a:gd name="connsiteY25" fmla="*/ 121320 h 339139"/>
              <a:gd name="connsiteX26" fmla="*/ 9545478 w 10504275"/>
              <a:gd name="connsiteY26" fmla="*/ 149317 h 339139"/>
              <a:gd name="connsiteX27" fmla="*/ 9540864 w 10504275"/>
              <a:gd name="connsiteY27" fmla="*/ 149317 h 339139"/>
              <a:gd name="connsiteX28" fmla="*/ 9522411 w 10504275"/>
              <a:gd name="connsiteY28" fmla="*/ 167982 h 339139"/>
              <a:gd name="connsiteX29" fmla="*/ 9540864 w 10504275"/>
              <a:gd name="connsiteY29" fmla="*/ 191313 h 339139"/>
              <a:gd name="connsiteX30" fmla="*/ 9568541 w 10504275"/>
              <a:gd name="connsiteY30" fmla="*/ 214644 h 339139"/>
              <a:gd name="connsiteX31" fmla="*/ 9540864 w 10504275"/>
              <a:gd name="connsiteY31" fmla="*/ 242641 h 339139"/>
              <a:gd name="connsiteX32" fmla="*/ 9522411 w 10504275"/>
              <a:gd name="connsiteY32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0" fmla="*/ 9598014 w 10381792"/>
              <a:gd name="connsiteY0" fmla="*/ 339139 h 339139"/>
              <a:gd name="connsiteX1" fmla="*/ 845227 w 10381792"/>
              <a:gd name="connsiteY1" fmla="*/ 335964 h 339139"/>
              <a:gd name="connsiteX2" fmla="*/ 0 w 10381792"/>
              <a:gd name="connsiteY2" fmla="*/ 335964 h 339139"/>
              <a:gd name="connsiteX3" fmla="*/ 0 w 10381792"/>
              <a:gd name="connsiteY3" fmla="*/ 0 h 339139"/>
              <a:gd name="connsiteX4" fmla="*/ 9632706 w 10381792"/>
              <a:gd name="connsiteY4" fmla="*/ 261358 h 339139"/>
              <a:gd name="connsiteX5" fmla="*/ 9609373 w 10381792"/>
              <a:gd name="connsiteY5" fmla="*/ 284899 h 339139"/>
              <a:gd name="connsiteX6" fmla="*/ 9586041 w 10381792"/>
              <a:gd name="connsiteY6" fmla="*/ 261358 h 339139"/>
              <a:gd name="connsiteX7" fmla="*/ 9609373 w 10381792"/>
              <a:gd name="connsiteY7" fmla="*/ 237817 h 339139"/>
              <a:gd name="connsiteX8" fmla="*/ 9598014 w 10381792"/>
              <a:gd name="connsiteY8" fmla="*/ 339139 h 339139"/>
              <a:gd name="connsiteX9" fmla="*/ 9669650 w 10381792"/>
              <a:gd name="connsiteY9" fmla="*/ 200069 h 339139"/>
              <a:gd name="connsiteX10" fmla="*/ 9683261 w 10381792"/>
              <a:gd name="connsiteY10" fmla="*/ 212909 h 339139"/>
              <a:gd name="connsiteX11" fmla="*/ 9669650 w 10381792"/>
              <a:gd name="connsiteY11" fmla="*/ 225749 h 339139"/>
              <a:gd name="connsiteX12" fmla="*/ 9656038 w 10381792"/>
              <a:gd name="connsiteY12" fmla="*/ 212909 h 339139"/>
              <a:gd name="connsiteX13" fmla="*/ 9669650 w 10381792"/>
              <a:gd name="connsiteY13" fmla="*/ 200069 h 339139"/>
              <a:gd name="connsiteX14" fmla="*/ 9609373 w 10381792"/>
              <a:gd name="connsiteY14" fmla="*/ 143445 h 339139"/>
              <a:gd name="connsiteX15" fmla="*/ 9632706 w 10381792"/>
              <a:gd name="connsiteY15" fmla="*/ 166987 h 339139"/>
              <a:gd name="connsiteX16" fmla="*/ 9609373 w 10381792"/>
              <a:gd name="connsiteY16" fmla="*/ 190527 h 339139"/>
              <a:gd name="connsiteX17" fmla="*/ 9586041 w 10381792"/>
              <a:gd name="connsiteY17" fmla="*/ 166987 h 339139"/>
              <a:gd name="connsiteX18" fmla="*/ 9609373 w 10381792"/>
              <a:gd name="connsiteY18" fmla="*/ 143445 h 339139"/>
              <a:gd name="connsiteX19" fmla="*/ 0 w 10381792"/>
              <a:gd name="connsiteY19" fmla="*/ 0 h 339139"/>
              <a:gd name="connsiteX20" fmla="*/ 739665 w 10381792"/>
              <a:gd name="connsiteY20" fmla="*/ 0 h 339139"/>
              <a:gd name="connsiteX21" fmla="*/ 9785339 w 10381792"/>
              <a:gd name="connsiteY21" fmla="*/ 3175 h 339139"/>
              <a:gd name="connsiteX22" fmla="*/ 9522411 w 10381792"/>
              <a:gd name="connsiteY22" fmla="*/ 74659 h 339139"/>
              <a:gd name="connsiteX23" fmla="*/ 9540864 w 10381792"/>
              <a:gd name="connsiteY23" fmla="*/ 97990 h 339139"/>
              <a:gd name="connsiteX24" fmla="*/ 9568541 w 10381792"/>
              <a:gd name="connsiteY24" fmla="*/ 121320 h 339139"/>
              <a:gd name="connsiteX25" fmla="*/ 9545478 w 10381792"/>
              <a:gd name="connsiteY25" fmla="*/ 149317 h 339139"/>
              <a:gd name="connsiteX26" fmla="*/ 9540864 w 10381792"/>
              <a:gd name="connsiteY26" fmla="*/ 149317 h 339139"/>
              <a:gd name="connsiteX27" fmla="*/ 9522411 w 10381792"/>
              <a:gd name="connsiteY27" fmla="*/ 167982 h 339139"/>
              <a:gd name="connsiteX28" fmla="*/ 9540864 w 10381792"/>
              <a:gd name="connsiteY28" fmla="*/ 191313 h 339139"/>
              <a:gd name="connsiteX29" fmla="*/ 9568541 w 10381792"/>
              <a:gd name="connsiteY29" fmla="*/ 214644 h 339139"/>
              <a:gd name="connsiteX30" fmla="*/ 9540864 w 10381792"/>
              <a:gd name="connsiteY30" fmla="*/ 242641 h 339139"/>
              <a:gd name="connsiteX31" fmla="*/ 9522411 w 10381792"/>
              <a:gd name="connsiteY31" fmla="*/ 265971 h 339139"/>
              <a:gd name="connsiteX32" fmla="*/ 9598014 w 10381792"/>
              <a:gd name="connsiteY32" fmla="*/ 339139 h 339139"/>
              <a:gd name="connsiteX0" fmla="*/ 9598014 w 9785339"/>
              <a:gd name="connsiteY0" fmla="*/ 339139 h 339139"/>
              <a:gd name="connsiteX1" fmla="*/ 845227 w 9785339"/>
              <a:gd name="connsiteY1" fmla="*/ 335964 h 339139"/>
              <a:gd name="connsiteX2" fmla="*/ 0 w 9785339"/>
              <a:gd name="connsiteY2" fmla="*/ 335964 h 339139"/>
              <a:gd name="connsiteX3" fmla="*/ 0 w 9785339"/>
              <a:gd name="connsiteY3" fmla="*/ 0 h 339139"/>
              <a:gd name="connsiteX4" fmla="*/ 9632706 w 9785339"/>
              <a:gd name="connsiteY4" fmla="*/ 261358 h 339139"/>
              <a:gd name="connsiteX5" fmla="*/ 9609373 w 9785339"/>
              <a:gd name="connsiteY5" fmla="*/ 284899 h 339139"/>
              <a:gd name="connsiteX6" fmla="*/ 9586041 w 9785339"/>
              <a:gd name="connsiteY6" fmla="*/ 261358 h 339139"/>
              <a:gd name="connsiteX7" fmla="*/ 9609373 w 9785339"/>
              <a:gd name="connsiteY7" fmla="*/ 237817 h 339139"/>
              <a:gd name="connsiteX8" fmla="*/ 9598014 w 9785339"/>
              <a:gd name="connsiteY8" fmla="*/ 339139 h 339139"/>
              <a:gd name="connsiteX9" fmla="*/ 9669650 w 9785339"/>
              <a:gd name="connsiteY9" fmla="*/ 200069 h 339139"/>
              <a:gd name="connsiteX10" fmla="*/ 9683261 w 9785339"/>
              <a:gd name="connsiteY10" fmla="*/ 212909 h 339139"/>
              <a:gd name="connsiteX11" fmla="*/ 9669650 w 9785339"/>
              <a:gd name="connsiteY11" fmla="*/ 225749 h 339139"/>
              <a:gd name="connsiteX12" fmla="*/ 9656038 w 9785339"/>
              <a:gd name="connsiteY12" fmla="*/ 212909 h 339139"/>
              <a:gd name="connsiteX13" fmla="*/ 9669650 w 9785339"/>
              <a:gd name="connsiteY13" fmla="*/ 200069 h 339139"/>
              <a:gd name="connsiteX14" fmla="*/ 9609373 w 9785339"/>
              <a:gd name="connsiteY14" fmla="*/ 143445 h 339139"/>
              <a:gd name="connsiteX15" fmla="*/ 9632706 w 9785339"/>
              <a:gd name="connsiteY15" fmla="*/ 166987 h 339139"/>
              <a:gd name="connsiteX16" fmla="*/ 9609373 w 9785339"/>
              <a:gd name="connsiteY16" fmla="*/ 190527 h 339139"/>
              <a:gd name="connsiteX17" fmla="*/ 9586041 w 9785339"/>
              <a:gd name="connsiteY17" fmla="*/ 166987 h 339139"/>
              <a:gd name="connsiteX18" fmla="*/ 9609373 w 9785339"/>
              <a:gd name="connsiteY18" fmla="*/ 143445 h 339139"/>
              <a:gd name="connsiteX19" fmla="*/ 0 w 9785339"/>
              <a:gd name="connsiteY19" fmla="*/ 0 h 339139"/>
              <a:gd name="connsiteX20" fmla="*/ 739665 w 9785339"/>
              <a:gd name="connsiteY20" fmla="*/ 0 h 339139"/>
              <a:gd name="connsiteX21" fmla="*/ 9785339 w 9785339"/>
              <a:gd name="connsiteY21" fmla="*/ 3175 h 339139"/>
              <a:gd name="connsiteX22" fmla="*/ 9522411 w 9785339"/>
              <a:gd name="connsiteY22" fmla="*/ 74659 h 339139"/>
              <a:gd name="connsiteX23" fmla="*/ 9540864 w 9785339"/>
              <a:gd name="connsiteY23" fmla="*/ 97990 h 339139"/>
              <a:gd name="connsiteX24" fmla="*/ 9568541 w 9785339"/>
              <a:gd name="connsiteY24" fmla="*/ 121320 h 339139"/>
              <a:gd name="connsiteX25" fmla="*/ 9545478 w 9785339"/>
              <a:gd name="connsiteY25" fmla="*/ 149317 h 339139"/>
              <a:gd name="connsiteX26" fmla="*/ 9540864 w 9785339"/>
              <a:gd name="connsiteY26" fmla="*/ 149317 h 339139"/>
              <a:gd name="connsiteX27" fmla="*/ 9522411 w 9785339"/>
              <a:gd name="connsiteY27" fmla="*/ 167982 h 339139"/>
              <a:gd name="connsiteX28" fmla="*/ 9540864 w 9785339"/>
              <a:gd name="connsiteY28" fmla="*/ 191313 h 339139"/>
              <a:gd name="connsiteX29" fmla="*/ 9568541 w 9785339"/>
              <a:gd name="connsiteY29" fmla="*/ 214644 h 339139"/>
              <a:gd name="connsiteX30" fmla="*/ 9540864 w 9785339"/>
              <a:gd name="connsiteY30" fmla="*/ 242641 h 339139"/>
              <a:gd name="connsiteX31" fmla="*/ 9522411 w 9785339"/>
              <a:gd name="connsiteY31" fmla="*/ 265971 h 339139"/>
              <a:gd name="connsiteX32" fmla="*/ 9598014 w 9785339"/>
              <a:gd name="connsiteY32" fmla="*/ 339139 h 339139"/>
              <a:gd name="connsiteX33" fmla="*/ 0 w 9785339"/>
              <a:gd name="connsiteY33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609373 w 10386312"/>
              <a:gd name="connsiteY14" fmla="*/ 143445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9609373 w 10386312"/>
              <a:gd name="connsiteY18" fmla="*/ 143445 h 339139"/>
              <a:gd name="connsiteX19" fmla="*/ 0 w 10386312"/>
              <a:gd name="connsiteY19" fmla="*/ 0 h 339139"/>
              <a:gd name="connsiteX20" fmla="*/ 739665 w 10386312"/>
              <a:gd name="connsiteY20" fmla="*/ 0 h 339139"/>
              <a:gd name="connsiteX21" fmla="*/ 9785339 w 10386312"/>
              <a:gd name="connsiteY21" fmla="*/ 3175 h 339139"/>
              <a:gd name="connsiteX22" fmla="*/ 9540864 w 10386312"/>
              <a:gd name="connsiteY22" fmla="*/ 97990 h 339139"/>
              <a:gd name="connsiteX23" fmla="*/ 9568541 w 10386312"/>
              <a:gd name="connsiteY23" fmla="*/ 121320 h 339139"/>
              <a:gd name="connsiteX24" fmla="*/ 9545478 w 10386312"/>
              <a:gd name="connsiteY24" fmla="*/ 149317 h 339139"/>
              <a:gd name="connsiteX25" fmla="*/ 9540864 w 10386312"/>
              <a:gd name="connsiteY25" fmla="*/ 149317 h 339139"/>
              <a:gd name="connsiteX26" fmla="*/ 9522411 w 10386312"/>
              <a:gd name="connsiteY26" fmla="*/ 167982 h 339139"/>
              <a:gd name="connsiteX27" fmla="*/ 9540864 w 10386312"/>
              <a:gd name="connsiteY27" fmla="*/ 191313 h 339139"/>
              <a:gd name="connsiteX28" fmla="*/ 9568541 w 10386312"/>
              <a:gd name="connsiteY28" fmla="*/ 214644 h 339139"/>
              <a:gd name="connsiteX29" fmla="*/ 9540864 w 10386312"/>
              <a:gd name="connsiteY29" fmla="*/ 242641 h 339139"/>
              <a:gd name="connsiteX30" fmla="*/ 9522411 w 10386312"/>
              <a:gd name="connsiteY30" fmla="*/ 265971 h 339139"/>
              <a:gd name="connsiteX31" fmla="*/ 9598014 w 10386312"/>
              <a:gd name="connsiteY31" fmla="*/ 339139 h 339139"/>
              <a:gd name="connsiteX32" fmla="*/ 0 w 10386312"/>
              <a:gd name="connsiteY32" fmla="*/ 0 h 339139"/>
              <a:gd name="connsiteX0" fmla="*/ 9598014 w 10386312"/>
              <a:gd name="connsiteY0" fmla="*/ 339139 h 339139"/>
              <a:gd name="connsiteX1" fmla="*/ 845227 w 10386312"/>
              <a:gd name="connsiteY1" fmla="*/ 335964 h 339139"/>
              <a:gd name="connsiteX2" fmla="*/ 0 w 10386312"/>
              <a:gd name="connsiteY2" fmla="*/ 335964 h 339139"/>
              <a:gd name="connsiteX3" fmla="*/ 0 w 10386312"/>
              <a:gd name="connsiteY3" fmla="*/ 0 h 339139"/>
              <a:gd name="connsiteX4" fmla="*/ 9632706 w 10386312"/>
              <a:gd name="connsiteY4" fmla="*/ 261358 h 339139"/>
              <a:gd name="connsiteX5" fmla="*/ 9609373 w 10386312"/>
              <a:gd name="connsiteY5" fmla="*/ 284899 h 339139"/>
              <a:gd name="connsiteX6" fmla="*/ 9586041 w 10386312"/>
              <a:gd name="connsiteY6" fmla="*/ 261358 h 339139"/>
              <a:gd name="connsiteX7" fmla="*/ 9609373 w 10386312"/>
              <a:gd name="connsiteY7" fmla="*/ 237817 h 339139"/>
              <a:gd name="connsiteX8" fmla="*/ 9598014 w 10386312"/>
              <a:gd name="connsiteY8" fmla="*/ 339139 h 339139"/>
              <a:gd name="connsiteX9" fmla="*/ 9669650 w 10386312"/>
              <a:gd name="connsiteY9" fmla="*/ 200069 h 339139"/>
              <a:gd name="connsiteX10" fmla="*/ 9683261 w 10386312"/>
              <a:gd name="connsiteY10" fmla="*/ 212909 h 339139"/>
              <a:gd name="connsiteX11" fmla="*/ 9669650 w 10386312"/>
              <a:gd name="connsiteY11" fmla="*/ 225749 h 339139"/>
              <a:gd name="connsiteX12" fmla="*/ 9656038 w 10386312"/>
              <a:gd name="connsiteY12" fmla="*/ 212909 h 339139"/>
              <a:gd name="connsiteX13" fmla="*/ 9669650 w 10386312"/>
              <a:gd name="connsiteY13" fmla="*/ 200069 h 339139"/>
              <a:gd name="connsiteX14" fmla="*/ 9586041 w 10386312"/>
              <a:gd name="connsiteY14" fmla="*/ 166987 h 339139"/>
              <a:gd name="connsiteX15" fmla="*/ 9632706 w 10386312"/>
              <a:gd name="connsiteY15" fmla="*/ 166987 h 339139"/>
              <a:gd name="connsiteX16" fmla="*/ 9609373 w 10386312"/>
              <a:gd name="connsiteY16" fmla="*/ 190527 h 339139"/>
              <a:gd name="connsiteX17" fmla="*/ 9586041 w 10386312"/>
              <a:gd name="connsiteY17" fmla="*/ 166987 h 339139"/>
              <a:gd name="connsiteX18" fmla="*/ 0 w 10386312"/>
              <a:gd name="connsiteY18" fmla="*/ 0 h 339139"/>
              <a:gd name="connsiteX19" fmla="*/ 739665 w 10386312"/>
              <a:gd name="connsiteY19" fmla="*/ 0 h 339139"/>
              <a:gd name="connsiteX20" fmla="*/ 9785339 w 10386312"/>
              <a:gd name="connsiteY20" fmla="*/ 3175 h 339139"/>
              <a:gd name="connsiteX21" fmla="*/ 9540864 w 10386312"/>
              <a:gd name="connsiteY21" fmla="*/ 97990 h 339139"/>
              <a:gd name="connsiteX22" fmla="*/ 9568541 w 10386312"/>
              <a:gd name="connsiteY22" fmla="*/ 121320 h 339139"/>
              <a:gd name="connsiteX23" fmla="*/ 9545478 w 10386312"/>
              <a:gd name="connsiteY23" fmla="*/ 149317 h 339139"/>
              <a:gd name="connsiteX24" fmla="*/ 9540864 w 10386312"/>
              <a:gd name="connsiteY24" fmla="*/ 149317 h 339139"/>
              <a:gd name="connsiteX25" fmla="*/ 9522411 w 10386312"/>
              <a:gd name="connsiteY25" fmla="*/ 167982 h 339139"/>
              <a:gd name="connsiteX26" fmla="*/ 9540864 w 10386312"/>
              <a:gd name="connsiteY26" fmla="*/ 191313 h 339139"/>
              <a:gd name="connsiteX27" fmla="*/ 9568541 w 10386312"/>
              <a:gd name="connsiteY27" fmla="*/ 214644 h 339139"/>
              <a:gd name="connsiteX28" fmla="*/ 9540864 w 10386312"/>
              <a:gd name="connsiteY28" fmla="*/ 242641 h 339139"/>
              <a:gd name="connsiteX29" fmla="*/ 9522411 w 10386312"/>
              <a:gd name="connsiteY29" fmla="*/ 265971 h 339139"/>
              <a:gd name="connsiteX30" fmla="*/ 9598014 w 10386312"/>
              <a:gd name="connsiteY30" fmla="*/ 339139 h 339139"/>
              <a:gd name="connsiteX31" fmla="*/ 0 w 10386312"/>
              <a:gd name="connsiteY31" fmla="*/ 0 h 339139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609373 w 10386312"/>
              <a:gd name="connsiteY5" fmla="*/ 284899 h 347620"/>
              <a:gd name="connsiteX6" fmla="*/ 9586041 w 10386312"/>
              <a:gd name="connsiteY6" fmla="*/ 261358 h 347620"/>
              <a:gd name="connsiteX7" fmla="*/ 9609373 w 10386312"/>
              <a:gd name="connsiteY7" fmla="*/ 237817 h 347620"/>
              <a:gd name="connsiteX8" fmla="*/ 9598014 w 10386312"/>
              <a:gd name="connsiteY8" fmla="*/ 339139 h 347620"/>
              <a:gd name="connsiteX9" fmla="*/ 9669650 w 10386312"/>
              <a:gd name="connsiteY9" fmla="*/ 200069 h 347620"/>
              <a:gd name="connsiteX10" fmla="*/ 9683261 w 10386312"/>
              <a:gd name="connsiteY10" fmla="*/ 212909 h 347620"/>
              <a:gd name="connsiteX11" fmla="*/ 9669650 w 10386312"/>
              <a:gd name="connsiteY11" fmla="*/ 225749 h 347620"/>
              <a:gd name="connsiteX12" fmla="*/ 9656038 w 10386312"/>
              <a:gd name="connsiteY12" fmla="*/ 212909 h 347620"/>
              <a:gd name="connsiteX13" fmla="*/ 9669650 w 10386312"/>
              <a:gd name="connsiteY13" fmla="*/ 200069 h 347620"/>
              <a:gd name="connsiteX14" fmla="*/ 9586041 w 10386312"/>
              <a:gd name="connsiteY14" fmla="*/ 166987 h 347620"/>
              <a:gd name="connsiteX15" fmla="*/ 9632706 w 10386312"/>
              <a:gd name="connsiteY15" fmla="*/ 166987 h 347620"/>
              <a:gd name="connsiteX16" fmla="*/ 9609373 w 10386312"/>
              <a:gd name="connsiteY16" fmla="*/ 190527 h 347620"/>
              <a:gd name="connsiteX17" fmla="*/ 9586041 w 10386312"/>
              <a:gd name="connsiteY17" fmla="*/ 166987 h 347620"/>
              <a:gd name="connsiteX18" fmla="*/ 0 w 10386312"/>
              <a:gd name="connsiteY18" fmla="*/ 0 h 347620"/>
              <a:gd name="connsiteX19" fmla="*/ 739665 w 10386312"/>
              <a:gd name="connsiteY19" fmla="*/ 0 h 347620"/>
              <a:gd name="connsiteX20" fmla="*/ 9785339 w 10386312"/>
              <a:gd name="connsiteY20" fmla="*/ 3175 h 347620"/>
              <a:gd name="connsiteX21" fmla="*/ 9540864 w 10386312"/>
              <a:gd name="connsiteY21" fmla="*/ 97990 h 347620"/>
              <a:gd name="connsiteX22" fmla="*/ 9568541 w 10386312"/>
              <a:gd name="connsiteY22" fmla="*/ 121320 h 347620"/>
              <a:gd name="connsiteX23" fmla="*/ 9545478 w 10386312"/>
              <a:gd name="connsiteY23" fmla="*/ 149317 h 347620"/>
              <a:gd name="connsiteX24" fmla="*/ 9540864 w 10386312"/>
              <a:gd name="connsiteY24" fmla="*/ 149317 h 347620"/>
              <a:gd name="connsiteX25" fmla="*/ 9522411 w 10386312"/>
              <a:gd name="connsiteY25" fmla="*/ 167982 h 347620"/>
              <a:gd name="connsiteX26" fmla="*/ 9540864 w 10386312"/>
              <a:gd name="connsiteY26" fmla="*/ 191313 h 347620"/>
              <a:gd name="connsiteX27" fmla="*/ 9568541 w 10386312"/>
              <a:gd name="connsiteY27" fmla="*/ 214644 h 347620"/>
              <a:gd name="connsiteX28" fmla="*/ 9540864 w 10386312"/>
              <a:gd name="connsiteY28" fmla="*/ 242641 h 347620"/>
              <a:gd name="connsiteX29" fmla="*/ 9598014 w 10386312"/>
              <a:gd name="connsiteY29" fmla="*/ 339139 h 347620"/>
              <a:gd name="connsiteX30" fmla="*/ 0 w 10386312"/>
              <a:gd name="connsiteY3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609373 w 10386312"/>
              <a:gd name="connsiteY6" fmla="*/ 237817 h 347620"/>
              <a:gd name="connsiteX7" fmla="*/ 9598014 w 10386312"/>
              <a:gd name="connsiteY7" fmla="*/ 339139 h 347620"/>
              <a:gd name="connsiteX8" fmla="*/ 9669650 w 10386312"/>
              <a:gd name="connsiteY8" fmla="*/ 200069 h 347620"/>
              <a:gd name="connsiteX9" fmla="*/ 9683261 w 10386312"/>
              <a:gd name="connsiteY9" fmla="*/ 212909 h 347620"/>
              <a:gd name="connsiteX10" fmla="*/ 9669650 w 10386312"/>
              <a:gd name="connsiteY10" fmla="*/ 225749 h 347620"/>
              <a:gd name="connsiteX11" fmla="*/ 9656038 w 10386312"/>
              <a:gd name="connsiteY11" fmla="*/ 212909 h 347620"/>
              <a:gd name="connsiteX12" fmla="*/ 9669650 w 10386312"/>
              <a:gd name="connsiteY12" fmla="*/ 200069 h 347620"/>
              <a:gd name="connsiteX13" fmla="*/ 9586041 w 10386312"/>
              <a:gd name="connsiteY13" fmla="*/ 166987 h 347620"/>
              <a:gd name="connsiteX14" fmla="*/ 9632706 w 10386312"/>
              <a:gd name="connsiteY14" fmla="*/ 166987 h 347620"/>
              <a:gd name="connsiteX15" fmla="*/ 9609373 w 10386312"/>
              <a:gd name="connsiteY15" fmla="*/ 190527 h 347620"/>
              <a:gd name="connsiteX16" fmla="*/ 9586041 w 10386312"/>
              <a:gd name="connsiteY16" fmla="*/ 166987 h 347620"/>
              <a:gd name="connsiteX17" fmla="*/ 0 w 10386312"/>
              <a:gd name="connsiteY17" fmla="*/ 0 h 347620"/>
              <a:gd name="connsiteX18" fmla="*/ 739665 w 10386312"/>
              <a:gd name="connsiteY18" fmla="*/ 0 h 347620"/>
              <a:gd name="connsiteX19" fmla="*/ 9785339 w 10386312"/>
              <a:gd name="connsiteY19" fmla="*/ 3175 h 347620"/>
              <a:gd name="connsiteX20" fmla="*/ 9540864 w 10386312"/>
              <a:gd name="connsiteY20" fmla="*/ 97990 h 347620"/>
              <a:gd name="connsiteX21" fmla="*/ 9568541 w 10386312"/>
              <a:gd name="connsiteY21" fmla="*/ 121320 h 347620"/>
              <a:gd name="connsiteX22" fmla="*/ 9545478 w 10386312"/>
              <a:gd name="connsiteY22" fmla="*/ 149317 h 347620"/>
              <a:gd name="connsiteX23" fmla="*/ 9540864 w 10386312"/>
              <a:gd name="connsiteY23" fmla="*/ 149317 h 347620"/>
              <a:gd name="connsiteX24" fmla="*/ 9522411 w 10386312"/>
              <a:gd name="connsiteY24" fmla="*/ 167982 h 347620"/>
              <a:gd name="connsiteX25" fmla="*/ 9540864 w 10386312"/>
              <a:gd name="connsiteY25" fmla="*/ 191313 h 347620"/>
              <a:gd name="connsiteX26" fmla="*/ 9568541 w 10386312"/>
              <a:gd name="connsiteY26" fmla="*/ 214644 h 347620"/>
              <a:gd name="connsiteX27" fmla="*/ 9540864 w 10386312"/>
              <a:gd name="connsiteY27" fmla="*/ 242641 h 347620"/>
              <a:gd name="connsiteX28" fmla="*/ 9598014 w 10386312"/>
              <a:gd name="connsiteY28" fmla="*/ 339139 h 347620"/>
              <a:gd name="connsiteX29" fmla="*/ 0 w 10386312"/>
              <a:gd name="connsiteY29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632706 w 10386312"/>
              <a:gd name="connsiteY4" fmla="*/ 261358 h 347620"/>
              <a:gd name="connsiteX5" fmla="*/ 9586041 w 10386312"/>
              <a:gd name="connsiteY5" fmla="*/ 261358 h 347620"/>
              <a:gd name="connsiteX6" fmla="*/ 9598014 w 10386312"/>
              <a:gd name="connsiteY6" fmla="*/ 339139 h 347620"/>
              <a:gd name="connsiteX7" fmla="*/ 9669650 w 10386312"/>
              <a:gd name="connsiteY7" fmla="*/ 200069 h 347620"/>
              <a:gd name="connsiteX8" fmla="*/ 9683261 w 10386312"/>
              <a:gd name="connsiteY8" fmla="*/ 212909 h 347620"/>
              <a:gd name="connsiteX9" fmla="*/ 9669650 w 10386312"/>
              <a:gd name="connsiteY9" fmla="*/ 225749 h 347620"/>
              <a:gd name="connsiteX10" fmla="*/ 9656038 w 10386312"/>
              <a:gd name="connsiteY10" fmla="*/ 212909 h 347620"/>
              <a:gd name="connsiteX11" fmla="*/ 9669650 w 10386312"/>
              <a:gd name="connsiteY11" fmla="*/ 200069 h 347620"/>
              <a:gd name="connsiteX12" fmla="*/ 9586041 w 10386312"/>
              <a:gd name="connsiteY12" fmla="*/ 166987 h 347620"/>
              <a:gd name="connsiteX13" fmla="*/ 9632706 w 10386312"/>
              <a:gd name="connsiteY13" fmla="*/ 166987 h 347620"/>
              <a:gd name="connsiteX14" fmla="*/ 9609373 w 10386312"/>
              <a:gd name="connsiteY14" fmla="*/ 190527 h 347620"/>
              <a:gd name="connsiteX15" fmla="*/ 9586041 w 10386312"/>
              <a:gd name="connsiteY15" fmla="*/ 166987 h 347620"/>
              <a:gd name="connsiteX16" fmla="*/ 0 w 10386312"/>
              <a:gd name="connsiteY16" fmla="*/ 0 h 347620"/>
              <a:gd name="connsiteX17" fmla="*/ 739665 w 10386312"/>
              <a:gd name="connsiteY17" fmla="*/ 0 h 347620"/>
              <a:gd name="connsiteX18" fmla="*/ 9785339 w 10386312"/>
              <a:gd name="connsiteY18" fmla="*/ 3175 h 347620"/>
              <a:gd name="connsiteX19" fmla="*/ 9540864 w 10386312"/>
              <a:gd name="connsiteY19" fmla="*/ 97990 h 347620"/>
              <a:gd name="connsiteX20" fmla="*/ 9568541 w 10386312"/>
              <a:gd name="connsiteY20" fmla="*/ 121320 h 347620"/>
              <a:gd name="connsiteX21" fmla="*/ 9545478 w 10386312"/>
              <a:gd name="connsiteY21" fmla="*/ 149317 h 347620"/>
              <a:gd name="connsiteX22" fmla="*/ 9540864 w 10386312"/>
              <a:gd name="connsiteY22" fmla="*/ 149317 h 347620"/>
              <a:gd name="connsiteX23" fmla="*/ 9522411 w 10386312"/>
              <a:gd name="connsiteY23" fmla="*/ 167982 h 347620"/>
              <a:gd name="connsiteX24" fmla="*/ 9540864 w 10386312"/>
              <a:gd name="connsiteY24" fmla="*/ 191313 h 347620"/>
              <a:gd name="connsiteX25" fmla="*/ 9568541 w 10386312"/>
              <a:gd name="connsiteY25" fmla="*/ 214644 h 347620"/>
              <a:gd name="connsiteX26" fmla="*/ 9540864 w 10386312"/>
              <a:gd name="connsiteY26" fmla="*/ 242641 h 347620"/>
              <a:gd name="connsiteX27" fmla="*/ 9598014 w 10386312"/>
              <a:gd name="connsiteY27" fmla="*/ 339139 h 347620"/>
              <a:gd name="connsiteX28" fmla="*/ 0 w 10386312"/>
              <a:gd name="connsiteY28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86041 w 10386312"/>
              <a:gd name="connsiteY4" fmla="*/ 261358 h 347620"/>
              <a:gd name="connsiteX5" fmla="*/ 9598014 w 10386312"/>
              <a:gd name="connsiteY5" fmla="*/ 339139 h 347620"/>
              <a:gd name="connsiteX6" fmla="*/ 9669650 w 10386312"/>
              <a:gd name="connsiteY6" fmla="*/ 200069 h 347620"/>
              <a:gd name="connsiteX7" fmla="*/ 9683261 w 10386312"/>
              <a:gd name="connsiteY7" fmla="*/ 212909 h 347620"/>
              <a:gd name="connsiteX8" fmla="*/ 9669650 w 10386312"/>
              <a:gd name="connsiteY8" fmla="*/ 225749 h 347620"/>
              <a:gd name="connsiteX9" fmla="*/ 9656038 w 10386312"/>
              <a:gd name="connsiteY9" fmla="*/ 212909 h 347620"/>
              <a:gd name="connsiteX10" fmla="*/ 9669650 w 10386312"/>
              <a:gd name="connsiteY10" fmla="*/ 200069 h 347620"/>
              <a:gd name="connsiteX11" fmla="*/ 9586041 w 10386312"/>
              <a:gd name="connsiteY11" fmla="*/ 166987 h 347620"/>
              <a:gd name="connsiteX12" fmla="*/ 9632706 w 10386312"/>
              <a:gd name="connsiteY12" fmla="*/ 166987 h 347620"/>
              <a:gd name="connsiteX13" fmla="*/ 9609373 w 10386312"/>
              <a:gd name="connsiteY13" fmla="*/ 190527 h 347620"/>
              <a:gd name="connsiteX14" fmla="*/ 9586041 w 10386312"/>
              <a:gd name="connsiteY14" fmla="*/ 166987 h 347620"/>
              <a:gd name="connsiteX15" fmla="*/ 0 w 10386312"/>
              <a:gd name="connsiteY15" fmla="*/ 0 h 347620"/>
              <a:gd name="connsiteX16" fmla="*/ 739665 w 10386312"/>
              <a:gd name="connsiteY16" fmla="*/ 0 h 347620"/>
              <a:gd name="connsiteX17" fmla="*/ 9785339 w 10386312"/>
              <a:gd name="connsiteY17" fmla="*/ 3175 h 347620"/>
              <a:gd name="connsiteX18" fmla="*/ 9540864 w 10386312"/>
              <a:gd name="connsiteY18" fmla="*/ 97990 h 347620"/>
              <a:gd name="connsiteX19" fmla="*/ 9568541 w 10386312"/>
              <a:gd name="connsiteY19" fmla="*/ 121320 h 347620"/>
              <a:gd name="connsiteX20" fmla="*/ 9545478 w 10386312"/>
              <a:gd name="connsiteY20" fmla="*/ 149317 h 347620"/>
              <a:gd name="connsiteX21" fmla="*/ 9540864 w 10386312"/>
              <a:gd name="connsiteY21" fmla="*/ 149317 h 347620"/>
              <a:gd name="connsiteX22" fmla="*/ 9522411 w 10386312"/>
              <a:gd name="connsiteY22" fmla="*/ 167982 h 347620"/>
              <a:gd name="connsiteX23" fmla="*/ 9540864 w 10386312"/>
              <a:gd name="connsiteY23" fmla="*/ 191313 h 347620"/>
              <a:gd name="connsiteX24" fmla="*/ 9568541 w 10386312"/>
              <a:gd name="connsiteY24" fmla="*/ 214644 h 347620"/>
              <a:gd name="connsiteX25" fmla="*/ 9540864 w 10386312"/>
              <a:gd name="connsiteY25" fmla="*/ 242641 h 347620"/>
              <a:gd name="connsiteX26" fmla="*/ 9598014 w 10386312"/>
              <a:gd name="connsiteY26" fmla="*/ 339139 h 347620"/>
              <a:gd name="connsiteX27" fmla="*/ 0 w 10386312"/>
              <a:gd name="connsiteY27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0006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669650 w 10386312"/>
              <a:gd name="connsiteY9" fmla="*/ 200069 h 347620"/>
              <a:gd name="connsiteX10" fmla="*/ 9586041 w 10386312"/>
              <a:gd name="connsiteY10" fmla="*/ 166987 h 347620"/>
              <a:gd name="connsiteX11" fmla="*/ 9632706 w 10386312"/>
              <a:gd name="connsiteY11" fmla="*/ 166987 h 347620"/>
              <a:gd name="connsiteX12" fmla="*/ 9609373 w 10386312"/>
              <a:gd name="connsiteY12" fmla="*/ 190527 h 347620"/>
              <a:gd name="connsiteX13" fmla="*/ 9586041 w 10386312"/>
              <a:gd name="connsiteY13" fmla="*/ 166987 h 347620"/>
              <a:gd name="connsiteX14" fmla="*/ 0 w 10386312"/>
              <a:gd name="connsiteY14" fmla="*/ 0 h 347620"/>
              <a:gd name="connsiteX15" fmla="*/ 739665 w 10386312"/>
              <a:gd name="connsiteY15" fmla="*/ 0 h 347620"/>
              <a:gd name="connsiteX16" fmla="*/ 9785339 w 10386312"/>
              <a:gd name="connsiteY16" fmla="*/ 3175 h 347620"/>
              <a:gd name="connsiteX17" fmla="*/ 9540864 w 10386312"/>
              <a:gd name="connsiteY17" fmla="*/ 97990 h 347620"/>
              <a:gd name="connsiteX18" fmla="*/ 9568541 w 10386312"/>
              <a:gd name="connsiteY18" fmla="*/ 121320 h 347620"/>
              <a:gd name="connsiteX19" fmla="*/ 9545478 w 10386312"/>
              <a:gd name="connsiteY19" fmla="*/ 149317 h 347620"/>
              <a:gd name="connsiteX20" fmla="*/ 9540864 w 10386312"/>
              <a:gd name="connsiteY20" fmla="*/ 149317 h 347620"/>
              <a:gd name="connsiteX21" fmla="*/ 9522411 w 10386312"/>
              <a:gd name="connsiteY21" fmla="*/ 167982 h 347620"/>
              <a:gd name="connsiteX22" fmla="*/ 9540864 w 10386312"/>
              <a:gd name="connsiteY22" fmla="*/ 191313 h 347620"/>
              <a:gd name="connsiteX23" fmla="*/ 9568541 w 10386312"/>
              <a:gd name="connsiteY23" fmla="*/ 214644 h 347620"/>
              <a:gd name="connsiteX24" fmla="*/ 9540864 w 10386312"/>
              <a:gd name="connsiteY24" fmla="*/ 242641 h 347620"/>
              <a:gd name="connsiteX25" fmla="*/ 9598014 w 10386312"/>
              <a:gd name="connsiteY25" fmla="*/ 339139 h 347620"/>
              <a:gd name="connsiteX26" fmla="*/ 0 w 10386312"/>
              <a:gd name="connsiteY26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56038 w 10386312"/>
              <a:gd name="connsiteY5" fmla="*/ 21290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656038 w 10386312"/>
              <a:gd name="connsiteY8" fmla="*/ 212909 h 347620"/>
              <a:gd name="connsiteX9" fmla="*/ 9586041 w 10386312"/>
              <a:gd name="connsiteY9" fmla="*/ 166987 h 347620"/>
              <a:gd name="connsiteX10" fmla="*/ 9632706 w 10386312"/>
              <a:gd name="connsiteY10" fmla="*/ 166987 h 347620"/>
              <a:gd name="connsiteX11" fmla="*/ 9609373 w 10386312"/>
              <a:gd name="connsiteY11" fmla="*/ 190527 h 347620"/>
              <a:gd name="connsiteX12" fmla="*/ 9586041 w 10386312"/>
              <a:gd name="connsiteY12" fmla="*/ 166987 h 347620"/>
              <a:gd name="connsiteX13" fmla="*/ 0 w 10386312"/>
              <a:gd name="connsiteY13" fmla="*/ 0 h 347620"/>
              <a:gd name="connsiteX14" fmla="*/ 739665 w 10386312"/>
              <a:gd name="connsiteY14" fmla="*/ 0 h 347620"/>
              <a:gd name="connsiteX15" fmla="*/ 9785339 w 10386312"/>
              <a:gd name="connsiteY15" fmla="*/ 3175 h 347620"/>
              <a:gd name="connsiteX16" fmla="*/ 9540864 w 10386312"/>
              <a:gd name="connsiteY16" fmla="*/ 97990 h 347620"/>
              <a:gd name="connsiteX17" fmla="*/ 9568541 w 10386312"/>
              <a:gd name="connsiteY17" fmla="*/ 121320 h 347620"/>
              <a:gd name="connsiteX18" fmla="*/ 9545478 w 10386312"/>
              <a:gd name="connsiteY18" fmla="*/ 149317 h 347620"/>
              <a:gd name="connsiteX19" fmla="*/ 9540864 w 10386312"/>
              <a:gd name="connsiteY19" fmla="*/ 149317 h 347620"/>
              <a:gd name="connsiteX20" fmla="*/ 9522411 w 10386312"/>
              <a:gd name="connsiteY20" fmla="*/ 167982 h 347620"/>
              <a:gd name="connsiteX21" fmla="*/ 9540864 w 10386312"/>
              <a:gd name="connsiteY21" fmla="*/ 191313 h 347620"/>
              <a:gd name="connsiteX22" fmla="*/ 9568541 w 10386312"/>
              <a:gd name="connsiteY22" fmla="*/ 214644 h 347620"/>
              <a:gd name="connsiteX23" fmla="*/ 9540864 w 10386312"/>
              <a:gd name="connsiteY23" fmla="*/ 242641 h 347620"/>
              <a:gd name="connsiteX24" fmla="*/ 9598014 w 10386312"/>
              <a:gd name="connsiteY24" fmla="*/ 339139 h 347620"/>
              <a:gd name="connsiteX25" fmla="*/ 0 w 10386312"/>
              <a:gd name="connsiteY25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669650 w 10386312"/>
              <a:gd name="connsiteY5" fmla="*/ 225749 h 347620"/>
              <a:gd name="connsiteX6" fmla="*/ 9683261 w 10386312"/>
              <a:gd name="connsiteY6" fmla="*/ 212909 h 347620"/>
              <a:gd name="connsiteX7" fmla="*/ 9669650 w 10386312"/>
              <a:gd name="connsiteY7" fmla="*/ 225749 h 347620"/>
              <a:gd name="connsiteX8" fmla="*/ 9586041 w 10386312"/>
              <a:gd name="connsiteY8" fmla="*/ 166987 h 347620"/>
              <a:gd name="connsiteX9" fmla="*/ 9632706 w 10386312"/>
              <a:gd name="connsiteY9" fmla="*/ 166987 h 347620"/>
              <a:gd name="connsiteX10" fmla="*/ 9609373 w 10386312"/>
              <a:gd name="connsiteY10" fmla="*/ 190527 h 347620"/>
              <a:gd name="connsiteX11" fmla="*/ 9586041 w 10386312"/>
              <a:gd name="connsiteY11" fmla="*/ 166987 h 347620"/>
              <a:gd name="connsiteX12" fmla="*/ 0 w 10386312"/>
              <a:gd name="connsiteY12" fmla="*/ 0 h 347620"/>
              <a:gd name="connsiteX13" fmla="*/ 739665 w 10386312"/>
              <a:gd name="connsiteY13" fmla="*/ 0 h 347620"/>
              <a:gd name="connsiteX14" fmla="*/ 9785339 w 10386312"/>
              <a:gd name="connsiteY14" fmla="*/ 3175 h 347620"/>
              <a:gd name="connsiteX15" fmla="*/ 9540864 w 10386312"/>
              <a:gd name="connsiteY15" fmla="*/ 97990 h 347620"/>
              <a:gd name="connsiteX16" fmla="*/ 9568541 w 10386312"/>
              <a:gd name="connsiteY16" fmla="*/ 121320 h 347620"/>
              <a:gd name="connsiteX17" fmla="*/ 9545478 w 10386312"/>
              <a:gd name="connsiteY17" fmla="*/ 149317 h 347620"/>
              <a:gd name="connsiteX18" fmla="*/ 9540864 w 10386312"/>
              <a:gd name="connsiteY18" fmla="*/ 149317 h 347620"/>
              <a:gd name="connsiteX19" fmla="*/ 9522411 w 10386312"/>
              <a:gd name="connsiteY19" fmla="*/ 167982 h 347620"/>
              <a:gd name="connsiteX20" fmla="*/ 9540864 w 10386312"/>
              <a:gd name="connsiteY20" fmla="*/ 191313 h 347620"/>
              <a:gd name="connsiteX21" fmla="*/ 9568541 w 10386312"/>
              <a:gd name="connsiteY21" fmla="*/ 214644 h 347620"/>
              <a:gd name="connsiteX22" fmla="*/ 9540864 w 10386312"/>
              <a:gd name="connsiteY22" fmla="*/ 242641 h 347620"/>
              <a:gd name="connsiteX23" fmla="*/ 9598014 w 10386312"/>
              <a:gd name="connsiteY23" fmla="*/ 339139 h 347620"/>
              <a:gd name="connsiteX24" fmla="*/ 0 w 10386312"/>
              <a:gd name="connsiteY24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32706 w 10386312"/>
              <a:gd name="connsiteY6" fmla="*/ 166987 h 347620"/>
              <a:gd name="connsiteX7" fmla="*/ 9609373 w 10386312"/>
              <a:gd name="connsiteY7" fmla="*/ 190527 h 347620"/>
              <a:gd name="connsiteX8" fmla="*/ 9586041 w 10386312"/>
              <a:gd name="connsiteY8" fmla="*/ 166987 h 347620"/>
              <a:gd name="connsiteX9" fmla="*/ 0 w 10386312"/>
              <a:gd name="connsiteY9" fmla="*/ 0 h 347620"/>
              <a:gd name="connsiteX10" fmla="*/ 739665 w 10386312"/>
              <a:gd name="connsiteY10" fmla="*/ 0 h 347620"/>
              <a:gd name="connsiteX11" fmla="*/ 9785339 w 10386312"/>
              <a:gd name="connsiteY11" fmla="*/ 3175 h 347620"/>
              <a:gd name="connsiteX12" fmla="*/ 9540864 w 10386312"/>
              <a:gd name="connsiteY12" fmla="*/ 97990 h 347620"/>
              <a:gd name="connsiteX13" fmla="*/ 9568541 w 10386312"/>
              <a:gd name="connsiteY13" fmla="*/ 121320 h 347620"/>
              <a:gd name="connsiteX14" fmla="*/ 9545478 w 10386312"/>
              <a:gd name="connsiteY14" fmla="*/ 149317 h 347620"/>
              <a:gd name="connsiteX15" fmla="*/ 9540864 w 10386312"/>
              <a:gd name="connsiteY15" fmla="*/ 149317 h 347620"/>
              <a:gd name="connsiteX16" fmla="*/ 9522411 w 10386312"/>
              <a:gd name="connsiteY16" fmla="*/ 167982 h 347620"/>
              <a:gd name="connsiteX17" fmla="*/ 9540864 w 10386312"/>
              <a:gd name="connsiteY17" fmla="*/ 191313 h 347620"/>
              <a:gd name="connsiteX18" fmla="*/ 9568541 w 10386312"/>
              <a:gd name="connsiteY18" fmla="*/ 214644 h 347620"/>
              <a:gd name="connsiteX19" fmla="*/ 9540864 w 10386312"/>
              <a:gd name="connsiteY19" fmla="*/ 242641 h 347620"/>
              <a:gd name="connsiteX20" fmla="*/ 9598014 w 10386312"/>
              <a:gd name="connsiteY20" fmla="*/ 339139 h 347620"/>
              <a:gd name="connsiteX21" fmla="*/ 0 w 10386312"/>
              <a:gd name="connsiteY21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9586041 w 10386312"/>
              <a:gd name="connsiteY5" fmla="*/ 166987 h 347620"/>
              <a:gd name="connsiteX6" fmla="*/ 9609373 w 10386312"/>
              <a:gd name="connsiteY6" fmla="*/ 190527 h 347620"/>
              <a:gd name="connsiteX7" fmla="*/ 9586041 w 10386312"/>
              <a:gd name="connsiteY7" fmla="*/ 166987 h 347620"/>
              <a:gd name="connsiteX8" fmla="*/ 0 w 10386312"/>
              <a:gd name="connsiteY8" fmla="*/ 0 h 347620"/>
              <a:gd name="connsiteX9" fmla="*/ 739665 w 10386312"/>
              <a:gd name="connsiteY9" fmla="*/ 0 h 347620"/>
              <a:gd name="connsiteX10" fmla="*/ 9785339 w 10386312"/>
              <a:gd name="connsiteY10" fmla="*/ 3175 h 347620"/>
              <a:gd name="connsiteX11" fmla="*/ 9540864 w 10386312"/>
              <a:gd name="connsiteY11" fmla="*/ 97990 h 347620"/>
              <a:gd name="connsiteX12" fmla="*/ 9568541 w 10386312"/>
              <a:gd name="connsiteY12" fmla="*/ 121320 h 347620"/>
              <a:gd name="connsiteX13" fmla="*/ 9545478 w 10386312"/>
              <a:gd name="connsiteY13" fmla="*/ 149317 h 347620"/>
              <a:gd name="connsiteX14" fmla="*/ 9540864 w 10386312"/>
              <a:gd name="connsiteY14" fmla="*/ 149317 h 347620"/>
              <a:gd name="connsiteX15" fmla="*/ 9522411 w 10386312"/>
              <a:gd name="connsiteY15" fmla="*/ 167982 h 347620"/>
              <a:gd name="connsiteX16" fmla="*/ 9540864 w 10386312"/>
              <a:gd name="connsiteY16" fmla="*/ 191313 h 347620"/>
              <a:gd name="connsiteX17" fmla="*/ 9568541 w 10386312"/>
              <a:gd name="connsiteY17" fmla="*/ 214644 h 347620"/>
              <a:gd name="connsiteX18" fmla="*/ 9540864 w 10386312"/>
              <a:gd name="connsiteY18" fmla="*/ 242641 h 347620"/>
              <a:gd name="connsiteX19" fmla="*/ 9598014 w 10386312"/>
              <a:gd name="connsiteY19" fmla="*/ 339139 h 347620"/>
              <a:gd name="connsiteX20" fmla="*/ 0 w 10386312"/>
              <a:gd name="connsiteY20" fmla="*/ 0 h 347620"/>
              <a:gd name="connsiteX0" fmla="*/ 9598014 w 10386312"/>
              <a:gd name="connsiteY0" fmla="*/ 339139 h 347620"/>
              <a:gd name="connsiteX1" fmla="*/ 845227 w 10386312"/>
              <a:gd name="connsiteY1" fmla="*/ 335964 h 347620"/>
              <a:gd name="connsiteX2" fmla="*/ 0 w 10386312"/>
              <a:gd name="connsiteY2" fmla="*/ 335964 h 347620"/>
              <a:gd name="connsiteX3" fmla="*/ 0 w 10386312"/>
              <a:gd name="connsiteY3" fmla="*/ 0 h 347620"/>
              <a:gd name="connsiteX4" fmla="*/ 9598014 w 10386312"/>
              <a:gd name="connsiteY4" fmla="*/ 339139 h 347620"/>
              <a:gd name="connsiteX5" fmla="*/ 0 w 10386312"/>
              <a:gd name="connsiteY5" fmla="*/ 0 h 347620"/>
              <a:gd name="connsiteX6" fmla="*/ 739665 w 10386312"/>
              <a:gd name="connsiteY6" fmla="*/ 0 h 347620"/>
              <a:gd name="connsiteX7" fmla="*/ 9785339 w 10386312"/>
              <a:gd name="connsiteY7" fmla="*/ 3175 h 347620"/>
              <a:gd name="connsiteX8" fmla="*/ 9540864 w 10386312"/>
              <a:gd name="connsiteY8" fmla="*/ 97990 h 347620"/>
              <a:gd name="connsiteX9" fmla="*/ 9568541 w 10386312"/>
              <a:gd name="connsiteY9" fmla="*/ 121320 h 347620"/>
              <a:gd name="connsiteX10" fmla="*/ 9545478 w 10386312"/>
              <a:gd name="connsiteY10" fmla="*/ 149317 h 347620"/>
              <a:gd name="connsiteX11" fmla="*/ 9540864 w 10386312"/>
              <a:gd name="connsiteY11" fmla="*/ 149317 h 347620"/>
              <a:gd name="connsiteX12" fmla="*/ 9522411 w 10386312"/>
              <a:gd name="connsiteY12" fmla="*/ 167982 h 347620"/>
              <a:gd name="connsiteX13" fmla="*/ 9540864 w 10386312"/>
              <a:gd name="connsiteY13" fmla="*/ 191313 h 347620"/>
              <a:gd name="connsiteX14" fmla="*/ 9568541 w 10386312"/>
              <a:gd name="connsiteY14" fmla="*/ 214644 h 347620"/>
              <a:gd name="connsiteX15" fmla="*/ 9540864 w 10386312"/>
              <a:gd name="connsiteY15" fmla="*/ 242641 h 347620"/>
              <a:gd name="connsiteX16" fmla="*/ 9598014 w 10386312"/>
              <a:gd name="connsiteY16" fmla="*/ 339139 h 347620"/>
              <a:gd name="connsiteX17" fmla="*/ 0 w 10386312"/>
              <a:gd name="connsiteY17" fmla="*/ 0 h 347620"/>
              <a:gd name="connsiteX0" fmla="*/ 9598014 w 10386312"/>
              <a:gd name="connsiteY0" fmla="*/ 339139 h 347838"/>
              <a:gd name="connsiteX1" fmla="*/ 845227 w 10386312"/>
              <a:gd name="connsiteY1" fmla="*/ 335964 h 347838"/>
              <a:gd name="connsiteX2" fmla="*/ 0 w 10386312"/>
              <a:gd name="connsiteY2" fmla="*/ 335964 h 347838"/>
              <a:gd name="connsiteX3" fmla="*/ 0 w 10386312"/>
              <a:gd name="connsiteY3" fmla="*/ 0 h 347838"/>
              <a:gd name="connsiteX4" fmla="*/ 9598014 w 10386312"/>
              <a:gd name="connsiteY4" fmla="*/ 339139 h 347838"/>
              <a:gd name="connsiteX5" fmla="*/ 0 w 10386312"/>
              <a:gd name="connsiteY5" fmla="*/ 0 h 347838"/>
              <a:gd name="connsiteX6" fmla="*/ 739665 w 10386312"/>
              <a:gd name="connsiteY6" fmla="*/ 0 h 347838"/>
              <a:gd name="connsiteX7" fmla="*/ 9785339 w 10386312"/>
              <a:gd name="connsiteY7" fmla="*/ 3175 h 347838"/>
              <a:gd name="connsiteX8" fmla="*/ 9540864 w 10386312"/>
              <a:gd name="connsiteY8" fmla="*/ 97990 h 347838"/>
              <a:gd name="connsiteX9" fmla="*/ 9568541 w 10386312"/>
              <a:gd name="connsiteY9" fmla="*/ 121320 h 347838"/>
              <a:gd name="connsiteX10" fmla="*/ 9545478 w 10386312"/>
              <a:gd name="connsiteY10" fmla="*/ 149317 h 347838"/>
              <a:gd name="connsiteX11" fmla="*/ 9540864 w 10386312"/>
              <a:gd name="connsiteY11" fmla="*/ 149317 h 347838"/>
              <a:gd name="connsiteX12" fmla="*/ 9522411 w 10386312"/>
              <a:gd name="connsiteY12" fmla="*/ 167982 h 347838"/>
              <a:gd name="connsiteX13" fmla="*/ 9540864 w 10386312"/>
              <a:gd name="connsiteY13" fmla="*/ 191313 h 347838"/>
              <a:gd name="connsiteX14" fmla="*/ 9540864 w 10386312"/>
              <a:gd name="connsiteY14" fmla="*/ 242641 h 347838"/>
              <a:gd name="connsiteX15" fmla="*/ 9598014 w 10386312"/>
              <a:gd name="connsiteY15" fmla="*/ 339139 h 347838"/>
              <a:gd name="connsiteX16" fmla="*/ 0 w 10386312"/>
              <a:gd name="connsiteY16" fmla="*/ 0 h 347838"/>
              <a:gd name="connsiteX0" fmla="*/ 9598014 w 10387052"/>
              <a:gd name="connsiteY0" fmla="*/ 339139 h 347838"/>
              <a:gd name="connsiteX1" fmla="*/ 845227 w 10387052"/>
              <a:gd name="connsiteY1" fmla="*/ 335964 h 347838"/>
              <a:gd name="connsiteX2" fmla="*/ 0 w 10387052"/>
              <a:gd name="connsiteY2" fmla="*/ 335964 h 347838"/>
              <a:gd name="connsiteX3" fmla="*/ 0 w 10387052"/>
              <a:gd name="connsiteY3" fmla="*/ 0 h 347838"/>
              <a:gd name="connsiteX4" fmla="*/ 9598014 w 10387052"/>
              <a:gd name="connsiteY4" fmla="*/ 339139 h 347838"/>
              <a:gd name="connsiteX5" fmla="*/ 0 w 10387052"/>
              <a:gd name="connsiteY5" fmla="*/ 0 h 347838"/>
              <a:gd name="connsiteX6" fmla="*/ 739665 w 10387052"/>
              <a:gd name="connsiteY6" fmla="*/ 0 h 347838"/>
              <a:gd name="connsiteX7" fmla="*/ 9785339 w 10387052"/>
              <a:gd name="connsiteY7" fmla="*/ 3175 h 347838"/>
              <a:gd name="connsiteX8" fmla="*/ 9540864 w 10387052"/>
              <a:gd name="connsiteY8" fmla="*/ 97990 h 347838"/>
              <a:gd name="connsiteX9" fmla="*/ 9545478 w 10387052"/>
              <a:gd name="connsiteY9" fmla="*/ 149317 h 347838"/>
              <a:gd name="connsiteX10" fmla="*/ 9540864 w 10387052"/>
              <a:gd name="connsiteY10" fmla="*/ 149317 h 347838"/>
              <a:gd name="connsiteX11" fmla="*/ 9522411 w 10387052"/>
              <a:gd name="connsiteY11" fmla="*/ 167982 h 347838"/>
              <a:gd name="connsiteX12" fmla="*/ 9540864 w 10387052"/>
              <a:gd name="connsiteY12" fmla="*/ 191313 h 347838"/>
              <a:gd name="connsiteX13" fmla="*/ 9540864 w 10387052"/>
              <a:gd name="connsiteY13" fmla="*/ 242641 h 347838"/>
              <a:gd name="connsiteX14" fmla="*/ 9598014 w 10387052"/>
              <a:gd name="connsiteY14" fmla="*/ 339139 h 347838"/>
              <a:gd name="connsiteX15" fmla="*/ 0 w 10387052"/>
              <a:gd name="connsiteY15" fmla="*/ 0 h 347838"/>
              <a:gd name="connsiteX0" fmla="*/ 9598014 w 10388562"/>
              <a:gd name="connsiteY0" fmla="*/ 339139 h 347838"/>
              <a:gd name="connsiteX1" fmla="*/ 845227 w 10388562"/>
              <a:gd name="connsiteY1" fmla="*/ 335964 h 347838"/>
              <a:gd name="connsiteX2" fmla="*/ 0 w 10388562"/>
              <a:gd name="connsiteY2" fmla="*/ 335964 h 347838"/>
              <a:gd name="connsiteX3" fmla="*/ 0 w 10388562"/>
              <a:gd name="connsiteY3" fmla="*/ 0 h 347838"/>
              <a:gd name="connsiteX4" fmla="*/ 9598014 w 10388562"/>
              <a:gd name="connsiteY4" fmla="*/ 339139 h 347838"/>
              <a:gd name="connsiteX5" fmla="*/ 0 w 10388562"/>
              <a:gd name="connsiteY5" fmla="*/ 0 h 347838"/>
              <a:gd name="connsiteX6" fmla="*/ 739665 w 10388562"/>
              <a:gd name="connsiteY6" fmla="*/ 0 h 347838"/>
              <a:gd name="connsiteX7" fmla="*/ 9785339 w 10388562"/>
              <a:gd name="connsiteY7" fmla="*/ 3175 h 347838"/>
              <a:gd name="connsiteX8" fmla="*/ 9545478 w 10388562"/>
              <a:gd name="connsiteY8" fmla="*/ 149317 h 347838"/>
              <a:gd name="connsiteX9" fmla="*/ 9540864 w 10388562"/>
              <a:gd name="connsiteY9" fmla="*/ 149317 h 347838"/>
              <a:gd name="connsiteX10" fmla="*/ 9522411 w 10388562"/>
              <a:gd name="connsiteY10" fmla="*/ 167982 h 347838"/>
              <a:gd name="connsiteX11" fmla="*/ 9540864 w 10388562"/>
              <a:gd name="connsiteY11" fmla="*/ 191313 h 347838"/>
              <a:gd name="connsiteX12" fmla="*/ 9540864 w 10388562"/>
              <a:gd name="connsiteY12" fmla="*/ 242641 h 347838"/>
              <a:gd name="connsiteX13" fmla="*/ 9598014 w 10388562"/>
              <a:gd name="connsiteY13" fmla="*/ 339139 h 347838"/>
              <a:gd name="connsiteX14" fmla="*/ 0 w 10388562"/>
              <a:gd name="connsiteY14" fmla="*/ 0 h 347838"/>
              <a:gd name="connsiteX0" fmla="*/ 9598014 w 10389157"/>
              <a:gd name="connsiteY0" fmla="*/ 339139 h 347838"/>
              <a:gd name="connsiteX1" fmla="*/ 845227 w 10389157"/>
              <a:gd name="connsiteY1" fmla="*/ 335964 h 347838"/>
              <a:gd name="connsiteX2" fmla="*/ 0 w 10389157"/>
              <a:gd name="connsiteY2" fmla="*/ 335964 h 347838"/>
              <a:gd name="connsiteX3" fmla="*/ 0 w 10389157"/>
              <a:gd name="connsiteY3" fmla="*/ 0 h 347838"/>
              <a:gd name="connsiteX4" fmla="*/ 9598014 w 10389157"/>
              <a:gd name="connsiteY4" fmla="*/ 339139 h 347838"/>
              <a:gd name="connsiteX5" fmla="*/ 0 w 10389157"/>
              <a:gd name="connsiteY5" fmla="*/ 0 h 347838"/>
              <a:gd name="connsiteX6" fmla="*/ 739665 w 10389157"/>
              <a:gd name="connsiteY6" fmla="*/ 0 h 347838"/>
              <a:gd name="connsiteX7" fmla="*/ 9785339 w 10389157"/>
              <a:gd name="connsiteY7" fmla="*/ 3175 h 347838"/>
              <a:gd name="connsiteX8" fmla="*/ 9545478 w 10389157"/>
              <a:gd name="connsiteY8" fmla="*/ 149317 h 347838"/>
              <a:gd name="connsiteX9" fmla="*/ 9522411 w 10389157"/>
              <a:gd name="connsiteY9" fmla="*/ 167982 h 347838"/>
              <a:gd name="connsiteX10" fmla="*/ 9540864 w 10389157"/>
              <a:gd name="connsiteY10" fmla="*/ 191313 h 347838"/>
              <a:gd name="connsiteX11" fmla="*/ 9540864 w 10389157"/>
              <a:gd name="connsiteY11" fmla="*/ 242641 h 347838"/>
              <a:gd name="connsiteX12" fmla="*/ 9598014 w 10389157"/>
              <a:gd name="connsiteY12" fmla="*/ 339139 h 347838"/>
              <a:gd name="connsiteX13" fmla="*/ 0 w 10389157"/>
              <a:gd name="connsiteY13" fmla="*/ 0 h 347838"/>
              <a:gd name="connsiteX0" fmla="*/ 9598014 w 10381792"/>
              <a:gd name="connsiteY0" fmla="*/ 339139 h 347838"/>
              <a:gd name="connsiteX1" fmla="*/ 845227 w 10381792"/>
              <a:gd name="connsiteY1" fmla="*/ 335964 h 347838"/>
              <a:gd name="connsiteX2" fmla="*/ 0 w 10381792"/>
              <a:gd name="connsiteY2" fmla="*/ 335964 h 347838"/>
              <a:gd name="connsiteX3" fmla="*/ 0 w 10381792"/>
              <a:gd name="connsiteY3" fmla="*/ 0 h 347838"/>
              <a:gd name="connsiteX4" fmla="*/ 9598014 w 10381792"/>
              <a:gd name="connsiteY4" fmla="*/ 339139 h 347838"/>
              <a:gd name="connsiteX5" fmla="*/ 0 w 10381792"/>
              <a:gd name="connsiteY5" fmla="*/ 0 h 347838"/>
              <a:gd name="connsiteX6" fmla="*/ 739665 w 10381792"/>
              <a:gd name="connsiteY6" fmla="*/ 0 h 347838"/>
              <a:gd name="connsiteX7" fmla="*/ 9785339 w 10381792"/>
              <a:gd name="connsiteY7" fmla="*/ 3175 h 347838"/>
              <a:gd name="connsiteX8" fmla="*/ 9522411 w 10381792"/>
              <a:gd name="connsiteY8" fmla="*/ 167982 h 347838"/>
              <a:gd name="connsiteX9" fmla="*/ 9540864 w 10381792"/>
              <a:gd name="connsiteY9" fmla="*/ 191313 h 347838"/>
              <a:gd name="connsiteX10" fmla="*/ 9540864 w 10381792"/>
              <a:gd name="connsiteY10" fmla="*/ 242641 h 347838"/>
              <a:gd name="connsiteX11" fmla="*/ 9598014 w 10381792"/>
              <a:gd name="connsiteY11" fmla="*/ 339139 h 347838"/>
              <a:gd name="connsiteX12" fmla="*/ 0 w 10381792"/>
              <a:gd name="connsiteY12" fmla="*/ 0 h 347838"/>
              <a:gd name="connsiteX0" fmla="*/ 9598014 w 10387201"/>
              <a:gd name="connsiteY0" fmla="*/ 339139 h 347838"/>
              <a:gd name="connsiteX1" fmla="*/ 845227 w 10387201"/>
              <a:gd name="connsiteY1" fmla="*/ 335964 h 347838"/>
              <a:gd name="connsiteX2" fmla="*/ 0 w 10387201"/>
              <a:gd name="connsiteY2" fmla="*/ 335964 h 347838"/>
              <a:gd name="connsiteX3" fmla="*/ 0 w 10387201"/>
              <a:gd name="connsiteY3" fmla="*/ 0 h 347838"/>
              <a:gd name="connsiteX4" fmla="*/ 9598014 w 10387201"/>
              <a:gd name="connsiteY4" fmla="*/ 339139 h 347838"/>
              <a:gd name="connsiteX5" fmla="*/ 0 w 10387201"/>
              <a:gd name="connsiteY5" fmla="*/ 0 h 347838"/>
              <a:gd name="connsiteX6" fmla="*/ 739665 w 10387201"/>
              <a:gd name="connsiteY6" fmla="*/ 0 h 347838"/>
              <a:gd name="connsiteX7" fmla="*/ 9785339 w 10387201"/>
              <a:gd name="connsiteY7" fmla="*/ 3175 h 347838"/>
              <a:gd name="connsiteX8" fmla="*/ 9540864 w 10387201"/>
              <a:gd name="connsiteY8" fmla="*/ 191313 h 347838"/>
              <a:gd name="connsiteX9" fmla="*/ 9540864 w 10387201"/>
              <a:gd name="connsiteY9" fmla="*/ 242641 h 347838"/>
              <a:gd name="connsiteX10" fmla="*/ 9598014 w 10387201"/>
              <a:gd name="connsiteY10" fmla="*/ 339139 h 347838"/>
              <a:gd name="connsiteX11" fmla="*/ 0 w 10387201"/>
              <a:gd name="connsiteY11" fmla="*/ 0 h 347838"/>
              <a:gd name="connsiteX0" fmla="*/ 9598014 w 10385367"/>
              <a:gd name="connsiteY0" fmla="*/ 339139 h 350048"/>
              <a:gd name="connsiteX1" fmla="*/ 845227 w 10385367"/>
              <a:gd name="connsiteY1" fmla="*/ 335964 h 350048"/>
              <a:gd name="connsiteX2" fmla="*/ 0 w 10385367"/>
              <a:gd name="connsiteY2" fmla="*/ 335964 h 350048"/>
              <a:gd name="connsiteX3" fmla="*/ 0 w 10385367"/>
              <a:gd name="connsiteY3" fmla="*/ 0 h 350048"/>
              <a:gd name="connsiteX4" fmla="*/ 9598014 w 10385367"/>
              <a:gd name="connsiteY4" fmla="*/ 339139 h 350048"/>
              <a:gd name="connsiteX5" fmla="*/ 0 w 10385367"/>
              <a:gd name="connsiteY5" fmla="*/ 0 h 350048"/>
              <a:gd name="connsiteX6" fmla="*/ 739665 w 10385367"/>
              <a:gd name="connsiteY6" fmla="*/ 0 h 350048"/>
              <a:gd name="connsiteX7" fmla="*/ 9785339 w 10385367"/>
              <a:gd name="connsiteY7" fmla="*/ 3175 h 350048"/>
              <a:gd name="connsiteX8" fmla="*/ 9540864 w 10385367"/>
              <a:gd name="connsiteY8" fmla="*/ 242641 h 350048"/>
              <a:gd name="connsiteX9" fmla="*/ 9598014 w 10385367"/>
              <a:gd name="connsiteY9" fmla="*/ 339139 h 350048"/>
              <a:gd name="connsiteX10" fmla="*/ 0 w 10385367"/>
              <a:gd name="connsiteY10" fmla="*/ 0 h 350048"/>
              <a:gd name="connsiteX0" fmla="*/ 9598014 w 10858369"/>
              <a:gd name="connsiteY0" fmla="*/ 339139 h 339139"/>
              <a:gd name="connsiteX1" fmla="*/ 845227 w 10858369"/>
              <a:gd name="connsiteY1" fmla="*/ 335964 h 339139"/>
              <a:gd name="connsiteX2" fmla="*/ 0 w 10858369"/>
              <a:gd name="connsiteY2" fmla="*/ 335964 h 339139"/>
              <a:gd name="connsiteX3" fmla="*/ 0 w 10858369"/>
              <a:gd name="connsiteY3" fmla="*/ 0 h 339139"/>
              <a:gd name="connsiteX4" fmla="*/ 9598014 w 10858369"/>
              <a:gd name="connsiteY4" fmla="*/ 339139 h 339139"/>
              <a:gd name="connsiteX5" fmla="*/ 0 w 10858369"/>
              <a:gd name="connsiteY5" fmla="*/ 0 h 339139"/>
              <a:gd name="connsiteX6" fmla="*/ 739665 w 10858369"/>
              <a:gd name="connsiteY6" fmla="*/ 0 h 339139"/>
              <a:gd name="connsiteX7" fmla="*/ 9785339 w 10858369"/>
              <a:gd name="connsiteY7" fmla="*/ 3175 h 339139"/>
              <a:gd name="connsiteX8" fmla="*/ 9598014 w 10858369"/>
              <a:gd name="connsiteY8" fmla="*/ 339139 h 339139"/>
              <a:gd name="connsiteX9" fmla="*/ 0 w 10858369"/>
              <a:gd name="connsiteY9" fmla="*/ 0 h 339139"/>
              <a:gd name="connsiteX0" fmla="*/ 9598014 w 10374035"/>
              <a:gd name="connsiteY0" fmla="*/ 339139 h 339139"/>
              <a:gd name="connsiteX1" fmla="*/ 845227 w 10374035"/>
              <a:gd name="connsiteY1" fmla="*/ 335964 h 339139"/>
              <a:gd name="connsiteX2" fmla="*/ 0 w 10374035"/>
              <a:gd name="connsiteY2" fmla="*/ 335964 h 339139"/>
              <a:gd name="connsiteX3" fmla="*/ 0 w 10374035"/>
              <a:gd name="connsiteY3" fmla="*/ 0 h 339139"/>
              <a:gd name="connsiteX4" fmla="*/ 9598014 w 10374035"/>
              <a:gd name="connsiteY4" fmla="*/ 339139 h 339139"/>
              <a:gd name="connsiteX5" fmla="*/ 0 w 10374035"/>
              <a:gd name="connsiteY5" fmla="*/ 0 h 339139"/>
              <a:gd name="connsiteX6" fmla="*/ 739665 w 10374035"/>
              <a:gd name="connsiteY6" fmla="*/ 0 h 339139"/>
              <a:gd name="connsiteX7" fmla="*/ 9785339 w 10374035"/>
              <a:gd name="connsiteY7" fmla="*/ 3175 h 339139"/>
              <a:gd name="connsiteX8" fmla="*/ 9598014 w 10374035"/>
              <a:gd name="connsiteY8" fmla="*/ 339139 h 339139"/>
              <a:gd name="connsiteX9" fmla="*/ 0 w 10374035"/>
              <a:gd name="connsiteY9" fmla="*/ 0 h 339139"/>
              <a:gd name="connsiteX0" fmla="*/ 9598014 w 10398682"/>
              <a:gd name="connsiteY0" fmla="*/ 339139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9598014 w 10398682"/>
              <a:gd name="connsiteY5" fmla="*/ 339139 h 430579"/>
              <a:gd name="connsiteX6" fmla="*/ 0 w 10398682"/>
              <a:gd name="connsiteY6" fmla="*/ 0 h 430579"/>
              <a:gd name="connsiteX7" fmla="*/ 739665 w 10398682"/>
              <a:gd name="connsiteY7" fmla="*/ 0 h 430579"/>
              <a:gd name="connsiteX8" fmla="*/ 9785339 w 10398682"/>
              <a:gd name="connsiteY8" fmla="*/ 3175 h 430579"/>
              <a:gd name="connsiteX9" fmla="*/ 9689454 w 10398682"/>
              <a:gd name="connsiteY9" fmla="*/ 430579 h 430579"/>
              <a:gd name="connsiteX0" fmla="*/ 0 w 10398682"/>
              <a:gd name="connsiteY0" fmla="*/ 0 h 430579"/>
              <a:gd name="connsiteX1" fmla="*/ 0 w 10398682"/>
              <a:gd name="connsiteY1" fmla="*/ 0 h 430579"/>
              <a:gd name="connsiteX2" fmla="*/ 845227 w 10398682"/>
              <a:gd name="connsiteY2" fmla="*/ 335964 h 430579"/>
              <a:gd name="connsiteX3" fmla="*/ 0 w 10398682"/>
              <a:gd name="connsiteY3" fmla="*/ 335964 h 430579"/>
              <a:gd name="connsiteX4" fmla="*/ 0 w 10398682"/>
              <a:gd name="connsiteY4" fmla="*/ 0 h 430579"/>
              <a:gd name="connsiteX5" fmla="*/ 0 w 10398682"/>
              <a:gd name="connsiteY5" fmla="*/ 0 h 430579"/>
              <a:gd name="connsiteX6" fmla="*/ 739665 w 10398682"/>
              <a:gd name="connsiteY6" fmla="*/ 0 h 430579"/>
              <a:gd name="connsiteX7" fmla="*/ 9785339 w 10398682"/>
              <a:gd name="connsiteY7" fmla="*/ 3175 h 430579"/>
              <a:gd name="connsiteX8" fmla="*/ 9689454 w 10398682"/>
              <a:gd name="connsiteY8" fmla="*/ 430579 h 430579"/>
              <a:gd name="connsiteX0" fmla="*/ 0 w 10867773"/>
              <a:gd name="connsiteY0" fmla="*/ 0 h 336082"/>
              <a:gd name="connsiteX1" fmla="*/ 0 w 10867773"/>
              <a:gd name="connsiteY1" fmla="*/ 0 h 336082"/>
              <a:gd name="connsiteX2" fmla="*/ 845227 w 10867773"/>
              <a:gd name="connsiteY2" fmla="*/ 335964 h 336082"/>
              <a:gd name="connsiteX3" fmla="*/ 0 w 10867773"/>
              <a:gd name="connsiteY3" fmla="*/ 335964 h 336082"/>
              <a:gd name="connsiteX4" fmla="*/ 0 w 10867773"/>
              <a:gd name="connsiteY4" fmla="*/ 0 h 336082"/>
              <a:gd name="connsiteX5" fmla="*/ 0 w 10867773"/>
              <a:gd name="connsiteY5" fmla="*/ 0 h 336082"/>
              <a:gd name="connsiteX6" fmla="*/ 739665 w 10867773"/>
              <a:gd name="connsiteY6" fmla="*/ 0 h 336082"/>
              <a:gd name="connsiteX7" fmla="*/ 9785339 w 10867773"/>
              <a:gd name="connsiteY7" fmla="*/ 3175 h 336082"/>
              <a:gd name="connsiteX8" fmla="*/ 9676754 w 10867773"/>
              <a:gd name="connsiteY8" fmla="*/ 230554 h 336082"/>
              <a:gd name="connsiteX0" fmla="*/ 0 w 10840435"/>
              <a:gd name="connsiteY0" fmla="*/ 0 h 336082"/>
              <a:gd name="connsiteX1" fmla="*/ 0 w 10840435"/>
              <a:gd name="connsiteY1" fmla="*/ 0 h 336082"/>
              <a:gd name="connsiteX2" fmla="*/ 845227 w 10840435"/>
              <a:gd name="connsiteY2" fmla="*/ 335964 h 336082"/>
              <a:gd name="connsiteX3" fmla="*/ 0 w 10840435"/>
              <a:gd name="connsiteY3" fmla="*/ 335964 h 336082"/>
              <a:gd name="connsiteX4" fmla="*/ 0 w 10840435"/>
              <a:gd name="connsiteY4" fmla="*/ 0 h 336082"/>
              <a:gd name="connsiteX5" fmla="*/ 0 w 10840435"/>
              <a:gd name="connsiteY5" fmla="*/ 0 h 336082"/>
              <a:gd name="connsiteX6" fmla="*/ 739665 w 10840435"/>
              <a:gd name="connsiteY6" fmla="*/ 0 h 336082"/>
              <a:gd name="connsiteX7" fmla="*/ 9785339 w 10840435"/>
              <a:gd name="connsiteY7" fmla="*/ 3175 h 336082"/>
              <a:gd name="connsiteX8" fmla="*/ 9625954 w 10840435"/>
              <a:gd name="connsiteY8" fmla="*/ 335329 h 336082"/>
              <a:gd name="connsiteX0" fmla="*/ 0 w 10403938"/>
              <a:gd name="connsiteY0" fmla="*/ 0 h 336082"/>
              <a:gd name="connsiteX1" fmla="*/ 0 w 10403938"/>
              <a:gd name="connsiteY1" fmla="*/ 0 h 336082"/>
              <a:gd name="connsiteX2" fmla="*/ 845227 w 10403938"/>
              <a:gd name="connsiteY2" fmla="*/ 335964 h 336082"/>
              <a:gd name="connsiteX3" fmla="*/ 0 w 10403938"/>
              <a:gd name="connsiteY3" fmla="*/ 335964 h 336082"/>
              <a:gd name="connsiteX4" fmla="*/ 0 w 10403938"/>
              <a:gd name="connsiteY4" fmla="*/ 0 h 336082"/>
              <a:gd name="connsiteX5" fmla="*/ 0 w 10403938"/>
              <a:gd name="connsiteY5" fmla="*/ 0 h 336082"/>
              <a:gd name="connsiteX6" fmla="*/ 739665 w 10403938"/>
              <a:gd name="connsiteY6" fmla="*/ 0 h 336082"/>
              <a:gd name="connsiteX7" fmla="*/ 9785339 w 10403938"/>
              <a:gd name="connsiteY7" fmla="*/ 3175 h 336082"/>
              <a:gd name="connsiteX8" fmla="*/ 9625954 w 10403938"/>
              <a:gd name="connsiteY8" fmla="*/ 335329 h 336082"/>
              <a:gd name="connsiteX0" fmla="*/ 0 w 9785601"/>
              <a:gd name="connsiteY0" fmla="*/ 0 h 336082"/>
              <a:gd name="connsiteX1" fmla="*/ 0 w 9785601"/>
              <a:gd name="connsiteY1" fmla="*/ 0 h 336082"/>
              <a:gd name="connsiteX2" fmla="*/ 845227 w 9785601"/>
              <a:gd name="connsiteY2" fmla="*/ 335964 h 336082"/>
              <a:gd name="connsiteX3" fmla="*/ 0 w 9785601"/>
              <a:gd name="connsiteY3" fmla="*/ 335964 h 336082"/>
              <a:gd name="connsiteX4" fmla="*/ 0 w 9785601"/>
              <a:gd name="connsiteY4" fmla="*/ 0 h 336082"/>
              <a:gd name="connsiteX5" fmla="*/ 0 w 9785601"/>
              <a:gd name="connsiteY5" fmla="*/ 0 h 336082"/>
              <a:gd name="connsiteX6" fmla="*/ 739665 w 9785601"/>
              <a:gd name="connsiteY6" fmla="*/ 0 h 336082"/>
              <a:gd name="connsiteX7" fmla="*/ 9785339 w 9785601"/>
              <a:gd name="connsiteY7" fmla="*/ 3175 h 336082"/>
              <a:gd name="connsiteX8" fmla="*/ 9625954 w 9785601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6350 h 336082"/>
              <a:gd name="connsiteX8" fmla="*/ 9625954 w 9798283"/>
              <a:gd name="connsiteY8" fmla="*/ 335329 h 336082"/>
              <a:gd name="connsiteX0" fmla="*/ 0 w 9941053"/>
              <a:gd name="connsiteY0" fmla="*/ 60328 h 396410"/>
              <a:gd name="connsiteX1" fmla="*/ 0 w 9941053"/>
              <a:gd name="connsiteY1" fmla="*/ 60328 h 396410"/>
              <a:gd name="connsiteX2" fmla="*/ 845227 w 9941053"/>
              <a:gd name="connsiteY2" fmla="*/ 396292 h 396410"/>
              <a:gd name="connsiteX3" fmla="*/ 0 w 9941053"/>
              <a:gd name="connsiteY3" fmla="*/ 396292 h 396410"/>
              <a:gd name="connsiteX4" fmla="*/ 0 w 9941053"/>
              <a:gd name="connsiteY4" fmla="*/ 60328 h 396410"/>
              <a:gd name="connsiteX5" fmla="*/ 0 w 9941053"/>
              <a:gd name="connsiteY5" fmla="*/ 60328 h 396410"/>
              <a:gd name="connsiteX6" fmla="*/ 739665 w 9941053"/>
              <a:gd name="connsiteY6" fmla="*/ 60328 h 396410"/>
              <a:gd name="connsiteX7" fmla="*/ 9940914 w 9941053"/>
              <a:gd name="connsiteY7" fmla="*/ 3 h 396410"/>
              <a:gd name="connsiteX8" fmla="*/ 9625954 w 9941053"/>
              <a:gd name="connsiteY8" fmla="*/ 395657 h 396410"/>
              <a:gd name="connsiteX0" fmla="*/ 0 w 9625954"/>
              <a:gd name="connsiteY0" fmla="*/ 0 h 336082"/>
              <a:gd name="connsiteX1" fmla="*/ 0 w 9625954"/>
              <a:gd name="connsiteY1" fmla="*/ 0 h 336082"/>
              <a:gd name="connsiteX2" fmla="*/ 845227 w 9625954"/>
              <a:gd name="connsiteY2" fmla="*/ 335964 h 336082"/>
              <a:gd name="connsiteX3" fmla="*/ 0 w 9625954"/>
              <a:gd name="connsiteY3" fmla="*/ 335964 h 336082"/>
              <a:gd name="connsiteX4" fmla="*/ 0 w 9625954"/>
              <a:gd name="connsiteY4" fmla="*/ 0 h 336082"/>
              <a:gd name="connsiteX5" fmla="*/ 0 w 9625954"/>
              <a:gd name="connsiteY5" fmla="*/ 0 h 336082"/>
              <a:gd name="connsiteX6" fmla="*/ 739665 w 9625954"/>
              <a:gd name="connsiteY6" fmla="*/ 0 h 336082"/>
              <a:gd name="connsiteX7" fmla="*/ 9229714 w 9625954"/>
              <a:gd name="connsiteY7" fmla="*/ 177800 h 336082"/>
              <a:gd name="connsiteX8" fmla="*/ 9625954 w 9625954"/>
              <a:gd name="connsiteY8" fmla="*/ 335329 h 336082"/>
              <a:gd name="connsiteX0" fmla="*/ 0 w 9798283"/>
              <a:gd name="connsiteY0" fmla="*/ 0 h 336082"/>
              <a:gd name="connsiteX1" fmla="*/ 0 w 9798283"/>
              <a:gd name="connsiteY1" fmla="*/ 0 h 336082"/>
              <a:gd name="connsiteX2" fmla="*/ 845227 w 9798283"/>
              <a:gd name="connsiteY2" fmla="*/ 335964 h 336082"/>
              <a:gd name="connsiteX3" fmla="*/ 0 w 9798283"/>
              <a:gd name="connsiteY3" fmla="*/ 335964 h 336082"/>
              <a:gd name="connsiteX4" fmla="*/ 0 w 9798283"/>
              <a:gd name="connsiteY4" fmla="*/ 0 h 336082"/>
              <a:gd name="connsiteX5" fmla="*/ 0 w 9798283"/>
              <a:gd name="connsiteY5" fmla="*/ 0 h 336082"/>
              <a:gd name="connsiteX6" fmla="*/ 739665 w 9798283"/>
              <a:gd name="connsiteY6" fmla="*/ 0 h 336082"/>
              <a:gd name="connsiteX7" fmla="*/ 9798039 w 9798283"/>
              <a:gd name="connsiteY7" fmla="*/ 3175 h 336082"/>
              <a:gd name="connsiteX8" fmla="*/ 9625954 w 9798283"/>
              <a:gd name="connsiteY8" fmla="*/ 335329 h 336082"/>
              <a:gd name="connsiteX0" fmla="*/ 0 w 10332581"/>
              <a:gd name="connsiteY0" fmla="*/ 0 h 336082"/>
              <a:gd name="connsiteX1" fmla="*/ 0 w 10332581"/>
              <a:gd name="connsiteY1" fmla="*/ 0 h 336082"/>
              <a:gd name="connsiteX2" fmla="*/ 845227 w 10332581"/>
              <a:gd name="connsiteY2" fmla="*/ 335964 h 336082"/>
              <a:gd name="connsiteX3" fmla="*/ 0 w 10332581"/>
              <a:gd name="connsiteY3" fmla="*/ 335964 h 336082"/>
              <a:gd name="connsiteX4" fmla="*/ 0 w 10332581"/>
              <a:gd name="connsiteY4" fmla="*/ 0 h 336082"/>
              <a:gd name="connsiteX5" fmla="*/ 0 w 10332581"/>
              <a:gd name="connsiteY5" fmla="*/ 0 h 336082"/>
              <a:gd name="connsiteX6" fmla="*/ 739665 w 10332581"/>
              <a:gd name="connsiteY6" fmla="*/ 0 h 336082"/>
              <a:gd name="connsiteX7" fmla="*/ 9798039 w 10332581"/>
              <a:gd name="connsiteY7" fmla="*/ 3175 h 336082"/>
              <a:gd name="connsiteX8" fmla="*/ 9333854 w 10332581"/>
              <a:gd name="connsiteY8" fmla="*/ 243254 h 336082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739665 w 10410875"/>
              <a:gd name="connsiteY6" fmla="*/ 0 h 338504"/>
              <a:gd name="connsiteX7" fmla="*/ 9798039 w 10410875"/>
              <a:gd name="connsiteY7" fmla="*/ 3175 h 338504"/>
              <a:gd name="connsiteX8" fmla="*/ 9616429 w 10410875"/>
              <a:gd name="connsiteY8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845227 w 10410875"/>
              <a:gd name="connsiteY2" fmla="*/ 335964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10410875"/>
              <a:gd name="connsiteY0" fmla="*/ 0 h 338504"/>
              <a:gd name="connsiteX1" fmla="*/ 0 w 10410875"/>
              <a:gd name="connsiteY1" fmla="*/ 0 h 338504"/>
              <a:gd name="connsiteX2" fmla="*/ 4450166 w 10410875"/>
              <a:gd name="connsiteY2" fmla="*/ 331176 h 338504"/>
              <a:gd name="connsiteX3" fmla="*/ 0 w 10410875"/>
              <a:gd name="connsiteY3" fmla="*/ 335964 h 338504"/>
              <a:gd name="connsiteX4" fmla="*/ 0 w 10410875"/>
              <a:gd name="connsiteY4" fmla="*/ 0 h 338504"/>
              <a:gd name="connsiteX5" fmla="*/ 0 w 10410875"/>
              <a:gd name="connsiteY5" fmla="*/ 0 h 338504"/>
              <a:gd name="connsiteX6" fmla="*/ 9798039 w 10410875"/>
              <a:gd name="connsiteY6" fmla="*/ 3175 h 338504"/>
              <a:gd name="connsiteX7" fmla="*/ 9616429 w 10410875"/>
              <a:gd name="connsiteY7" fmla="*/ 338504 h 338504"/>
              <a:gd name="connsiteX0" fmla="*/ 0 w 9798039"/>
              <a:gd name="connsiteY0" fmla="*/ 0 h 335964"/>
              <a:gd name="connsiteX1" fmla="*/ 0 w 9798039"/>
              <a:gd name="connsiteY1" fmla="*/ 0 h 335964"/>
              <a:gd name="connsiteX2" fmla="*/ 4450166 w 9798039"/>
              <a:gd name="connsiteY2" fmla="*/ 331176 h 335964"/>
              <a:gd name="connsiteX3" fmla="*/ 0 w 9798039"/>
              <a:gd name="connsiteY3" fmla="*/ 335964 h 335964"/>
              <a:gd name="connsiteX4" fmla="*/ 0 w 9798039"/>
              <a:gd name="connsiteY4" fmla="*/ 0 h 335964"/>
              <a:gd name="connsiteX5" fmla="*/ 0 w 9798039"/>
              <a:gd name="connsiteY5" fmla="*/ 0 h 335964"/>
              <a:gd name="connsiteX6" fmla="*/ 9798039 w 9798039"/>
              <a:gd name="connsiteY6" fmla="*/ 3175 h 335964"/>
              <a:gd name="connsiteX0" fmla="*/ 0 w 4808553"/>
              <a:gd name="connsiteY0" fmla="*/ 0 h 335964"/>
              <a:gd name="connsiteX1" fmla="*/ 0 w 4808553"/>
              <a:gd name="connsiteY1" fmla="*/ 0 h 335964"/>
              <a:gd name="connsiteX2" fmla="*/ 4450166 w 4808553"/>
              <a:gd name="connsiteY2" fmla="*/ 331176 h 335964"/>
              <a:gd name="connsiteX3" fmla="*/ 0 w 4808553"/>
              <a:gd name="connsiteY3" fmla="*/ 335964 h 335964"/>
              <a:gd name="connsiteX4" fmla="*/ 0 w 4808553"/>
              <a:gd name="connsiteY4" fmla="*/ 0 h 335964"/>
              <a:gd name="connsiteX0" fmla="*/ 77078 w 4528022"/>
              <a:gd name="connsiteY0" fmla="*/ 10269 h 365804"/>
              <a:gd name="connsiteX1" fmla="*/ 77078 w 4528022"/>
              <a:gd name="connsiteY1" fmla="*/ 10269 h 365804"/>
              <a:gd name="connsiteX2" fmla="*/ 436136 w 4528022"/>
              <a:gd name="connsiteY2" fmla="*/ 29857 h 365804"/>
              <a:gd name="connsiteX3" fmla="*/ 4527244 w 4528022"/>
              <a:gd name="connsiteY3" fmla="*/ 341445 h 365804"/>
              <a:gd name="connsiteX4" fmla="*/ 77078 w 4528022"/>
              <a:gd name="connsiteY4" fmla="*/ 346233 h 365804"/>
              <a:gd name="connsiteX5" fmla="*/ 77078 w 4528022"/>
              <a:gd name="connsiteY5" fmla="*/ 10269 h 365804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810227"/>
              <a:gd name="connsiteY0" fmla="*/ 0 h 353412"/>
              <a:gd name="connsiteX1" fmla="*/ 0 w 4810227"/>
              <a:gd name="connsiteY1" fmla="*/ 0 h 353412"/>
              <a:gd name="connsiteX2" fmla="*/ 4035808 w 4810227"/>
              <a:gd name="connsiteY2" fmla="*/ 48312 h 353412"/>
              <a:gd name="connsiteX3" fmla="*/ 4450166 w 4810227"/>
              <a:gd name="connsiteY3" fmla="*/ 331176 h 353412"/>
              <a:gd name="connsiteX4" fmla="*/ 0 w 4810227"/>
              <a:gd name="connsiteY4" fmla="*/ 335964 h 353412"/>
              <a:gd name="connsiteX5" fmla="*/ 0 w 4810227"/>
              <a:gd name="connsiteY5" fmla="*/ 0 h 353412"/>
              <a:gd name="connsiteX0" fmla="*/ 0 w 4973015"/>
              <a:gd name="connsiteY0" fmla="*/ 0 h 356920"/>
              <a:gd name="connsiteX1" fmla="*/ 0 w 4973015"/>
              <a:gd name="connsiteY1" fmla="*/ 0 h 356920"/>
              <a:gd name="connsiteX2" fmla="*/ 4035808 w 4973015"/>
              <a:gd name="connsiteY2" fmla="*/ 48312 h 356920"/>
              <a:gd name="connsiteX3" fmla="*/ 4673465 w 4973015"/>
              <a:gd name="connsiteY3" fmla="*/ 335963 h 356920"/>
              <a:gd name="connsiteX4" fmla="*/ 0 w 4973015"/>
              <a:gd name="connsiteY4" fmla="*/ 335964 h 356920"/>
              <a:gd name="connsiteX5" fmla="*/ 0 w 4973015"/>
              <a:gd name="connsiteY5" fmla="*/ 0 h 356920"/>
              <a:gd name="connsiteX0" fmla="*/ 0 w 4971985"/>
              <a:gd name="connsiteY0" fmla="*/ 0 h 339915"/>
              <a:gd name="connsiteX1" fmla="*/ 0 w 4971985"/>
              <a:gd name="connsiteY1" fmla="*/ 0 h 339915"/>
              <a:gd name="connsiteX2" fmla="*/ 4035808 w 4971985"/>
              <a:gd name="connsiteY2" fmla="*/ 48312 h 339915"/>
              <a:gd name="connsiteX3" fmla="*/ 4673465 w 4971985"/>
              <a:gd name="connsiteY3" fmla="*/ 335963 h 339915"/>
              <a:gd name="connsiteX4" fmla="*/ 0 w 4971985"/>
              <a:gd name="connsiteY4" fmla="*/ 335964 h 339915"/>
              <a:gd name="connsiteX5" fmla="*/ 0 w 4971985"/>
              <a:gd name="connsiteY5" fmla="*/ 0 h 339915"/>
              <a:gd name="connsiteX0" fmla="*/ 0 w 4977139"/>
              <a:gd name="connsiteY0" fmla="*/ 0 h 335964"/>
              <a:gd name="connsiteX1" fmla="*/ 0 w 4977139"/>
              <a:gd name="connsiteY1" fmla="*/ 0 h 335964"/>
              <a:gd name="connsiteX2" fmla="*/ 4035808 w 4977139"/>
              <a:gd name="connsiteY2" fmla="*/ 48312 h 335964"/>
              <a:gd name="connsiteX3" fmla="*/ 4673465 w 4977139"/>
              <a:gd name="connsiteY3" fmla="*/ 335963 h 335964"/>
              <a:gd name="connsiteX4" fmla="*/ 0 w 4977139"/>
              <a:gd name="connsiteY4" fmla="*/ 335964 h 335964"/>
              <a:gd name="connsiteX5" fmla="*/ 0 w 4977139"/>
              <a:gd name="connsiteY5" fmla="*/ 0 h 335964"/>
              <a:gd name="connsiteX0" fmla="*/ 0 w 4680500"/>
              <a:gd name="connsiteY0" fmla="*/ 0 h 335993"/>
              <a:gd name="connsiteX1" fmla="*/ 0 w 4680500"/>
              <a:gd name="connsiteY1" fmla="*/ 0 h 335993"/>
              <a:gd name="connsiteX2" fmla="*/ 4035808 w 4680500"/>
              <a:gd name="connsiteY2" fmla="*/ 48312 h 335993"/>
              <a:gd name="connsiteX3" fmla="*/ 4673465 w 4680500"/>
              <a:gd name="connsiteY3" fmla="*/ 335963 h 335993"/>
              <a:gd name="connsiteX4" fmla="*/ 0 w 4680500"/>
              <a:gd name="connsiteY4" fmla="*/ 335964 h 335993"/>
              <a:gd name="connsiteX5" fmla="*/ 0 w 4680500"/>
              <a:gd name="connsiteY5" fmla="*/ 0 h 335993"/>
              <a:gd name="connsiteX0" fmla="*/ 0 w 4673495"/>
              <a:gd name="connsiteY0" fmla="*/ 0 h 335993"/>
              <a:gd name="connsiteX1" fmla="*/ 0 w 4673495"/>
              <a:gd name="connsiteY1" fmla="*/ 0 h 335993"/>
              <a:gd name="connsiteX2" fmla="*/ 4035808 w 4673495"/>
              <a:gd name="connsiteY2" fmla="*/ 48312 h 335993"/>
              <a:gd name="connsiteX3" fmla="*/ 4673465 w 4673495"/>
              <a:gd name="connsiteY3" fmla="*/ 335963 h 335993"/>
              <a:gd name="connsiteX4" fmla="*/ 0 w 4673495"/>
              <a:gd name="connsiteY4" fmla="*/ 335964 h 335993"/>
              <a:gd name="connsiteX5" fmla="*/ 0 w 4673495"/>
              <a:gd name="connsiteY5" fmla="*/ 0 h 335993"/>
              <a:gd name="connsiteX0" fmla="*/ 0 w 5049349"/>
              <a:gd name="connsiteY0" fmla="*/ 0 h 360817"/>
              <a:gd name="connsiteX1" fmla="*/ 0 w 5049349"/>
              <a:gd name="connsiteY1" fmla="*/ 0 h 360817"/>
              <a:gd name="connsiteX2" fmla="*/ 4752225 w 5049349"/>
              <a:gd name="connsiteY2" fmla="*/ 438 h 360817"/>
              <a:gd name="connsiteX3" fmla="*/ 4673465 w 5049349"/>
              <a:gd name="connsiteY3" fmla="*/ 335963 h 360817"/>
              <a:gd name="connsiteX4" fmla="*/ 0 w 5049349"/>
              <a:gd name="connsiteY4" fmla="*/ 335964 h 360817"/>
              <a:gd name="connsiteX5" fmla="*/ 0 w 5049349"/>
              <a:gd name="connsiteY5" fmla="*/ 0 h 360817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52027 h 406460"/>
              <a:gd name="connsiteX1" fmla="*/ 0 w 5058027"/>
              <a:gd name="connsiteY1" fmla="*/ 52027 h 406460"/>
              <a:gd name="connsiteX2" fmla="*/ 4775485 w 5058027"/>
              <a:gd name="connsiteY2" fmla="*/ 138639 h 406460"/>
              <a:gd name="connsiteX3" fmla="*/ 4673465 w 5058027"/>
              <a:gd name="connsiteY3" fmla="*/ 387990 h 406460"/>
              <a:gd name="connsiteX4" fmla="*/ 0 w 5058027"/>
              <a:gd name="connsiteY4" fmla="*/ 387991 h 406460"/>
              <a:gd name="connsiteX5" fmla="*/ 0 w 5058027"/>
              <a:gd name="connsiteY5" fmla="*/ 52027 h 406460"/>
              <a:gd name="connsiteX0" fmla="*/ 0 w 5058027"/>
              <a:gd name="connsiteY0" fmla="*/ 0 h 354433"/>
              <a:gd name="connsiteX1" fmla="*/ 0 w 5058027"/>
              <a:gd name="connsiteY1" fmla="*/ 0 h 354433"/>
              <a:gd name="connsiteX2" fmla="*/ 4775485 w 5058027"/>
              <a:gd name="connsiteY2" fmla="*/ 86612 h 354433"/>
              <a:gd name="connsiteX3" fmla="*/ 4673465 w 5058027"/>
              <a:gd name="connsiteY3" fmla="*/ 335963 h 354433"/>
              <a:gd name="connsiteX4" fmla="*/ 0 w 5058027"/>
              <a:gd name="connsiteY4" fmla="*/ 335964 h 354433"/>
              <a:gd name="connsiteX5" fmla="*/ 0 w 5058027"/>
              <a:gd name="connsiteY5" fmla="*/ 0 h 354433"/>
              <a:gd name="connsiteX0" fmla="*/ 0 w 5317112"/>
              <a:gd name="connsiteY0" fmla="*/ 0 h 354433"/>
              <a:gd name="connsiteX1" fmla="*/ 0 w 5317112"/>
              <a:gd name="connsiteY1" fmla="*/ 0 h 354433"/>
              <a:gd name="connsiteX2" fmla="*/ 4775485 w 5317112"/>
              <a:gd name="connsiteY2" fmla="*/ 86612 h 354433"/>
              <a:gd name="connsiteX3" fmla="*/ 4673465 w 5317112"/>
              <a:gd name="connsiteY3" fmla="*/ 335963 h 354433"/>
              <a:gd name="connsiteX4" fmla="*/ 0 w 5317112"/>
              <a:gd name="connsiteY4" fmla="*/ 335964 h 354433"/>
              <a:gd name="connsiteX5" fmla="*/ 0 w 5317112"/>
              <a:gd name="connsiteY5" fmla="*/ 0 h 354433"/>
              <a:gd name="connsiteX0" fmla="*/ 0 w 5286704"/>
              <a:gd name="connsiteY0" fmla="*/ 0 h 354433"/>
              <a:gd name="connsiteX1" fmla="*/ 0 w 5286704"/>
              <a:gd name="connsiteY1" fmla="*/ 0 h 354433"/>
              <a:gd name="connsiteX2" fmla="*/ 4775485 w 5286704"/>
              <a:gd name="connsiteY2" fmla="*/ 86612 h 354433"/>
              <a:gd name="connsiteX3" fmla="*/ 4673465 w 5286704"/>
              <a:gd name="connsiteY3" fmla="*/ 335963 h 354433"/>
              <a:gd name="connsiteX4" fmla="*/ 0 w 5286704"/>
              <a:gd name="connsiteY4" fmla="*/ 335964 h 354433"/>
              <a:gd name="connsiteX5" fmla="*/ 0 w 5286704"/>
              <a:gd name="connsiteY5" fmla="*/ 0 h 354433"/>
              <a:gd name="connsiteX0" fmla="*/ 0 w 5097113"/>
              <a:gd name="connsiteY0" fmla="*/ 0 h 354433"/>
              <a:gd name="connsiteX1" fmla="*/ 0 w 5097113"/>
              <a:gd name="connsiteY1" fmla="*/ 0 h 354433"/>
              <a:gd name="connsiteX2" fmla="*/ 4775485 w 5097113"/>
              <a:gd name="connsiteY2" fmla="*/ 86612 h 354433"/>
              <a:gd name="connsiteX3" fmla="*/ 4673465 w 5097113"/>
              <a:gd name="connsiteY3" fmla="*/ 335963 h 354433"/>
              <a:gd name="connsiteX4" fmla="*/ 0 w 5097113"/>
              <a:gd name="connsiteY4" fmla="*/ 335964 h 354433"/>
              <a:gd name="connsiteX5" fmla="*/ 0 w 5097113"/>
              <a:gd name="connsiteY5" fmla="*/ 0 h 354433"/>
              <a:gd name="connsiteX0" fmla="*/ 0 w 5059613"/>
              <a:gd name="connsiteY0" fmla="*/ 269184 h 623617"/>
              <a:gd name="connsiteX1" fmla="*/ 0 w 5059613"/>
              <a:gd name="connsiteY1" fmla="*/ 269184 h 623617"/>
              <a:gd name="connsiteX2" fmla="*/ 4775485 w 5059613"/>
              <a:gd name="connsiteY2" fmla="*/ 355796 h 623617"/>
              <a:gd name="connsiteX3" fmla="*/ 4673465 w 5059613"/>
              <a:gd name="connsiteY3" fmla="*/ 605147 h 623617"/>
              <a:gd name="connsiteX4" fmla="*/ 0 w 5059613"/>
              <a:gd name="connsiteY4" fmla="*/ 605148 h 623617"/>
              <a:gd name="connsiteX5" fmla="*/ 0 w 5059613"/>
              <a:gd name="connsiteY5" fmla="*/ 269184 h 623617"/>
              <a:gd name="connsiteX0" fmla="*/ 0 w 5080032"/>
              <a:gd name="connsiteY0" fmla="*/ 0 h 606920"/>
              <a:gd name="connsiteX1" fmla="*/ 0 w 5080032"/>
              <a:gd name="connsiteY1" fmla="*/ 0 h 606920"/>
              <a:gd name="connsiteX2" fmla="*/ 4775485 w 5080032"/>
              <a:gd name="connsiteY2" fmla="*/ 86612 h 606920"/>
              <a:gd name="connsiteX3" fmla="*/ 4673465 w 5080032"/>
              <a:gd name="connsiteY3" fmla="*/ 335963 h 606920"/>
              <a:gd name="connsiteX4" fmla="*/ 0 w 5080032"/>
              <a:gd name="connsiteY4" fmla="*/ 335964 h 606920"/>
              <a:gd name="connsiteX5" fmla="*/ 0 w 5080032"/>
              <a:gd name="connsiteY5" fmla="*/ 0 h 606920"/>
              <a:gd name="connsiteX0" fmla="*/ 0 w 5042821"/>
              <a:gd name="connsiteY0" fmla="*/ 38486 h 645406"/>
              <a:gd name="connsiteX1" fmla="*/ 0 w 5042821"/>
              <a:gd name="connsiteY1" fmla="*/ 38486 h 645406"/>
              <a:gd name="connsiteX2" fmla="*/ 4775485 w 5042821"/>
              <a:gd name="connsiteY2" fmla="*/ 125098 h 645406"/>
              <a:gd name="connsiteX3" fmla="*/ 4673465 w 5042821"/>
              <a:gd name="connsiteY3" fmla="*/ 374449 h 645406"/>
              <a:gd name="connsiteX4" fmla="*/ 0 w 5042821"/>
              <a:gd name="connsiteY4" fmla="*/ 374450 h 645406"/>
              <a:gd name="connsiteX5" fmla="*/ 0 w 5042821"/>
              <a:gd name="connsiteY5" fmla="*/ 38486 h 645406"/>
              <a:gd name="connsiteX0" fmla="*/ 0 w 5185081"/>
              <a:gd name="connsiteY0" fmla="*/ 0 h 606920"/>
              <a:gd name="connsiteX1" fmla="*/ 0 w 5185081"/>
              <a:gd name="connsiteY1" fmla="*/ 0 h 606920"/>
              <a:gd name="connsiteX2" fmla="*/ 4775485 w 5185081"/>
              <a:gd name="connsiteY2" fmla="*/ 86612 h 606920"/>
              <a:gd name="connsiteX3" fmla="*/ 4673465 w 5185081"/>
              <a:gd name="connsiteY3" fmla="*/ 335963 h 606920"/>
              <a:gd name="connsiteX4" fmla="*/ 0 w 5185081"/>
              <a:gd name="connsiteY4" fmla="*/ 335964 h 606920"/>
              <a:gd name="connsiteX5" fmla="*/ 0 w 5185081"/>
              <a:gd name="connsiteY5" fmla="*/ 0 h 606920"/>
              <a:gd name="connsiteX0" fmla="*/ 0 w 5185081"/>
              <a:gd name="connsiteY0" fmla="*/ 0 h 354433"/>
              <a:gd name="connsiteX1" fmla="*/ 0 w 5185081"/>
              <a:gd name="connsiteY1" fmla="*/ 0 h 354433"/>
              <a:gd name="connsiteX2" fmla="*/ 4775485 w 5185081"/>
              <a:gd name="connsiteY2" fmla="*/ 86612 h 354433"/>
              <a:gd name="connsiteX3" fmla="*/ 4673465 w 5185081"/>
              <a:gd name="connsiteY3" fmla="*/ 335963 h 354433"/>
              <a:gd name="connsiteX4" fmla="*/ 0 w 5185081"/>
              <a:gd name="connsiteY4" fmla="*/ 335964 h 354433"/>
              <a:gd name="connsiteX5" fmla="*/ 0 w 5185081"/>
              <a:gd name="connsiteY5" fmla="*/ 0 h 354433"/>
              <a:gd name="connsiteX0" fmla="*/ 0 w 5056051"/>
              <a:gd name="connsiteY0" fmla="*/ 0 h 354433"/>
              <a:gd name="connsiteX1" fmla="*/ 0 w 5056051"/>
              <a:gd name="connsiteY1" fmla="*/ 0 h 354433"/>
              <a:gd name="connsiteX2" fmla="*/ 4775485 w 5056051"/>
              <a:gd name="connsiteY2" fmla="*/ 86612 h 354433"/>
              <a:gd name="connsiteX3" fmla="*/ 4673465 w 5056051"/>
              <a:gd name="connsiteY3" fmla="*/ 335963 h 354433"/>
              <a:gd name="connsiteX4" fmla="*/ 0 w 5056051"/>
              <a:gd name="connsiteY4" fmla="*/ 335964 h 354433"/>
              <a:gd name="connsiteX5" fmla="*/ 0 w 5056051"/>
              <a:gd name="connsiteY5" fmla="*/ 0 h 354433"/>
              <a:gd name="connsiteX0" fmla="*/ 0 w 4775496"/>
              <a:gd name="connsiteY0" fmla="*/ 0 h 354433"/>
              <a:gd name="connsiteX1" fmla="*/ 0 w 4775496"/>
              <a:gd name="connsiteY1" fmla="*/ 0 h 354433"/>
              <a:gd name="connsiteX2" fmla="*/ 4775485 w 4775496"/>
              <a:gd name="connsiteY2" fmla="*/ 86612 h 354433"/>
              <a:gd name="connsiteX3" fmla="*/ 4673465 w 4775496"/>
              <a:gd name="connsiteY3" fmla="*/ 335963 h 354433"/>
              <a:gd name="connsiteX4" fmla="*/ 0 w 4775496"/>
              <a:gd name="connsiteY4" fmla="*/ 335964 h 354433"/>
              <a:gd name="connsiteX5" fmla="*/ 0 w 4775496"/>
              <a:gd name="connsiteY5" fmla="*/ 0 h 354433"/>
              <a:gd name="connsiteX0" fmla="*/ 0 w 4775496"/>
              <a:gd name="connsiteY0" fmla="*/ 0 h 335964"/>
              <a:gd name="connsiteX1" fmla="*/ 0 w 4775496"/>
              <a:gd name="connsiteY1" fmla="*/ 0 h 335964"/>
              <a:gd name="connsiteX2" fmla="*/ 4775485 w 4775496"/>
              <a:gd name="connsiteY2" fmla="*/ 86612 h 335964"/>
              <a:gd name="connsiteX3" fmla="*/ 4673465 w 4775496"/>
              <a:gd name="connsiteY3" fmla="*/ 335963 h 335964"/>
              <a:gd name="connsiteX4" fmla="*/ 0 w 4775496"/>
              <a:gd name="connsiteY4" fmla="*/ 335964 h 335964"/>
              <a:gd name="connsiteX5" fmla="*/ 0 w 4775496"/>
              <a:gd name="connsiteY5" fmla="*/ 0 h 335964"/>
              <a:gd name="connsiteX0" fmla="*/ 0 w 4759216"/>
              <a:gd name="connsiteY0" fmla="*/ 0 h 335964"/>
              <a:gd name="connsiteX1" fmla="*/ 0 w 4759216"/>
              <a:gd name="connsiteY1" fmla="*/ 0 h 335964"/>
              <a:gd name="connsiteX2" fmla="*/ 4759203 w 4759216"/>
              <a:gd name="connsiteY2" fmla="*/ 5225 h 335964"/>
              <a:gd name="connsiteX3" fmla="*/ 4673465 w 4759216"/>
              <a:gd name="connsiteY3" fmla="*/ 335963 h 335964"/>
              <a:gd name="connsiteX4" fmla="*/ 0 w 4759216"/>
              <a:gd name="connsiteY4" fmla="*/ 335964 h 335964"/>
              <a:gd name="connsiteX5" fmla="*/ 0 w 4759216"/>
              <a:gd name="connsiteY5" fmla="*/ 0 h 335964"/>
              <a:gd name="connsiteX0" fmla="*/ 0 w 4759208"/>
              <a:gd name="connsiteY0" fmla="*/ 0 h 335964"/>
              <a:gd name="connsiteX1" fmla="*/ 0 w 4759208"/>
              <a:gd name="connsiteY1" fmla="*/ 0 h 335964"/>
              <a:gd name="connsiteX2" fmla="*/ 4759203 w 4759208"/>
              <a:gd name="connsiteY2" fmla="*/ 5225 h 335964"/>
              <a:gd name="connsiteX3" fmla="*/ 4559490 w 4759208"/>
              <a:gd name="connsiteY3" fmla="*/ 206702 h 335964"/>
              <a:gd name="connsiteX4" fmla="*/ 0 w 4759208"/>
              <a:gd name="connsiteY4" fmla="*/ 335964 h 335964"/>
              <a:gd name="connsiteX5" fmla="*/ 0 w 4759208"/>
              <a:gd name="connsiteY5" fmla="*/ 0 h 335964"/>
              <a:gd name="connsiteX0" fmla="*/ 0 w 4759215"/>
              <a:gd name="connsiteY0" fmla="*/ 0 h 335964"/>
              <a:gd name="connsiteX1" fmla="*/ 0 w 4759215"/>
              <a:gd name="connsiteY1" fmla="*/ 0 h 335964"/>
              <a:gd name="connsiteX2" fmla="*/ 4759203 w 4759215"/>
              <a:gd name="connsiteY2" fmla="*/ 5225 h 335964"/>
              <a:gd name="connsiteX3" fmla="*/ 4668814 w 4759215"/>
              <a:gd name="connsiteY3" fmla="*/ 335963 h 335964"/>
              <a:gd name="connsiteX4" fmla="*/ 0 w 4759215"/>
              <a:gd name="connsiteY4" fmla="*/ 335964 h 335964"/>
              <a:gd name="connsiteX5" fmla="*/ 0 w 4759215"/>
              <a:gd name="connsiteY5" fmla="*/ 0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9215" h="335964">
                <a:moveTo>
                  <a:pt x="0" y="0"/>
                </a:moveTo>
                <a:lnTo>
                  <a:pt x="0" y="0"/>
                </a:lnTo>
                <a:lnTo>
                  <a:pt x="4759203" y="5225"/>
                </a:lnTo>
                <a:cubicBezTo>
                  <a:pt x="4760433" y="13511"/>
                  <a:pt x="4673878" y="332704"/>
                  <a:pt x="4668814" y="335963"/>
                </a:cubicBezTo>
                <a:cubicBezTo>
                  <a:pt x="4670728" y="334435"/>
                  <a:pt x="1557822" y="335964"/>
                  <a:pt x="0" y="33596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54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415846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A37B1C57-DE1C-3D55-9AA6-2EC73EA097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296863"/>
            <a:ext cx="2484438" cy="175577"/>
          </a:xfrm>
        </p:spPr>
        <p:txBody>
          <a:bodyPr/>
          <a:lstStyle>
            <a:lvl1pPr>
              <a:defRPr>
                <a:solidFill>
                  <a:srgbClr val="DA291C"/>
                </a:solidFill>
                <a:latin typeface="Work Sans SemiBold" pitchFamily="2" charset="0"/>
              </a:defRPr>
            </a:lvl1pPr>
          </a:lstStyle>
          <a:p>
            <a:pPr lvl="0"/>
            <a:r>
              <a:rPr lang="en-GB"/>
              <a:t>TAG HERE</a:t>
            </a:r>
          </a:p>
        </p:txBody>
      </p:sp>
    </p:spTree>
    <p:extLst>
      <p:ext uri="{BB962C8B-B14F-4D97-AF65-F5344CB8AC3E}">
        <p14:creationId xmlns:p14="http://schemas.microsoft.com/office/powerpoint/2010/main" val="3733233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17">
          <p15:clr>
            <a:srgbClr val="000000"/>
          </p15:clr>
        </p15:guide>
        <p15:guide id="2" pos="6063">
          <p15:clr>
            <a:srgbClr val="000000"/>
          </p15:clr>
        </p15:guide>
        <p15:guide id="3" pos="4566">
          <p15:clr>
            <a:srgbClr val="000000"/>
          </p15:clr>
        </p15:guide>
        <p15:guide id="4" pos="3114">
          <p15:clr>
            <a:srgbClr val="000000"/>
          </p15:clr>
        </p15:guide>
        <p15:guide id="5" pos="3069">
          <p15:clr>
            <a:srgbClr val="A4A3A4"/>
          </p15:clr>
        </p15:guide>
        <p15:guide id="6" pos="1663">
          <p15:clr>
            <a:srgbClr val="A4A3A4"/>
          </p15:clr>
        </p15:guide>
        <p15:guide id="7" pos="1572">
          <p15:clr>
            <a:srgbClr val="A4A3A4"/>
          </p15:clr>
        </p15:guide>
        <p15:guide id="8" pos="6108">
          <p15:clr>
            <a:srgbClr val="A4A3A4"/>
          </p15:clr>
        </p15:guide>
        <p15:guide id="9" pos="6017">
          <p15:clr>
            <a:srgbClr val="A4A3A4"/>
          </p15:clr>
        </p15:guide>
        <p15:guide id="10" pos="3160">
          <p15:clr>
            <a:srgbClr val="A4A3A4"/>
          </p15:clr>
        </p15:guide>
        <p15:guide id="11" pos="4611">
          <p15:clr>
            <a:srgbClr val="A4A3A4"/>
          </p15:clr>
        </p15:guide>
        <p15:guide id="12" pos="4520">
          <p15:clr>
            <a:srgbClr val="A4A3A4"/>
          </p15:clr>
        </p15:guide>
        <p15:guide id="13" pos="2842">
          <p15:clr>
            <a:srgbClr val="FBAE40"/>
          </p15:clr>
        </p15:guide>
        <p15:guide id="14" pos="1345">
          <p15:clr>
            <a:srgbClr val="FBAE40"/>
          </p15:clr>
        </p15:guide>
        <p15:guide id="15" pos="4294">
          <p15:clr>
            <a:srgbClr val="FBAE40"/>
          </p15:clr>
        </p15:guide>
        <p15:guide id="16" pos="5790">
          <p15:clr>
            <a:srgbClr val="FBAE40"/>
          </p15:clr>
        </p15:guide>
        <p15:guide id="17" pos="728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ac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FEBD29-A2FA-59FB-FF78-3F8070935093}"/>
              </a:ext>
            </a:extLst>
          </p:cNvPr>
          <p:cNvSpPr/>
          <p:nvPr userDrawn="1"/>
        </p:nvSpPr>
        <p:spPr>
          <a:xfrm>
            <a:off x="-4172" y="-3173"/>
            <a:ext cx="12196171" cy="6861175"/>
          </a:xfrm>
          <a:prstGeom prst="rect">
            <a:avLst/>
          </a:prstGeom>
          <a:gradFill flip="none" rotWithShape="1">
            <a:gsLst>
              <a:gs pos="15000">
                <a:schemeClr val="accent1">
                  <a:lumMod val="50000"/>
                </a:schemeClr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7788">
              <a:buClrTx/>
              <a:defRPr/>
            </a:pPr>
            <a:endParaRPr lang="fr-FR" sz="1669" kern="1200">
              <a:solidFill>
                <a:prstClr val="white"/>
              </a:solidFill>
              <a:latin typeface="Encode Sans ExpandedLight"/>
            </a:endParaRPr>
          </a:p>
        </p:txBody>
      </p:sp>
      <p:sp>
        <p:nvSpPr>
          <p:cNvPr id="4" name="Parallelogram 22">
            <a:extLst>
              <a:ext uri="{FF2B5EF4-FFF2-40B4-BE49-F238E27FC236}">
                <a16:creationId xmlns:a16="http://schemas.microsoft.com/office/drawing/2014/main" id="{0E3CF52A-2667-3E70-2B15-C411A883EBA1}"/>
              </a:ext>
            </a:extLst>
          </p:cNvPr>
          <p:cNvSpPr/>
          <p:nvPr userDrawn="1"/>
        </p:nvSpPr>
        <p:spPr>
          <a:xfrm>
            <a:off x="-4169" y="-3174"/>
            <a:ext cx="5967314" cy="6867365"/>
          </a:xfrm>
          <a:custGeom>
            <a:avLst/>
            <a:gdLst>
              <a:gd name="connsiteX0" fmla="*/ 0 w 8345097"/>
              <a:gd name="connsiteY0" fmla="*/ 7086360 h 7086360"/>
              <a:gd name="connsiteX1" fmla="*/ 4731137 w 8345097"/>
              <a:gd name="connsiteY1" fmla="*/ 0 h 7086360"/>
              <a:gd name="connsiteX2" fmla="*/ 8345097 w 8345097"/>
              <a:gd name="connsiteY2" fmla="*/ 0 h 7086360"/>
              <a:gd name="connsiteX3" fmla="*/ 3613960 w 8345097"/>
              <a:gd name="connsiteY3" fmla="*/ 7086360 h 7086360"/>
              <a:gd name="connsiteX4" fmla="*/ 0 w 8345097"/>
              <a:gd name="connsiteY4" fmla="*/ 7086360 h 7086360"/>
              <a:gd name="connsiteX0" fmla="*/ 0 w 8345097"/>
              <a:gd name="connsiteY0" fmla="*/ 7097935 h 7097935"/>
              <a:gd name="connsiteX1" fmla="*/ 2381476 w 8345097"/>
              <a:gd name="connsiteY1" fmla="*/ 0 h 7097935"/>
              <a:gd name="connsiteX2" fmla="*/ 8345097 w 8345097"/>
              <a:gd name="connsiteY2" fmla="*/ 11575 h 7097935"/>
              <a:gd name="connsiteX3" fmla="*/ 3613960 w 8345097"/>
              <a:gd name="connsiteY3" fmla="*/ 7097935 h 7097935"/>
              <a:gd name="connsiteX4" fmla="*/ 0 w 8345097"/>
              <a:gd name="connsiteY4" fmla="*/ 7097935 h 7097935"/>
              <a:gd name="connsiteX0" fmla="*/ 0 w 8345097"/>
              <a:gd name="connsiteY0" fmla="*/ 7097935 h 7097935"/>
              <a:gd name="connsiteX1" fmla="*/ 2381476 w 8345097"/>
              <a:gd name="connsiteY1" fmla="*/ 0 h 7097935"/>
              <a:gd name="connsiteX2" fmla="*/ 8345097 w 8345097"/>
              <a:gd name="connsiteY2" fmla="*/ 11575 h 7097935"/>
              <a:gd name="connsiteX3" fmla="*/ 3752856 w 8345097"/>
              <a:gd name="connsiteY3" fmla="*/ 6889590 h 7097935"/>
              <a:gd name="connsiteX4" fmla="*/ 0 w 8345097"/>
              <a:gd name="connsiteY4" fmla="*/ 7097935 h 7097935"/>
              <a:gd name="connsiteX0" fmla="*/ 49207 w 5963621"/>
              <a:gd name="connsiteY0" fmla="*/ 6415028 h 6889590"/>
              <a:gd name="connsiteX1" fmla="*/ 0 w 5963621"/>
              <a:gd name="connsiteY1" fmla="*/ 0 h 6889590"/>
              <a:gd name="connsiteX2" fmla="*/ 5963621 w 5963621"/>
              <a:gd name="connsiteY2" fmla="*/ 11575 h 6889590"/>
              <a:gd name="connsiteX3" fmla="*/ 1371380 w 5963621"/>
              <a:gd name="connsiteY3" fmla="*/ 6889590 h 6889590"/>
              <a:gd name="connsiteX4" fmla="*/ 49207 w 5963621"/>
              <a:gd name="connsiteY4" fmla="*/ 6415028 h 6889590"/>
              <a:gd name="connsiteX0" fmla="*/ 2909 w 5963621"/>
              <a:gd name="connsiteY0" fmla="*/ 6866441 h 6889590"/>
              <a:gd name="connsiteX1" fmla="*/ 0 w 5963621"/>
              <a:gd name="connsiteY1" fmla="*/ 0 h 6889590"/>
              <a:gd name="connsiteX2" fmla="*/ 5963621 w 5963621"/>
              <a:gd name="connsiteY2" fmla="*/ 11575 h 6889590"/>
              <a:gd name="connsiteX3" fmla="*/ 1371380 w 5963621"/>
              <a:gd name="connsiteY3" fmla="*/ 6889590 h 6889590"/>
              <a:gd name="connsiteX4" fmla="*/ 2909 w 5963621"/>
              <a:gd name="connsiteY4" fmla="*/ 6866441 h 6889590"/>
              <a:gd name="connsiteX0" fmla="*/ 3 w 5960715"/>
              <a:gd name="connsiteY0" fmla="*/ 6854866 h 6878015"/>
              <a:gd name="connsiteX1" fmla="*/ 330469 w 5960715"/>
              <a:gd name="connsiteY1" fmla="*/ 321800 h 6878015"/>
              <a:gd name="connsiteX2" fmla="*/ 5960715 w 5960715"/>
              <a:gd name="connsiteY2" fmla="*/ 0 h 6878015"/>
              <a:gd name="connsiteX3" fmla="*/ 1368474 w 5960715"/>
              <a:gd name="connsiteY3" fmla="*/ 6878015 h 6878015"/>
              <a:gd name="connsiteX4" fmla="*/ 3 w 5960715"/>
              <a:gd name="connsiteY4" fmla="*/ 6854866 h 6878015"/>
              <a:gd name="connsiteX0" fmla="*/ 2909 w 5963621"/>
              <a:gd name="connsiteY0" fmla="*/ 6856916 h 6880065"/>
              <a:gd name="connsiteX1" fmla="*/ 0 w 5963621"/>
              <a:gd name="connsiteY1" fmla="*/ 0 h 6880065"/>
              <a:gd name="connsiteX2" fmla="*/ 5963621 w 5963621"/>
              <a:gd name="connsiteY2" fmla="*/ 2050 h 6880065"/>
              <a:gd name="connsiteX3" fmla="*/ 1371380 w 5963621"/>
              <a:gd name="connsiteY3" fmla="*/ 6880065 h 6880065"/>
              <a:gd name="connsiteX4" fmla="*/ 2909 w 5963621"/>
              <a:gd name="connsiteY4" fmla="*/ 6856916 h 6880065"/>
              <a:gd name="connsiteX0" fmla="*/ 215634 w 5963621"/>
              <a:gd name="connsiteY0" fmla="*/ 6682291 h 6880065"/>
              <a:gd name="connsiteX1" fmla="*/ 0 w 5963621"/>
              <a:gd name="connsiteY1" fmla="*/ 0 h 6880065"/>
              <a:gd name="connsiteX2" fmla="*/ 5963621 w 5963621"/>
              <a:gd name="connsiteY2" fmla="*/ 2050 h 6880065"/>
              <a:gd name="connsiteX3" fmla="*/ 1371380 w 5963621"/>
              <a:gd name="connsiteY3" fmla="*/ 6880065 h 6880065"/>
              <a:gd name="connsiteX4" fmla="*/ 215634 w 5963621"/>
              <a:gd name="connsiteY4" fmla="*/ 6682291 h 6880065"/>
              <a:gd name="connsiteX0" fmla="*/ 94984 w 5963621"/>
              <a:gd name="connsiteY0" fmla="*/ 6758491 h 6880065"/>
              <a:gd name="connsiteX1" fmla="*/ 0 w 5963621"/>
              <a:gd name="connsiteY1" fmla="*/ 0 h 6880065"/>
              <a:gd name="connsiteX2" fmla="*/ 5963621 w 5963621"/>
              <a:gd name="connsiteY2" fmla="*/ 2050 h 6880065"/>
              <a:gd name="connsiteX3" fmla="*/ 1371380 w 5963621"/>
              <a:gd name="connsiteY3" fmla="*/ 6880065 h 6880065"/>
              <a:gd name="connsiteX4" fmla="*/ 94984 w 5963621"/>
              <a:gd name="connsiteY4" fmla="*/ 6758491 h 6880065"/>
              <a:gd name="connsiteX0" fmla="*/ 252 w 5964139"/>
              <a:gd name="connsiteY0" fmla="*/ 6856916 h 6880065"/>
              <a:gd name="connsiteX1" fmla="*/ 518 w 5964139"/>
              <a:gd name="connsiteY1" fmla="*/ 0 h 6880065"/>
              <a:gd name="connsiteX2" fmla="*/ 5964139 w 5964139"/>
              <a:gd name="connsiteY2" fmla="*/ 2050 h 6880065"/>
              <a:gd name="connsiteX3" fmla="*/ 1371898 w 5964139"/>
              <a:gd name="connsiteY3" fmla="*/ 6880065 h 6880065"/>
              <a:gd name="connsiteX4" fmla="*/ 252 w 5964139"/>
              <a:gd name="connsiteY4" fmla="*/ 6856916 h 6880065"/>
              <a:gd name="connsiteX0" fmla="*/ 252 w 5964139"/>
              <a:gd name="connsiteY0" fmla="*/ 6856916 h 6864190"/>
              <a:gd name="connsiteX1" fmla="*/ 518 w 5964139"/>
              <a:gd name="connsiteY1" fmla="*/ 0 h 6864190"/>
              <a:gd name="connsiteX2" fmla="*/ 5964139 w 5964139"/>
              <a:gd name="connsiteY2" fmla="*/ 2050 h 6864190"/>
              <a:gd name="connsiteX3" fmla="*/ 1381423 w 5964139"/>
              <a:gd name="connsiteY3" fmla="*/ 6864190 h 6864190"/>
              <a:gd name="connsiteX4" fmla="*/ 252 w 5964139"/>
              <a:gd name="connsiteY4" fmla="*/ 6856916 h 6864190"/>
              <a:gd name="connsiteX0" fmla="*/ 117 w 5967179"/>
              <a:gd name="connsiteY0" fmla="*/ 6856916 h 6864190"/>
              <a:gd name="connsiteX1" fmla="*/ 3558 w 5967179"/>
              <a:gd name="connsiteY1" fmla="*/ 0 h 6864190"/>
              <a:gd name="connsiteX2" fmla="*/ 5967179 w 5967179"/>
              <a:gd name="connsiteY2" fmla="*/ 2050 h 6864190"/>
              <a:gd name="connsiteX3" fmla="*/ 1384463 w 5967179"/>
              <a:gd name="connsiteY3" fmla="*/ 6864190 h 6864190"/>
              <a:gd name="connsiteX4" fmla="*/ 117 w 5967179"/>
              <a:gd name="connsiteY4" fmla="*/ 6856916 h 6864190"/>
              <a:gd name="connsiteX0" fmla="*/ 117 w 5967179"/>
              <a:gd name="connsiteY0" fmla="*/ 6863266 h 6864190"/>
              <a:gd name="connsiteX1" fmla="*/ 3558 w 5967179"/>
              <a:gd name="connsiteY1" fmla="*/ 0 h 6864190"/>
              <a:gd name="connsiteX2" fmla="*/ 5967179 w 5967179"/>
              <a:gd name="connsiteY2" fmla="*/ 2050 h 6864190"/>
              <a:gd name="connsiteX3" fmla="*/ 1384463 w 5967179"/>
              <a:gd name="connsiteY3" fmla="*/ 6864190 h 6864190"/>
              <a:gd name="connsiteX4" fmla="*/ 117 w 5967179"/>
              <a:gd name="connsiteY4" fmla="*/ 6863266 h 6864190"/>
              <a:gd name="connsiteX0" fmla="*/ 252 w 5967314"/>
              <a:gd name="connsiteY0" fmla="*/ 6866441 h 6867365"/>
              <a:gd name="connsiteX1" fmla="*/ 518 w 5967314"/>
              <a:gd name="connsiteY1" fmla="*/ 0 h 6867365"/>
              <a:gd name="connsiteX2" fmla="*/ 5967314 w 5967314"/>
              <a:gd name="connsiteY2" fmla="*/ 5225 h 6867365"/>
              <a:gd name="connsiteX3" fmla="*/ 1384598 w 5967314"/>
              <a:gd name="connsiteY3" fmla="*/ 6867365 h 6867365"/>
              <a:gd name="connsiteX4" fmla="*/ 252 w 5967314"/>
              <a:gd name="connsiteY4" fmla="*/ 6866441 h 6867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67314" h="6867365">
                <a:moveTo>
                  <a:pt x="252" y="6866441"/>
                </a:moveTo>
                <a:cubicBezTo>
                  <a:pt x="-718" y="4577627"/>
                  <a:pt x="1488" y="2288814"/>
                  <a:pt x="518" y="0"/>
                </a:cubicBezTo>
                <a:lnTo>
                  <a:pt x="5967314" y="5225"/>
                </a:lnTo>
                <a:lnTo>
                  <a:pt x="1384598" y="6867365"/>
                </a:lnTo>
                <a:lnTo>
                  <a:pt x="252" y="68664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847788">
              <a:defRPr/>
            </a:pPr>
            <a:endParaRPr lang="ru-RU" sz="2307" kern="120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48C02172-7393-35AD-4902-73735A5DF4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35" y="619186"/>
            <a:ext cx="3882500" cy="101967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AE01D72-D317-48EB-8946-13EE8EFCE2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1297" y="2971780"/>
            <a:ext cx="5400000" cy="1799999"/>
          </a:xfrm>
        </p:spPr>
        <p:txBody>
          <a:bodyPr anchor="b"/>
          <a:lstStyle>
            <a:lvl1pPr>
              <a:defRPr sz="3152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121B9EDF-81A4-4116-AE20-E6C846380D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1297" y="4838359"/>
            <a:ext cx="5400000" cy="1296000"/>
          </a:xfrm>
        </p:spPr>
        <p:txBody>
          <a:bodyPr/>
          <a:lstStyle>
            <a:lvl1pPr>
              <a:defRPr sz="1113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113">
                <a:solidFill>
                  <a:schemeClr val="bg1"/>
                </a:solidFill>
              </a:defRPr>
            </a:lvl2pPr>
            <a:lvl3pPr>
              <a:defRPr sz="1113">
                <a:solidFill>
                  <a:schemeClr val="bg1"/>
                </a:solidFill>
              </a:defRPr>
            </a:lvl3pPr>
            <a:lvl4pPr>
              <a:defRPr sz="1113">
                <a:solidFill>
                  <a:schemeClr val="bg1"/>
                </a:solidFill>
              </a:defRPr>
            </a:lvl4pPr>
            <a:lvl5pPr>
              <a:defRPr sz="111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69346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ac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FEBD29-A2FA-59FB-FF78-3F8070935093}"/>
              </a:ext>
            </a:extLst>
          </p:cNvPr>
          <p:cNvSpPr/>
          <p:nvPr userDrawn="1"/>
        </p:nvSpPr>
        <p:spPr>
          <a:xfrm>
            <a:off x="-4172" y="-3173"/>
            <a:ext cx="12196171" cy="6861175"/>
          </a:xfrm>
          <a:prstGeom prst="rect">
            <a:avLst/>
          </a:prstGeom>
          <a:gradFill flip="none" rotWithShape="1">
            <a:gsLst>
              <a:gs pos="15000">
                <a:schemeClr val="accent1">
                  <a:lumMod val="50000"/>
                </a:schemeClr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47788">
              <a:buClrTx/>
              <a:defRPr/>
            </a:pPr>
            <a:endParaRPr lang="fr-FR" sz="1669" kern="1200">
              <a:solidFill>
                <a:prstClr val="white"/>
              </a:solidFill>
              <a:latin typeface="Encode Sans ExpandedLight"/>
            </a:endParaRPr>
          </a:p>
        </p:txBody>
      </p:sp>
      <p:sp>
        <p:nvSpPr>
          <p:cNvPr id="4" name="Parallelogram 22">
            <a:extLst>
              <a:ext uri="{FF2B5EF4-FFF2-40B4-BE49-F238E27FC236}">
                <a16:creationId xmlns:a16="http://schemas.microsoft.com/office/drawing/2014/main" id="{0E3CF52A-2667-3E70-2B15-C411A883EBA1}"/>
              </a:ext>
            </a:extLst>
          </p:cNvPr>
          <p:cNvSpPr/>
          <p:nvPr userDrawn="1"/>
        </p:nvSpPr>
        <p:spPr>
          <a:xfrm>
            <a:off x="-4169" y="-3174"/>
            <a:ext cx="5967314" cy="6867365"/>
          </a:xfrm>
          <a:custGeom>
            <a:avLst/>
            <a:gdLst>
              <a:gd name="connsiteX0" fmla="*/ 0 w 8345097"/>
              <a:gd name="connsiteY0" fmla="*/ 7086360 h 7086360"/>
              <a:gd name="connsiteX1" fmla="*/ 4731137 w 8345097"/>
              <a:gd name="connsiteY1" fmla="*/ 0 h 7086360"/>
              <a:gd name="connsiteX2" fmla="*/ 8345097 w 8345097"/>
              <a:gd name="connsiteY2" fmla="*/ 0 h 7086360"/>
              <a:gd name="connsiteX3" fmla="*/ 3613960 w 8345097"/>
              <a:gd name="connsiteY3" fmla="*/ 7086360 h 7086360"/>
              <a:gd name="connsiteX4" fmla="*/ 0 w 8345097"/>
              <a:gd name="connsiteY4" fmla="*/ 7086360 h 7086360"/>
              <a:gd name="connsiteX0" fmla="*/ 0 w 8345097"/>
              <a:gd name="connsiteY0" fmla="*/ 7097935 h 7097935"/>
              <a:gd name="connsiteX1" fmla="*/ 2381476 w 8345097"/>
              <a:gd name="connsiteY1" fmla="*/ 0 h 7097935"/>
              <a:gd name="connsiteX2" fmla="*/ 8345097 w 8345097"/>
              <a:gd name="connsiteY2" fmla="*/ 11575 h 7097935"/>
              <a:gd name="connsiteX3" fmla="*/ 3613960 w 8345097"/>
              <a:gd name="connsiteY3" fmla="*/ 7097935 h 7097935"/>
              <a:gd name="connsiteX4" fmla="*/ 0 w 8345097"/>
              <a:gd name="connsiteY4" fmla="*/ 7097935 h 7097935"/>
              <a:gd name="connsiteX0" fmla="*/ 0 w 8345097"/>
              <a:gd name="connsiteY0" fmla="*/ 7097935 h 7097935"/>
              <a:gd name="connsiteX1" fmla="*/ 2381476 w 8345097"/>
              <a:gd name="connsiteY1" fmla="*/ 0 h 7097935"/>
              <a:gd name="connsiteX2" fmla="*/ 8345097 w 8345097"/>
              <a:gd name="connsiteY2" fmla="*/ 11575 h 7097935"/>
              <a:gd name="connsiteX3" fmla="*/ 3752856 w 8345097"/>
              <a:gd name="connsiteY3" fmla="*/ 6889590 h 7097935"/>
              <a:gd name="connsiteX4" fmla="*/ 0 w 8345097"/>
              <a:gd name="connsiteY4" fmla="*/ 7097935 h 7097935"/>
              <a:gd name="connsiteX0" fmla="*/ 49207 w 5963621"/>
              <a:gd name="connsiteY0" fmla="*/ 6415028 h 6889590"/>
              <a:gd name="connsiteX1" fmla="*/ 0 w 5963621"/>
              <a:gd name="connsiteY1" fmla="*/ 0 h 6889590"/>
              <a:gd name="connsiteX2" fmla="*/ 5963621 w 5963621"/>
              <a:gd name="connsiteY2" fmla="*/ 11575 h 6889590"/>
              <a:gd name="connsiteX3" fmla="*/ 1371380 w 5963621"/>
              <a:gd name="connsiteY3" fmla="*/ 6889590 h 6889590"/>
              <a:gd name="connsiteX4" fmla="*/ 49207 w 5963621"/>
              <a:gd name="connsiteY4" fmla="*/ 6415028 h 6889590"/>
              <a:gd name="connsiteX0" fmla="*/ 2909 w 5963621"/>
              <a:gd name="connsiteY0" fmla="*/ 6866441 h 6889590"/>
              <a:gd name="connsiteX1" fmla="*/ 0 w 5963621"/>
              <a:gd name="connsiteY1" fmla="*/ 0 h 6889590"/>
              <a:gd name="connsiteX2" fmla="*/ 5963621 w 5963621"/>
              <a:gd name="connsiteY2" fmla="*/ 11575 h 6889590"/>
              <a:gd name="connsiteX3" fmla="*/ 1371380 w 5963621"/>
              <a:gd name="connsiteY3" fmla="*/ 6889590 h 6889590"/>
              <a:gd name="connsiteX4" fmla="*/ 2909 w 5963621"/>
              <a:gd name="connsiteY4" fmla="*/ 6866441 h 6889590"/>
              <a:gd name="connsiteX0" fmla="*/ 3 w 5960715"/>
              <a:gd name="connsiteY0" fmla="*/ 6854866 h 6878015"/>
              <a:gd name="connsiteX1" fmla="*/ 330469 w 5960715"/>
              <a:gd name="connsiteY1" fmla="*/ 321800 h 6878015"/>
              <a:gd name="connsiteX2" fmla="*/ 5960715 w 5960715"/>
              <a:gd name="connsiteY2" fmla="*/ 0 h 6878015"/>
              <a:gd name="connsiteX3" fmla="*/ 1368474 w 5960715"/>
              <a:gd name="connsiteY3" fmla="*/ 6878015 h 6878015"/>
              <a:gd name="connsiteX4" fmla="*/ 3 w 5960715"/>
              <a:gd name="connsiteY4" fmla="*/ 6854866 h 6878015"/>
              <a:gd name="connsiteX0" fmla="*/ 2909 w 5963621"/>
              <a:gd name="connsiteY0" fmla="*/ 6856916 h 6880065"/>
              <a:gd name="connsiteX1" fmla="*/ 0 w 5963621"/>
              <a:gd name="connsiteY1" fmla="*/ 0 h 6880065"/>
              <a:gd name="connsiteX2" fmla="*/ 5963621 w 5963621"/>
              <a:gd name="connsiteY2" fmla="*/ 2050 h 6880065"/>
              <a:gd name="connsiteX3" fmla="*/ 1371380 w 5963621"/>
              <a:gd name="connsiteY3" fmla="*/ 6880065 h 6880065"/>
              <a:gd name="connsiteX4" fmla="*/ 2909 w 5963621"/>
              <a:gd name="connsiteY4" fmla="*/ 6856916 h 6880065"/>
              <a:gd name="connsiteX0" fmla="*/ 215634 w 5963621"/>
              <a:gd name="connsiteY0" fmla="*/ 6682291 h 6880065"/>
              <a:gd name="connsiteX1" fmla="*/ 0 w 5963621"/>
              <a:gd name="connsiteY1" fmla="*/ 0 h 6880065"/>
              <a:gd name="connsiteX2" fmla="*/ 5963621 w 5963621"/>
              <a:gd name="connsiteY2" fmla="*/ 2050 h 6880065"/>
              <a:gd name="connsiteX3" fmla="*/ 1371380 w 5963621"/>
              <a:gd name="connsiteY3" fmla="*/ 6880065 h 6880065"/>
              <a:gd name="connsiteX4" fmla="*/ 215634 w 5963621"/>
              <a:gd name="connsiteY4" fmla="*/ 6682291 h 6880065"/>
              <a:gd name="connsiteX0" fmla="*/ 94984 w 5963621"/>
              <a:gd name="connsiteY0" fmla="*/ 6758491 h 6880065"/>
              <a:gd name="connsiteX1" fmla="*/ 0 w 5963621"/>
              <a:gd name="connsiteY1" fmla="*/ 0 h 6880065"/>
              <a:gd name="connsiteX2" fmla="*/ 5963621 w 5963621"/>
              <a:gd name="connsiteY2" fmla="*/ 2050 h 6880065"/>
              <a:gd name="connsiteX3" fmla="*/ 1371380 w 5963621"/>
              <a:gd name="connsiteY3" fmla="*/ 6880065 h 6880065"/>
              <a:gd name="connsiteX4" fmla="*/ 94984 w 5963621"/>
              <a:gd name="connsiteY4" fmla="*/ 6758491 h 6880065"/>
              <a:gd name="connsiteX0" fmla="*/ 252 w 5964139"/>
              <a:gd name="connsiteY0" fmla="*/ 6856916 h 6880065"/>
              <a:gd name="connsiteX1" fmla="*/ 518 w 5964139"/>
              <a:gd name="connsiteY1" fmla="*/ 0 h 6880065"/>
              <a:gd name="connsiteX2" fmla="*/ 5964139 w 5964139"/>
              <a:gd name="connsiteY2" fmla="*/ 2050 h 6880065"/>
              <a:gd name="connsiteX3" fmla="*/ 1371898 w 5964139"/>
              <a:gd name="connsiteY3" fmla="*/ 6880065 h 6880065"/>
              <a:gd name="connsiteX4" fmla="*/ 252 w 5964139"/>
              <a:gd name="connsiteY4" fmla="*/ 6856916 h 6880065"/>
              <a:gd name="connsiteX0" fmla="*/ 252 w 5964139"/>
              <a:gd name="connsiteY0" fmla="*/ 6856916 h 6864190"/>
              <a:gd name="connsiteX1" fmla="*/ 518 w 5964139"/>
              <a:gd name="connsiteY1" fmla="*/ 0 h 6864190"/>
              <a:gd name="connsiteX2" fmla="*/ 5964139 w 5964139"/>
              <a:gd name="connsiteY2" fmla="*/ 2050 h 6864190"/>
              <a:gd name="connsiteX3" fmla="*/ 1381423 w 5964139"/>
              <a:gd name="connsiteY3" fmla="*/ 6864190 h 6864190"/>
              <a:gd name="connsiteX4" fmla="*/ 252 w 5964139"/>
              <a:gd name="connsiteY4" fmla="*/ 6856916 h 6864190"/>
              <a:gd name="connsiteX0" fmla="*/ 117 w 5967179"/>
              <a:gd name="connsiteY0" fmla="*/ 6856916 h 6864190"/>
              <a:gd name="connsiteX1" fmla="*/ 3558 w 5967179"/>
              <a:gd name="connsiteY1" fmla="*/ 0 h 6864190"/>
              <a:gd name="connsiteX2" fmla="*/ 5967179 w 5967179"/>
              <a:gd name="connsiteY2" fmla="*/ 2050 h 6864190"/>
              <a:gd name="connsiteX3" fmla="*/ 1384463 w 5967179"/>
              <a:gd name="connsiteY3" fmla="*/ 6864190 h 6864190"/>
              <a:gd name="connsiteX4" fmla="*/ 117 w 5967179"/>
              <a:gd name="connsiteY4" fmla="*/ 6856916 h 6864190"/>
              <a:gd name="connsiteX0" fmla="*/ 117 w 5967179"/>
              <a:gd name="connsiteY0" fmla="*/ 6863266 h 6864190"/>
              <a:gd name="connsiteX1" fmla="*/ 3558 w 5967179"/>
              <a:gd name="connsiteY1" fmla="*/ 0 h 6864190"/>
              <a:gd name="connsiteX2" fmla="*/ 5967179 w 5967179"/>
              <a:gd name="connsiteY2" fmla="*/ 2050 h 6864190"/>
              <a:gd name="connsiteX3" fmla="*/ 1384463 w 5967179"/>
              <a:gd name="connsiteY3" fmla="*/ 6864190 h 6864190"/>
              <a:gd name="connsiteX4" fmla="*/ 117 w 5967179"/>
              <a:gd name="connsiteY4" fmla="*/ 6863266 h 6864190"/>
              <a:gd name="connsiteX0" fmla="*/ 252 w 5967314"/>
              <a:gd name="connsiteY0" fmla="*/ 6866441 h 6867365"/>
              <a:gd name="connsiteX1" fmla="*/ 518 w 5967314"/>
              <a:gd name="connsiteY1" fmla="*/ 0 h 6867365"/>
              <a:gd name="connsiteX2" fmla="*/ 5967314 w 5967314"/>
              <a:gd name="connsiteY2" fmla="*/ 5225 h 6867365"/>
              <a:gd name="connsiteX3" fmla="*/ 1384598 w 5967314"/>
              <a:gd name="connsiteY3" fmla="*/ 6867365 h 6867365"/>
              <a:gd name="connsiteX4" fmla="*/ 252 w 5967314"/>
              <a:gd name="connsiteY4" fmla="*/ 6866441 h 6867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67314" h="6867365">
                <a:moveTo>
                  <a:pt x="252" y="6866441"/>
                </a:moveTo>
                <a:cubicBezTo>
                  <a:pt x="-718" y="4577627"/>
                  <a:pt x="1488" y="2288814"/>
                  <a:pt x="518" y="0"/>
                </a:cubicBezTo>
                <a:lnTo>
                  <a:pt x="5967314" y="5225"/>
                </a:lnTo>
                <a:lnTo>
                  <a:pt x="1384598" y="6867365"/>
                </a:lnTo>
                <a:lnTo>
                  <a:pt x="252" y="686644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847788">
              <a:defRPr/>
            </a:pPr>
            <a:endParaRPr lang="ru-RU" sz="2307" kern="1200"/>
          </a:p>
        </p:txBody>
      </p:sp>
    </p:spTree>
    <p:extLst>
      <p:ext uri="{BB962C8B-B14F-4D97-AF65-F5344CB8AC3E}">
        <p14:creationId xmlns:p14="http://schemas.microsoft.com/office/powerpoint/2010/main" val="36597236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Placeholder 8">
            <a:extLst>
              <a:ext uri="{FF2B5EF4-FFF2-40B4-BE49-F238E27FC236}">
                <a16:creationId xmlns:a16="http://schemas.microsoft.com/office/drawing/2014/main" id="{1BA5820D-D125-6B36-32C2-883928094B9A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9776" y="1804189"/>
            <a:ext cx="11072450" cy="4262751"/>
          </a:xfrm>
          <a:prstGeom prst="rect">
            <a:avLst/>
          </a:prstGeom>
        </p:spPr>
        <p:txBody>
          <a:bodyPr>
            <a:noAutofit/>
          </a:bodyPr>
          <a:lstStyle>
            <a:lvl1pPr marL="12700" indent="-12700"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Encode Sans Expanded Expanded L" pitchFamily="2" charset="77"/>
              </a:defRPr>
            </a:lvl1pPr>
            <a:lvl2pPr>
              <a:defRPr sz="1400" b="1" i="0">
                <a:latin typeface="Encode Sans Expanded Expanded S" pitchFamily="2" charset="77"/>
              </a:defRPr>
            </a:lvl2pPr>
            <a:lvl3pPr>
              <a:defRPr sz="1400" b="1" i="0">
                <a:latin typeface="Encode Sans Expanded Expanded S" pitchFamily="2" charset="77"/>
              </a:defRPr>
            </a:lvl3pPr>
            <a:lvl4pPr>
              <a:defRPr sz="1400" b="1" i="0">
                <a:latin typeface="Encode Sans Expanded Expanded S" pitchFamily="2" charset="77"/>
              </a:defRPr>
            </a:lvl4pPr>
            <a:lvl5pPr>
              <a:defRPr sz="1400" b="1" i="0">
                <a:latin typeface="Encode Sans Expanded Expanded 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E6F978A-DD40-416B-1128-C0C86FB2A9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776" y="312618"/>
            <a:ext cx="9210389" cy="67140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buFont typeface="Arial" panose="020B0604020202020204" pitchFamily="34" charset="0"/>
              <a:buNone/>
              <a:defRPr sz="3600" b="1" i="0" cap="none">
                <a:solidFill>
                  <a:srgbClr val="243782"/>
                </a:solidFill>
                <a:latin typeface="Encode Sans Expanded Expanded S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8367D7C7-224D-7E60-96F4-714E2C668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775" y="984024"/>
            <a:ext cx="7255267" cy="649283"/>
          </a:xfrm>
          <a:prstGeom prst="rect">
            <a:avLst/>
          </a:prstGeom>
        </p:spPr>
        <p:txBody>
          <a:bodyPr>
            <a:noAutofit/>
          </a:bodyPr>
          <a:lstStyle>
            <a:lvl1pPr marL="12700" indent="-12700">
              <a:buFont typeface="Arial" panose="020B0604020202020204" pitchFamily="34" charset="0"/>
              <a:buNone/>
              <a:tabLst/>
              <a:defRPr sz="1800" b="0" i="0">
                <a:solidFill>
                  <a:srgbClr val="243782"/>
                </a:solidFill>
                <a:latin typeface="Encode Sans Expanded Expanded L" pitchFamily="2" charset="77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6D4DAF9A-CC82-232C-7366-8A2028BD0E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1605" t="14035" r="11222" b="15322"/>
          <a:stretch>
            <a:fillRect/>
          </a:stretch>
        </p:blipFill>
        <p:spPr>
          <a:xfrm>
            <a:off x="10406787" y="471807"/>
            <a:ext cx="1254673" cy="319253"/>
          </a:xfrm>
          <a:prstGeom prst="rect">
            <a:avLst/>
          </a:prstGeom>
        </p:spPr>
      </p:pic>
      <p:sp>
        <p:nvSpPr>
          <p:cNvPr id="2" name="Espace réservé du numéro de diapositive 7">
            <a:extLst>
              <a:ext uri="{FF2B5EF4-FFF2-40B4-BE49-F238E27FC236}">
                <a16:creationId xmlns:a16="http://schemas.microsoft.com/office/drawing/2014/main" id="{7C285708-436C-E0FE-72D1-36BA9228751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28548" y="6397368"/>
            <a:ext cx="541454" cy="184666"/>
          </a:xfrm>
        </p:spPr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/>
          </a:p>
        </p:txBody>
      </p:sp>
    </p:spTree>
    <p:extLst>
      <p:ext uri="{BB962C8B-B14F-4D97-AF65-F5344CB8AC3E}">
        <p14:creationId xmlns:p14="http://schemas.microsoft.com/office/powerpoint/2010/main" val="2697271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0915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798E53-107F-468D-A86A-B9E27C8F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081" y="1535088"/>
            <a:ext cx="10800000" cy="864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116353-A2DB-400D-836D-10B770C82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5081" y="2624771"/>
            <a:ext cx="10800000" cy="360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D59078-F0EA-4B2B-B92A-CB1D0AA4F8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056000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1B493F-9EAA-4161-9132-F480E263F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8548" y="6397368"/>
            <a:ext cx="541454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ctr">
              <a:defRPr sz="1200" b="0" spc="100" baseline="0">
                <a:solidFill>
                  <a:schemeClr val="tx2"/>
                </a:solidFill>
                <a:latin typeface="+mn-lt"/>
              </a:defRPr>
            </a:lvl1pPr>
          </a:lstStyle>
          <a:p>
            <a:fld id="{975A587B-5814-4D9B-9598-FE9CB954CB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Image 15" descr="Une image contenant texte&#10;&#10;Description générée automatiquement">
            <a:extLst>
              <a:ext uri="{FF2B5EF4-FFF2-40B4-BE49-F238E27FC236}">
                <a16:creationId xmlns:a16="http://schemas.microsoft.com/office/drawing/2014/main" id="{C3BC85E7-A235-4FF4-9B8B-EFEEC472A8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06940" y="350044"/>
            <a:ext cx="1904048" cy="557212"/>
          </a:xfrm>
          <a:prstGeom prst="rect">
            <a:avLst/>
          </a:prstGeom>
        </p:spPr>
      </p:pic>
      <p:sp>
        <p:nvSpPr>
          <p:cNvPr id="12" name="Google Shape;88;p3">
            <a:extLst>
              <a:ext uri="{FF2B5EF4-FFF2-40B4-BE49-F238E27FC236}">
                <a16:creationId xmlns:a16="http://schemas.microsoft.com/office/drawing/2014/main" id="{9CC1F3B9-2D6B-B620-6DC4-E74D7296A69E}"/>
              </a:ext>
            </a:extLst>
          </p:cNvPr>
          <p:cNvSpPr/>
          <p:nvPr userDrawn="1"/>
        </p:nvSpPr>
        <p:spPr>
          <a:xfrm>
            <a:off x="11431928" y="6335801"/>
            <a:ext cx="307800" cy="307800"/>
          </a:xfrm>
          <a:prstGeom prst="ellipse">
            <a:avLst/>
          </a:prstGeom>
          <a:noFill/>
          <a:ln w="9525" cap="flat" cmpd="sng">
            <a:solidFill>
              <a:schemeClr val="tx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4378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1122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hdr="0" dt="0"/>
  <p:txStyles>
    <p:titleStyle>
      <a:lvl1pPr algn="l" defTabSz="685800" rtl="0" eaLnBrk="1" latinLnBrk="0" hangingPunct="1">
        <a:lnSpc>
          <a:spcPct val="95000"/>
        </a:lnSpc>
        <a:spcBef>
          <a:spcPct val="0"/>
        </a:spcBef>
        <a:buNone/>
        <a:defRPr sz="2600" b="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600" b="0" kern="1200">
          <a:solidFill>
            <a:schemeClr val="tx2"/>
          </a:solidFill>
          <a:latin typeface="+mj-lt"/>
          <a:ea typeface="+mn-ea"/>
          <a:cs typeface="+mn-cs"/>
        </a:defRPr>
      </a:lvl1pPr>
      <a:lvl2pPr marL="216000" indent="-216000" algn="l" defTabSz="685800" rtl="0" eaLnBrk="1" latinLnBrk="0" hangingPunct="1">
        <a:lnSpc>
          <a:spcPct val="105000"/>
        </a:lnSpc>
        <a:spcBef>
          <a:spcPts val="7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216000" indent="0" algn="l" defTabSz="685800" rtl="0" eaLnBrk="1" latinLnBrk="0" hangingPunct="1">
        <a:lnSpc>
          <a:spcPct val="105000"/>
        </a:lnSpc>
        <a:spcBef>
          <a:spcPts val="700"/>
        </a:spcBef>
        <a:buSzPct val="120000"/>
        <a:buFont typeface="Encode Sans" pitchFamily="2" charset="0"/>
        <a:buNone/>
        <a:defRPr sz="1400" b="0" kern="1200">
          <a:solidFill>
            <a:schemeClr val="accent1"/>
          </a:solidFill>
          <a:latin typeface="+mn-lt"/>
          <a:ea typeface="+mn-ea"/>
          <a:cs typeface="+mn-cs"/>
        </a:defRPr>
      </a:lvl3pPr>
      <a:lvl4pPr marL="216000" indent="0" algn="l" defTabSz="685800" rtl="0" eaLnBrk="1" latinLnBrk="0" hangingPunct="1">
        <a:lnSpc>
          <a:spcPct val="105000"/>
        </a:lnSpc>
        <a:spcBef>
          <a:spcPts val="400"/>
        </a:spcBef>
        <a:buFont typeface="Encode Sans" pitchFamily="2" charset="0"/>
        <a:buNone/>
        <a:defRPr sz="1400" b="0" kern="1200">
          <a:solidFill>
            <a:schemeClr val="accent1"/>
          </a:solidFill>
          <a:latin typeface="+mj-lt"/>
          <a:ea typeface="+mn-ea"/>
          <a:cs typeface="+mn-cs"/>
        </a:defRPr>
      </a:lvl4pPr>
      <a:lvl5pPr marL="360000" indent="-144000" algn="l" defTabSz="685800" rtl="0" eaLnBrk="1" latinLnBrk="0" hangingPunct="1">
        <a:lnSpc>
          <a:spcPct val="105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 Placeholder 4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sz="1600"/>
              <a:t>ESG topics, local adaptation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D0474-A8EA-D308-D45D-381C5C56CFF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5A587B-5814-4D9B-9598-FE9CB954CB01}" type="slidenum">
              <a:rPr kumimoji="0" lang="en-GB" sz="1200" b="0" i="0" u="none" strike="noStrike" kern="1200" cap="none" spc="100" normalizeH="0" baseline="0" noProof="1" smtClean="0">
                <a:ln>
                  <a:noFill/>
                </a:ln>
                <a:solidFill>
                  <a:srgbClr val="243782"/>
                </a:solidFill>
                <a:effectLst/>
                <a:uLnTx/>
                <a:uFillTx/>
                <a:latin typeface="Encode Sans ExpandedLigh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100" normalizeH="0" baseline="0" noProof="1">
              <a:ln>
                <a:noFill/>
              </a:ln>
              <a:solidFill>
                <a:srgbClr val="243782"/>
              </a:solidFill>
              <a:effectLst/>
              <a:uLnTx/>
              <a:uFillTx/>
              <a:latin typeface="Encode Sans ExpandedLight"/>
              <a:ea typeface="+mn-ea"/>
              <a:cs typeface="+mn-cs"/>
            </a:endParaRPr>
          </a:p>
        </p:txBody>
      </p:sp>
      <p:sp>
        <p:nvSpPr>
          <p:cNvPr id="6" name="Title"/>
          <p:cNvSpPr txBox="1"/>
          <p:nvPr/>
        </p:nvSpPr>
        <p:spPr>
          <a:xfrm>
            <a:off x="612648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43782"/>
                </a:solidFill>
                <a:latin typeface="Encode Sans Expanded"/>
              </a:rPr>
              <a:t>One narrative, adapted by global markets</a:t>
            </a:r>
          </a:p>
        </p:txBody>
      </p:sp>
      <p:sp>
        <p:nvSpPr>
          <p:cNvPr id="7" name="Lead"/>
          <p:cNvSpPr txBox="1"/>
          <p:nvPr/>
        </p:nvSpPr>
        <p:spPr>
          <a:xfrm>
            <a:off x="612648" y="1463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72B35"/>
                </a:solidFill>
                <a:latin typeface="Encode Sans ExpandedLight"/>
              </a:rPr>
              <a:t>Facts are anchored in current ESG data provided by Stellantis and in the FaSTLAne 2030 strategic plan: </a:t>
            </a:r>
            <a:r>
              <a:rPr sz="1300" b="1" i="0">
                <a:solidFill>
                  <a:srgbClr val="243782"/>
                </a:solidFill>
                <a:latin typeface="Encode Sans Expanded"/>
              </a:rPr>
              <a:t>one consistent message, carried in different ways by region.</a:t>
            </a:r>
          </a:p>
        </p:txBody>
      </p:sp>
      <p:sp>
        <p:nvSpPr>
          <p:cNvPr id="8" name="Europe card"/>
          <p:cNvSpPr/>
          <p:nvPr/>
        </p:nvSpPr>
        <p:spPr>
          <a:xfrm>
            <a:off x="612648" y="2057400"/>
            <a:ext cx="3566160" cy="3310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Europe head"/>
          <p:cNvSpPr/>
          <p:nvPr/>
        </p:nvSpPr>
        <p:spPr>
          <a:xfrm>
            <a:off x="612648" y="2057400"/>
            <a:ext cx="3566160" cy="457200"/>
          </a:xfrm>
          <a:prstGeom prst="rect">
            <a:avLst/>
          </a:prstGeom>
          <a:solidFill>
            <a:srgbClr val="24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Encode Sans Expanded"/>
              </a:rPr>
              <a:t>EUROPE</a:t>
            </a:r>
          </a:p>
        </p:txBody>
      </p:sp>
      <p:sp>
        <p:nvSpPr>
          <p:cNvPr id="10" name="Europe text"/>
          <p:cNvSpPr txBox="1"/>
          <p:nvPr/>
        </p:nvSpPr>
        <p:spPr>
          <a:xfrm>
            <a:off x="813816" y="2651760"/>
            <a:ext cx="3163824" cy="2075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5E6370"/>
                </a:solidFill>
                <a:latin typeface="Encode Sans Expanded"/>
              </a:rPr>
              <a:t>Stakeholder question</a:t>
            </a:r>
          </a:p>
          <a:p>
            <a:pPr algn="l">
              <a:spcAft>
                <a:spcPts val="800"/>
              </a:spcAft>
            </a:pPr>
            <a:r>
              <a:rPr sz="1300" b="1" i="1">
                <a:solidFill>
                  <a:srgbClr val="E94E24"/>
                </a:solidFill>
                <a:latin typeface="Encode Sans Expanded"/>
              </a:rPr>
              <a:t>“Are you keeping your promises?”</a:t>
            </a:r>
          </a:p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5E6370"/>
                </a:solidFill>
                <a:latin typeface="Encode Sans Expanded"/>
              </a:rPr>
              <a:t>How we answer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72B35"/>
                </a:solidFill>
                <a:latin typeface="Encode Sans ExpandedLight"/>
              </a:rPr>
              <a:t>Sustainability is a regulatory and political matter. We answer with proof: CO₂ compliance, affordable EVs, the future of our plants, circularity. Every claim must hold up under CSRD and the new EU rules on green claims.</a:t>
            </a:r>
          </a:p>
        </p:txBody>
      </p:sp>
      <p:sp>
        <p:nvSpPr>
          <p:cNvPr id="11" name="Europe watch box"/>
          <p:cNvSpPr/>
          <p:nvPr/>
        </p:nvSpPr>
        <p:spPr>
          <a:xfrm>
            <a:off x="749808" y="4745736"/>
            <a:ext cx="3291840" cy="502920"/>
          </a:xfrm>
          <a:prstGeom prst="roundRect">
            <a:avLst>
              <a:gd name="adj" fmla="val 15000"/>
            </a:avLst>
          </a:prstGeom>
          <a:solidFill>
            <a:srgbClr val="FC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Europe watch"/>
          <p:cNvSpPr txBox="1"/>
          <p:nvPr/>
        </p:nvSpPr>
        <p:spPr>
          <a:xfrm>
            <a:off x="886968" y="4764024"/>
            <a:ext cx="301752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94E24"/>
                </a:solidFill>
                <a:latin typeface="Encode Sans Expanded"/>
              </a:rPr>
              <a:t>Watch out: </a:t>
            </a:r>
            <a:r>
              <a:rPr sz="1100" b="0" i="0">
                <a:solidFill>
                  <a:srgbClr val="272B35"/>
                </a:solidFill>
                <a:latin typeface="Encode Sans ExpandedLight"/>
              </a:rPr>
              <a:t>Anything that sounds like a slogan.</a:t>
            </a:r>
          </a:p>
        </p:txBody>
      </p:sp>
      <p:sp>
        <p:nvSpPr>
          <p:cNvPr id="13" name="North &amp; South America card"/>
          <p:cNvSpPr/>
          <p:nvPr/>
        </p:nvSpPr>
        <p:spPr>
          <a:xfrm>
            <a:off x="4315968" y="2057400"/>
            <a:ext cx="3566160" cy="3310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North &amp; South America head"/>
          <p:cNvSpPr/>
          <p:nvPr/>
        </p:nvSpPr>
        <p:spPr>
          <a:xfrm>
            <a:off x="4315968" y="2057400"/>
            <a:ext cx="3566160" cy="457200"/>
          </a:xfrm>
          <a:prstGeom prst="rect">
            <a:avLst/>
          </a:prstGeom>
          <a:solidFill>
            <a:srgbClr val="24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Encode Sans Expanded"/>
              </a:rPr>
              <a:t>NORTH &amp; SOUTH AMERICA</a:t>
            </a:r>
          </a:p>
        </p:txBody>
      </p:sp>
      <p:sp>
        <p:nvSpPr>
          <p:cNvPr id="15" name="North &amp; South America text"/>
          <p:cNvSpPr txBox="1"/>
          <p:nvPr/>
        </p:nvSpPr>
        <p:spPr>
          <a:xfrm>
            <a:off x="4517136" y="2651760"/>
            <a:ext cx="3163824" cy="2075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5E6370"/>
                </a:solidFill>
                <a:latin typeface="Encode Sans Expanded"/>
              </a:rPr>
              <a:t>Stakeholder question</a:t>
            </a:r>
          </a:p>
          <a:p>
            <a:pPr algn="l">
              <a:spcAft>
                <a:spcPts val="800"/>
              </a:spcAft>
            </a:pPr>
            <a:r>
              <a:rPr sz="1300" b="1" i="1">
                <a:solidFill>
                  <a:srgbClr val="E94E24"/>
                </a:solidFill>
                <a:latin typeface="Encode Sans Expanded"/>
              </a:rPr>
              <a:t>“What does this mean for American jobs?”</a:t>
            </a:r>
          </a:p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5E6370"/>
                </a:solidFill>
                <a:latin typeface="Encode Sans Expanded"/>
              </a:rPr>
              <a:t>How we answer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72B35"/>
                </a:solidFill>
                <a:latin typeface="Encode Sans ExpandedLight"/>
              </a:rPr>
              <a:t>The word “ESG” closes doors. The same investments speak for themselves when told through plants, jobs, efficiency and customer choice.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43782"/>
                </a:solidFill>
                <a:latin typeface="Encode Sans Expanded"/>
              </a:rPr>
              <a:t>South America: </a:t>
            </a:r>
            <a:r>
              <a:rPr sz="1100" b="0" i="0">
                <a:solidFill>
                  <a:srgbClr val="272B35"/>
                </a:solidFill>
                <a:latin typeface="Encode Sans ExpandedLight"/>
              </a:rPr>
              <a:t>flex-fuel and Bio-Hybrid as a local climate solution, with industrial jobs.</a:t>
            </a:r>
          </a:p>
        </p:txBody>
      </p:sp>
      <p:sp>
        <p:nvSpPr>
          <p:cNvPr id="16" name="North &amp; South America watch box"/>
          <p:cNvSpPr/>
          <p:nvPr/>
        </p:nvSpPr>
        <p:spPr>
          <a:xfrm>
            <a:off x="4453128" y="4745736"/>
            <a:ext cx="3291840" cy="502920"/>
          </a:xfrm>
          <a:prstGeom prst="roundRect">
            <a:avLst>
              <a:gd name="adj" fmla="val 15000"/>
            </a:avLst>
          </a:prstGeom>
          <a:solidFill>
            <a:srgbClr val="FC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North &amp; South America watch"/>
          <p:cNvSpPr txBox="1"/>
          <p:nvPr/>
        </p:nvSpPr>
        <p:spPr>
          <a:xfrm>
            <a:off x="4590288" y="4764024"/>
            <a:ext cx="301752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94E24"/>
                </a:solidFill>
                <a:latin typeface="Encode Sans Expanded"/>
              </a:rPr>
              <a:t>Watch out: </a:t>
            </a:r>
            <a:r>
              <a:rPr sz="1100" b="0" i="0">
                <a:solidFill>
                  <a:srgbClr val="272B35"/>
                </a:solidFill>
                <a:latin typeface="Encode Sans ExpandedLight"/>
              </a:rPr>
              <a:t>Going silent: silence carries its own risks and fuels suspicion.</a:t>
            </a:r>
          </a:p>
        </p:txBody>
      </p:sp>
      <p:sp>
        <p:nvSpPr>
          <p:cNvPr id="18" name="Asia card"/>
          <p:cNvSpPr/>
          <p:nvPr/>
        </p:nvSpPr>
        <p:spPr>
          <a:xfrm>
            <a:off x="8019288" y="2057400"/>
            <a:ext cx="3566160" cy="3310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Asia head"/>
          <p:cNvSpPr/>
          <p:nvPr/>
        </p:nvSpPr>
        <p:spPr>
          <a:xfrm>
            <a:off x="8019288" y="2057400"/>
            <a:ext cx="3566160" cy="457200"/>
          </a:xfrm>
          <a:prstGeom prst="rect">
            <a:avLst/>
          </a:prstGeom>
          <a:solidFill>
            <a:srgbClr val="24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Encode Sans Expanded"/>
              </a:rPr>
              <a:t>ASIA</a:t>
            </a:r>
          </a:p>
        </p:txBody>
      </p:sp>
      <p:sp>
        <p:nvSpPr>
          <p:cNvPr id="20" name="Asia text"/>
          <p:cNvSpPr txBox="1"/>
          <p:nvPr/>
        </p:nvSpPr>
        <p:spPr>
          <a:xfrm>
            <a:off x="8220456" y="2651760"/>
            <a:ext cx="3163824" cy="2075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5E6370"/>
                </a:solidFill>
                <a:latin typeface="Encode Sans Expanded"/>
              </a:rPr>
              <a:t>Stakeholder question</a:t>
            </a:r>
          </a:p>
          <a:p>
            <a:pPr algn="l">
              <a:spcAft>
                <a:spcPts val="800"/>
              </a:spcAft>
            </a:pPr>
            <a:r>
              <a:rPr sz="1300" b="1" i="1">
                <a:solidFill>
                  <a:srgbClr val="E94E24"/>
                </a:solidFill>
                <a:latin typeface="Encode Sans Expanded"/>
              </a:rPr>
              <a:t>“Can you make green mobility affordable here?”</a:t>
            </a:r>
          </a:p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5E6370"/>
                </a:solidFill>
                <a:latin typeface="Encode Sans Expanded"/>
              </a:rPr>
              <a:t>How we answer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72B35"/>
                </a:solidFill>
                <a:latin typeface="Encode Sans ExpandedLight"/>
              </a:rPr>
              <a:t>Social impact matters as much as climate. Lead with access to mobility, local production and skills, and partnerships like Leapmotor.</a:t>
            </a:r>
          </a:p>
        </p:txBody>
      </p:sp>
      <p:sp>
        <p:nvSpPr>
          <p:cNvPr id="21" name="Asia watch box"/>
          <p:cNvSpPr/>
          <p:nvPr/>
        </p:nvSpPr>
        <p:spPr>
          <a:xfrm>
            <a:off x="8156448" y="4745736"/>
            <a:ext cx="3291840" cy="502920"/>
          </a:xfrm>
          <a:prstGeom prst="roundRect">
            <a:avLst>
              <a:gd name="adj" fmla="val 15000"/>
            </a:avLst>
          </a:prstGeom>
          <a:solidFill>
            <a:srgbClr val="FC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Asia watch"/>
          <p:cNvSpPr txBox="1"/>
          <p:nvPr/>
        </p:nvSpPr>
        <p:spPr>
          <a:xfrm>
            <a:off x="8293608" y="4764024"/>
            <a:ext cx="301752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94E24"/>
                </a:solidFill>
                <a:latin typeface="Encode Sans Expanded"/>
              </a:rPr>
              <a:t>Watch out: </a:t>
            </a:r>
            <a:r>
              <a:rPr sz="1100" b="0" i="0">
                <a:solidFill>
                  <a:srgbClr val="272B35"/>
                </a:solidFill>
                <a:latin typeface="Encode Sans ExpandedLight"/>
              </a:rPr>
              <a:t>Exporting a European message that doesn’t fit.</a:t>
            </a:r>
          </a:p>
        </p:txBody>
      </p:sp>
      <p:sp>
        <p:nvSpPr>
          <p:cNvPr id="23" name="Paths label"/>
          <p:cNvSpPr txBox="1"/>
          <p:nvPr/>
        </p:nvSpPr>
        <p:spPr>
          <a:xfrm>
            <a:off x="612648" y="5504688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43782"/>
                </a:solidFill>
                <a:latin typeface="Encode Sans Expanded"/>
              </a:rPr>
              <a:t>Two narrative paths</a:t>
            </a:r>
          </a:p>
        </p:txBody>
      </p:sp>
      <p:sp>
        <p:nvSpPr>
          <p:cNvPr id="24" name="Path 1 box"/>
          <p:cNvSpPr/>
          <p:nvPr/>
        </p:nvSpPr>
        <p:spPr>
          <a:xfrm>
            <a:off x="2029968" y="5504688"/>
            <a:ext cx="4709159" cy="731520"/>
          </a:xfrm>
          <a:prstGeom prst="roundRect">
            <a:avLst>
              <a:gd name="adj" fmla="val 12000"/>
            </a:avLst>
          </a:prstGeom>
          <a:solidFill>
            <a:srgbClr val="EE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Path 1 chip"/>
          <p:cNvSpPr/>
          <p:nvPr/>
        </p:nvSpPr>
        <p:spPr>
          <a:xfrm>
            <a:off x="2167128" y="5705855"/>
            <a:ext cx="731520" cy="329184"/>
          </a:xfrm>
          <a:prstGeom prst="roundRect">
            <a:avLst>
              <a:gd name="adj" fmla="val 30000"/>
            </a:avLst>
          </a:prstGeom>
          <a:solidFill>
            <a:srgbClr val="24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Encode Sans Expanded"/>
              </a:rPr>
              <a:t>Path 1</a:t>
            </a:r>
          </a:p>
        </p:txBody>
      </p:sp>
      <p:sp>
        <p:nvSpPr>
          <p:cNvPr id="26" name="Path 1 text"/>
          <p:cNvSpPr txBox="1"/>
          <p:nvPr/>
        </p:nvSpPr>
        <p:spPr>
          <a:xfrm>
            <a:off x="3035808" y="5577840"/>
            <a:ext cx="356615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43782"/>
                </a:solidFill>
                <a:latin typeface="Encode Sans Expanded"/>
              </a:rPr>
              <a:t>Discovering the right energy for every road. </a:t>
            </a:r>
            <a:r>
              <a:rPr sz="1100" b="0" i="0">
                <a:solidFill>
                  <a:srgbClr val="272B35"/>
                </a:solidFill>
                <a:latin typeface="Encode Sans ExpandedLight"/>
              </a:rPr>
              <a:t>It presents our multi-energy strategy as a promise to customers, rather than something we need to defend.</a:t>
            </a:r>
          </a:p>
        </p:txBody>
      </p:sp>
      <p:sp>
        <p:nvSpPr>
          <p:cNvPr id="27" name="Path 2 box"/>
          <p:cNvSpPr/>
          <p:nvPr/>
        </p:nvSpPr>
        <p:spPr>
          <a:xfrm>
            <a:off x="6876288" y="5504688"/>
            <a:ext cx="4709159" cy="731520"/>
          </a:xfrm>
          <a:prstGeom prst="roundRect">
            <a:avLst>
              <a:gd name="adj" fmla="val 12000"/>
            </a:avLst>
          </a:prstGeom>
          <a:solidFill>
            <a:srgbClr val="EE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Path 2 chip"/>
          <p:cNvSpPr/>
          <p:nvPr/>
        </p:nvSpPr>
        <p:spPr>
          <a:xfrm>
            <a:off x="7013448" y="5705855"/>
            <a:ext cx="731520" cy="329184"/>
          </a:xfrm>
          <a:prstGeom prst="roundRect">
            <a:avLst>
              <a:gd name="adj" fmla="val 30000"/>
            </a:avLst>
          </a:prstGeom>
          <a:solidFill>
            <a:srgbClr val="2437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Encode Sans Expanded"/>
              </a:rPr>
              <a:t>Path 2</a:t>
            </a:r>
          </a:p>
        </p:txBody>
      </p:sp>
      <p:sp>
        <p:nvSpPr>
          <p:cNvPr id="29" name="Path 2 text"/>
          <p:cNvSpPr txBox="1"/>
          <p:nvPr/>
        </p:nvSpPr>
        <p:spPr>
          <a:xfrm>
            <a:off x="7882127" y="5577840"/>
            <a:ext cx="356615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43782"/>
                </a:solidFill>
                <a:latin typeface="Encode Sans Expanded"/>
              </a:rPr>
              <a:t>The progress you can measure. </a:t>
            </a:r>
            <a:r>
              <a:rPr sz="1100" b="0" i="0">
                <a:solidFill>
                  <a:srgbClr val="272B35"/>
                </a:solidFill>
                <a:latin typeface="Encode Sans ExpandedLight"/>
              </a:rPr>
              <a:t>Fewer promises, more evidence, more meaning, with a short set of KPIs reported consistently.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Stellantis - Chapter blue">
  <a:themeElements>
    <a:clrScheme name="Stellantis">
      <a:dk1>
        <a:srgbClr val="272B35"/>
      </a:dk1>
      <a:lt1>
        <a:sysClr val="window" lastClr="FFFFFF"/>
      </a:lt1>
      <a:dk2>
        <a:srgbClr val="243782"/>
      </a:dk2>
      <a:lt2>
        <a:srgbClr val="EEECE1"/>
      </a:lt2>
      <a:accent1>
        <a:srgbClr val="243782"/>
      </a:accent1>
      <a:accent2>
        <a:srgbClr val="E94E24"/>
      </a:accent2>
      <a:accent3>
        <a:srgbClr val="00ADA0"/>
      </a:accent3>
      <a:accent4>
        <a:srgbClr val="F7A600"/>
      </a:accent4>
      <a:accent5>
        <a:srgbClr val="272B35"/>
      </a:accent5>
      <a:accent6>
        <a:srgbClr val="00DDCD"/>
      </a:accent6>
      <a:hlink>
        <a:srgbClr val="243782"/>
      </a:hlink>
      <a:folHlink>
        <a:srgbClr val="272B35"/>
      </a:folHlink>
    </a:clrScheme>
    <a:fontScheme name="Stellantis PowerPoint">
      <a:majorFont>
        <a:latin typeface="Encode Sans ExpandedSemiBold"/>
        <a:ea typeface=""/>
        <a:cs typeface=""/>
      </a:majorFont>
      <a:minorFont>
        <a:latin typeface="Encode Sans Expanded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ellantis MAJ Template PowerPoint 16-9 v6.potx" id="{6D4861F8-6CFD-4766-879B-EB53A8634C9E}" vid="{29660903-2CB7-4750-896F-355319F97F9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ada0a2f-b917-4d51-b0d0-d418a10c8b23}" enabled="1" method="Standard" siteId="{12a3af23-a769-4654-847f-958f3d479f4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88</Words>
  <Application>Microsoft Macintosh PowerPoint</Application>
  <PresentationFormat>Widescreen</PresentationFormat>
  <Paragraphs>56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9" baseType="lpstr">
      <vt:lpstr>Aptos</vt:lpstr>
      <vt:lpstr>Arial</vt:lpstr>
      <vt:lpstr>Calibri</vt:lpstr>
      <vt:lpstr>Encode Sans</vt:lpstr>
      <vt:lpstr>Encode Sans Expanded</vt:lpstr>
      <vt:lpstr>Encode Sans Expanded Expanded</vt:lpstr>
      <vt:lpstr>Encode Sans Expanded Expanded L</vt:lpstr>
      <vt:lpstr>Encode Sans Expanded Expanded S</vt:lpstr>
      <vt:lpstr>Encode Sans Expanded Light</vt:lpstr>
      <vt:lpstr>Encode Sans ExpandedLight</vt:lpstr>
      <vt:lpstr>Encode Sans ExpandedSemiBold</vt:lpstr>
      <vt:lpstr>Work Sans SemiBold</vt:lpstr>
      <vt:lpstr>1_Stellantis - Chapter blue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Belluardo,Gabriele,ES-Esplugues Llobregat</dc:creator>
  <cp:lastModifiedBy>Belluardo,Gabriele,ES-Esplugues Llobregat</cp:lastModifiedBy>
  <cp:revision>1</cp:revision>
  <dcterms:created xsi:type="dcterms:W3CDTF">2026-10-14T10:14:03Z</dcterms:created>
  <dcterms:modified xsi:type="dcterms:W3CDTF">2026-10-14T10:17:26Z</dcterms:modified>
</cp:coreProperties>
</file>